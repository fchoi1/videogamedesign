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4" r:id="rId1"/>
    <p:sldMasterId id="2147483675" r:id="rId2"/>
  </p:sldMasterIdLst>
  <p:notesMasterIdLst>
    <p:notesMasterId r:id="rId56"/>
  </p:notesMasterIdLst>
  <p:sldIdLst>
    <p:sldId id="256" r:id="rId3"/>
    <p:sldId id="301" r:id="rId4"/>
    <p:sldId id="302" r:id="rId5"/>
    <p:sldId id="303" r:id="rId6"/>
    <p:sldId id="305" r:id="rId7"/>
    <p:sldId id="306" r:id="rId8"/>
    <p:sldId id="304" r:id="rId9"/>
    <p:sldId id="307" r:id="rId10"/>
    <p:sldId id="308" r:id="rId11"/>
    <p:sldId id="257" r:id="rId12"/>
    <p:sldId id="258" r:id="rId13"/>
    <p:sldId id="259" r:id="rId14"/>
    <p:sldId id="260" r:id="rId15"/>
    <p:sldId id="261" r:id="rId16"/>
    <p:sldId id="265" r:id="rId17"/>
    <p:sldId id="262" r:id="rId18"/>
    <p:sldId id="263" r:id="rId19"/>
    <p:sldId id="264" r:id="rId20"/>
    <p:sldId id="266" r:id="rId21"/>
    <p:sldId id="267" r:id="rId22"/>
    <p:sldId id="268" r:id="rId23"/>
    <p:sldId id="269" r:id="rId24"/>
    <p:sldId id="270" r:id="rId25"/>
    <p:sldId id="271" r:id="rId26"/>
    <p:sldId id="272" r:id="rId27"/>
    <p:sldId id="273" r:id="rId28"/>
    <p:sldId id="274" r:id="rId29"/>
    <p:sldId id="275" r:id="rId30"/>
    <p:sldId id="276" r:id="rId31"/>
    <p:sldId id="277" r:id="rId32"/>
    <p:sldId id="278" r:id="rId33"/>
    <p:sldId id="279" r:id="rId34"/>
    <p:sldId id="280" r:id="rId35"/>
    <p:sldId id="281" r:id="rId36"/>
    <p:sldId id="282" r:id="rId37"/>
    <p:sldId id="283" r:id="rId38"/>
    <p:sldId id="284" r:id="rId39"/>
    <p:sldId id="285" r:id="rId40"/>
    <p:sldId id="286" r:id="rId41"/>
    <p:sldId id="287" r:id="rId42"/>
    <p:sldId id="288" r:id="rId43"/>
    <p:sldId id="289" r:id="rId44"/>
    <p:sldId id="290" r:id="rId45"/>
    <p:sldId id="291" r:id="rId46"/>
    <p:sldId id="292" r:id="rId47"/>
    <p:sldId id="293" r:id="rId48"/>
    <p:sldId id="294" r:id="rId49"/>
    <p:sldId id="295" r:id="rId50"/>
    <p:sldId id="296" r:id="rId51"/>
    <p:sldId id="297" r:id="rId52"/>
    <p:sldId id="298" r:id="rId53"/>
    <p:sldId id="299" r:id="rId54"/>
    <p:sldId id="300" r:id="rId55"/>
  </p:sldIdLst>
  <p:sldSz cx="9144000" cy="5143500" type="screen16x9"/>
  <p:notesSz cx="6858000" cy="9144000"/>
  <p:embeddedFontLst>
    <p:embeddedFont>
      <p:font typeface="Amatic SC" panose="00000500000000000000" pitchFamily="2" charset="-79"/>
      <p:regular r:id="rId57"/>
      <p:bold r:id="rId58"/>
    </p:embeddedFont>
    <p:embeddedFont>
      <p:font typeface="Calibri" panose="020F0502020204030204" pitchFamily="34" charset="0"/>
      <p:regular r:id="rId59"/>
      <p:bold r:id="rId60"/>
      <p:italic r:id="rId61"/>
      <p:boldItalic r:id="rId62"/>
    </p:embeddedFont>
    <p:embeddedFont>
      <p:font typeface="Jura" panose="020B0604020202020204" charset="0"/>
      <p:regular r:id="rId63"/>
      <p:bold r:id="rId64"/>
    </p:embeddedFont>
    <p:embeddedFont>
      <p:font typeface="Proxima Nova" panose="020B0604020202020204" charset="0"/>
      <p:regular r:id="rId65"/>
      <p:bold r:id="rId66"/>
      <p:italic r:id="rId67"/>
      <p:boldItalic r:id="rId68"/>
    </p:embeddedFont>
    <p:embeddedFont>
      <p:font typeface="Roboto Condensed Light" panose="02000000000000000000" pitchFamily="2" charset="0"/>
      <p:regular r:id="rId69"/>
      <p:italic r:id="rId70"/>
    </p:embeddedFont>
    <p:embeddedFont>
      <p:font typeface="Roboto Medium" panose="02000000000000000000" pitchFamily="2" charset="0"/>
      <p:regular r:id="rId71"/>
      <p:bold r:id="rId72"/>
      <p:italic r:id="rId73"/>
      <p:boldItalic r:id="rId74"/>
    </p:embeddedFont>
    <p:embeddedFont>
      <p:font typeface="Rubik Mono One" panose="020B0604020202020204" charset="-79"/>
      <p:regular r:id="rId75"/>
    </p:embeddedFont>
    <p:embeddedFont>
      <p:font typeface="Russo One" panose="020B0604020202020204" charset="0"/>
      <p:regular r:id="rId7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83A2AC75-B2B2-4EE4-BFF5-344B11C732F1}">
  <a:tblStyle styleId="{83A2AC75-B2B2-4EE4-BFF5-344B11C732F1}"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1" d="100"/>
          <a:sy n="141" d="100"/>
        </p:scale>
        <p:origin x="744" y="120"/>
      </p:cViewPr>
      <p:guideLst/>
    </p:cSldViewPr>
  </p:slideViewPr>
  <p:notesTextViewPr>
    <p:cViewPr>
      <p:scale>
        <a:sx n="3" d="2"/>
        <a:sy n="3" d="2"/>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7.fntdata"/><Relationship Id="rId68" Type="http://schemas.openxmlformats.org/officeDocument/2006/relationships/font" Target="fonts/font12.fntdata"/><Relationship Id="rId16" Type="http://schemas.openxmlformats.org/officeDocument/2006/relationships/slide" Target="slides/slide1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font" Target="fonts/font2.fntdata"/><Relationship Id="rId66" Type="http://schemas.openxmlformats.org/officeDocument/2006/relationships/font" Target="fonts/font10.fntdata"/><Relationship Id="rId74" Type="http://schemas.openxmlformats.org/officeDocument/2006/relationships/font" Target="fonts/font18.fntdata"/><Relationship Id="rId79" Type="http://schemas.openxmlformats.org/officeDocument/2006/relationships/theme" Target="theme/theme1.xml"/><Relationship Id="rId5" Type="http://schemas.openxmlformats.org/officeDocument/2006/relationships/slide" Target="slides/slide3.xml"/><Relationship Id="rId61" Type="http://schemas.openxmlformats.org/officeDocument/2006/relationships/font" Target="fonts/font5.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notesMaster" Target="notesMasters/notesMaster1.xml"/><Relationship Id="rId64" Type="http://schemas.openxmlformats.org/officeDocument/2006/relationships/font" Target="fonts/font8.fntdata"/><Relationship Id="rId69" Type="http://schemas.openxmlformats.org/officeDocument/2006/relationships/font" Target="fonts/font13.fntdata"/><Relationship Id="rId77"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6.fntdata"/><Relationship Id="rId80" Type="http://schemas.openxmlformats.org/officeDocument/2006/relationships/tableStyles" Target="tableStyle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3.fntdata"/><Relationship Id="rId67" Type="http://schemas.openxmlformats.org/officeDocument/2006/relationships/font" Target="fonts/font11.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6.fntdata"/><Relationship Id="rId70" Type="http://schemas.openxmlformats.org/officeDocument/2006/relationships/font" Target="fonts/font14.fntdata"/><Relationship Id="rId75" Type="http://schemas.openxmlformats.org/officeDocument/2006/relationships/font" Target="fonts/font19.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1.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4.fntdata"/><Relationship Id="rId65" Type="http://schemas.openxmlformats.org/officeDocument/2006/relationships/font" Target="fonts/font9.fntdata"/><Relationship Id="rId73" Type="http://schemas.openxmlformats.org/officeDocument/2006/relationships/font" Target="fonts/font17.fntdata"/><Relationship Id="rId78"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20.fntdata"/><Relationship Id="rId7" Type="http://schemas.openxmlformats.org/officeDocument/2006/relationships/slide" Target="slides/slide5.xml"/><Relationship Id="rId71" Type="http://schemas.openxmlformats.org/officeDocument/2006/relationships/font" Target="fonts/font15.fntdata"/><Relationship Id="rId2" Type="http://schemas.openxmlformats.org/officeDocument/2006/relationships/slideMaster" Target="slideMasters/slideMaster2.xml"/><Relationship Id="rId29" Type="http://schemas.openxmlformats.org/officeDocument/2006/relationships/slide" Target="slides/slide2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
        <p:cNvGrpSpPr/>
        <p:nvPr/>
      </p:nvGrpSpPr>
      <p:grpSpPr>
        <a:xfrm>
          <a:off x="0" y="0"/>
          <a:ext cx="0" cy="0"/>
          <a:chOff x="0" y="0"/>
          <a:chExt cx="0" cy="0"/>
        </a:xfrm>
      </p:grpSpPr>
      <p:sp>
        <p:nvSpPr>
          <p:cNvPr id="127" name="Google Shape;127;g24d3d8c73fe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 name="Google Shape;128;g24d3d8c73fe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9"/>
        <p:cNvGrpSpPr/>
        <p:nvPr/>
      </p:nvGrpSpPr>
      <p:grpSpPr>
        <a:xfrm>
          <a:off x="0" y="0"/>
          <a:ext cx="0" cy="0"/>
          <a:chOff x="0" y="0"/>
          <a:chExt cx="0" cy="0"/>
        </a:xfrm>
      </p:grpSpPr>
      <p:sp>
        <p:nvSpPr>
          <p:cNvPr id="420" name="Google Shape;420;ge4b7ac326b_0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1" name="Google Shape;421;ge4b7ac326b_0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3251337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
        <p:cNvGrpSpPr/>
        <p:nvPr/>
      </p:nvGrpSpPr>
      <p:grpSpPr>
        <a:xfrm>
          <a:off x="0" y="0"/>
          <a:ext cx="0" cy="0"/>
          <a:chOff x="0" y="0"/>
          <a:chExt cx="0" cy="0"/>
        </a:xfrm>
      </p:grpSpPr>
      <p:sp>
        <p:nvSpPr>
          <p:cNvPr id="197" name="Google Shape;197;ge4b7ac326b_0_2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8" name="Google Shape;198;ge4b7ac326b_0_2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906527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7"/>
        <p:cNvGrpSpPr/>
        <p:nvPr/>
      </p:nvGrpSpPr>
      <p:grpSpPr>
        <a:xfrm>
          <a:off x="0" y="0"/>
          <a:ext cx="0" cy="0"/>
          <a:chOff x="0" y="0"/>
          <a:chExt cx="0" cy="0"/>
        </a:xfrm>
      </p:grpSpPr>
      <p:sp>
        <p:nvSpPr>
          <p:cNvPr id="578" name="Google Shape;578;ge4b7ac326b_0_3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9" name="Google Shape;579;ge4b7ac326b_0_3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0655593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
        <p:cNvGrpSpPr/>
        <p:nvPr/>
      </p:nvGrpSpPr>
      <p:grpSpPr>
        <a:xfrm>
          <a:off x="0" y="0"/>
          <a:ext cx="0" cy="0"/>
          <a:chOff x="0" y="0"/>
          <a:chExt cx="0" cy="0"/>
        </a:xfrm>
      </p:grpSpPr>
      <p:sp>
        <p:nvSpPr>
          <p:cNvPr id="170" name="Google Shape;170;ge4b7ac326b_0_2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 name="Google Shape;171;ge4b7ac326b_0_2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4857879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
        <p:cNvGrpSpPr/>
        <p:nvPr/>
      </p:nvGrpSpPr>
      <p:grpSpPr>
        <a:xfrm>
          <a:off x="0" y="0"/>
          <a:ext cx="0" cy="0"/>
          <a:chOff x="0" y="0"/>
          <a:chExt cx="0" cy="0"/>
        </a:xfrm>
      </p:grpSpPr>
      <p:sp>
        <p:nvSpPr>
          <p:cNvPr id="135" name="Google Shape;135;ge4b7ac326b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6" name="Google Shape;136;ge4b7ac326b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5582196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8"/>
        <p:cNvGrpSpPr/>
        <p:nvPr/>
      </p:nvGrpSpPr>
      <p:grpSpPr>
        <a:xfrm>
          <a:off x="0" y="0"/>
          <a:ext cx="0" cy="0"/>
          <a:chOff x="0" y="0"/>
          <a:chExt cx="0" cy="0"/>
        </a:xfrm>
      </p:grpSpPr>
      <p:sp>
        <p:nvSpPr>
          <p:cNvPr id="329" name="Google Shape;329;ge4b7ac326b_0_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0" name="Google Shape;330;ge4b7ac326b_0_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6470938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2"/>
        <p:cNvGrpSpPr/>
        <p:nvPr/>
      </p:nvGrpSpPr>
      <p:grpSpPr>
        <a:xfrm>
          <a:off x="0" y="0"/>
          <a:ext cx="0" cy="0"/>
          <a:chOff x="0" y="0"/>
          <a:chExt cx="0" cy="0"/>
        </a:xfrm>
      </p:grpSpPr>
      <p:sp>
        <p:nvSpPr>
          <p:cNvPr id="323" name="Google Shape;323;ge4b7ac326b_0_3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4" name="Google Shape;324;ge4b7ac326b_0_3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0740227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2"/>
        <p:cNvGrpSpPr/>
        <p:nvPr/>
      </p:nvGrpSpPr>
      <p:grpSpPr>
        <a:xfrm>
          <a:off x="0" y="0"/>
          <a:ext cx="0" cy="0"/>
          <a:chOff x="0" y="0"/>
          <a:chExt cx="0" cy="0"/>
        </a:xfrm>
      </p:grpSpPr>
      <p:sp>
        <p:nvSpPr>
          <p:cNvPr id="323" name="Google Shape;323;ge4b7ac326b_0_3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4" name="Google Shape;324;ge4b7ac326b_0_3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959854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
        <p:cNvGrpSpPr/>
        <p:nvPr/>
      </p:nvGrpSpPr>
      <p:grpSpPr>
        <a:xfrm>
          <a:off x="0" y="0"/>
          <a:ext cx="0" cy="0"/>
          <a:chOff x="0" y="0"/>
          <a:chExt cx="0" cy="0"/>
        </a:xfrm>
      </p:grpSpPr>
      <p:sp>
        <p:nvSpPr>
          <p:cNvPr id="135" name="Google Shape;135;ge4b7ac326b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6" name="Google Shape;136;ge4b7ac326b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
        <p:cNvGrpSpPr/>
        <p:nvPr/>
      </p:nvGrpSpPr>
      <p:grpSpPr>
        <a:xfrm>
          <a:off x="0" y="0"/>
          <a:ext cx="0" cy="0"/>
          <a:chOff x="0" y="0"/>
          <a:chExt cx="0" cy="0"/>
        </a:xfrm>
      </p:grpSpPr>
      <p:sp>
        <p:nvSpPr>
          <p:cNvPr id="144" name="Google Shape;144;ge4b7ac326b_0_1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 name="Google Shape;145;ge4b7ac326b_0_1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1"/>
        <p:cNvGrpSpPr/>
        <p:nvPr/>
      </p:nvGrpSpPr>
      <p:grpSpPr>
        <a:xfrm>
          <a:off x="0" y="0"/>
          <a:ext cx="0" cy="0"/>
          <a:chOff x="0" y="0"/>
          <a:chExt cx="0" cy="0"/>
        </a:xfrm>
      </p:grpSpPr>
      <p:sp>
        <p:nvSpPr>
          <p:cNvPr id="162" name="Google Shape;162;ge4b7ac326b_0_1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 name="Google Shape;163;ge4b7ac326b_0_1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
        <p:cNvGrpSpPr/>
        <p:nvPr/>
      </p:nvGrpSpPr>
      <p:grpSpPr>
        <a:xfrm>
          <a:off x="0" y="0"/>
          <a:ext cx="0" cy="0"/>
          <a:chOff x="0" y="0"/>
          <a:chExt cx="0" cy="0"/>
        </a:xfrm>
      </p:grpSpPr>
      <p:sp>
        <p:nvSpPr>
          <p:cNvPr id="170" name="Google Shape;170;ge4b7ac326b_0_2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 name="Google Shape;171;ge4b7ac326b_0_2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
        <p:cNvGrpSpPr/>
        <p:nvPr/>
      </p:nvGrpSpPr>
      <p:grpSpPr>
        <a:xfrm>
          <a:off x="0" y="0"/>
          <a:ext cx="0" cy="0"/>
          <a:chOff x="0" y="0"/>
          <a:chExt cx="0" cy="0"/>
        </a:xfrm>
      </p:grpSpPr>
      <p:sp>
        <p:nvSpPr>
          <p:cNvPr id="197" name="Google Shape;197;ge4b7ac326b_0_2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8" name="Google Shape;198;ge4b7ac326b_0_2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8"/>
        <p:cNvGrpSpPr/>
        <p:nvPr/>
      </p:nvGrpSpPr>
      <p:grpSpPr>
        <a:xfrm>
          <a:off x="0" y="0"/>
          <a:ext cx="0" cy="0"/>
          <a:chOff x="0" y="0"/>
          <a:chExt cx="0" cy="0"/>
        </a:xfrm>
      </p:grpSpPr>
      <p:sp>
        <p:nvSpPr>
          <p:cNvPr id="329" name="Google Shape;329;ge4b7ac326b_0_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0" name="Google Shape;330;ge4b7ac326b_0_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2"/>
        <p:cNvGrpSpPr/>
        <p:nvPr/>
      </p:nvGrpSpPr>
      <p:grpSpPr>
        <a:xfrm>
          <a:off x="0" y="0"/>
          <a:ext cx="0" cy="0"/>
          <a:chOff x="0" y="0"/>
          <a:chExt cx="0" cy="0"/>
        </a:xfrm>
      </p:grpSpPr>
      <p:sp>
        <p:nvSpPr>
          <p:cNvPr id="233" name="Google Shape;233;ge4b7ac326b_0_3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4" name="Google Shape;234;ge4b7ac326b_0_3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1"/>
        <p:cNvGrpSpPr/>
        <p:nvPr/>
      </p:nvGrpSpPr>
      <p:grpSpPr>
        <a:xfrm>
          <a:off x="0" y="0"/>
          <a:ext cx="0" cy="0"/>
          <a:chOff x="0" y="0"/>
          <a:chExt cx="0" cy="0"/>
        </a:xfrm>
      </p:grpSpPr>
      <p:sp>
        <p:nvSpPr>
          <p:cNvPr id="312" name="Google Shape;312;ge4b7ac326b_0_1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 name="Google Shape;313;ge4b7ac326b_0_1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2"/>
        <p:cNvGrpSpPr/>
        <p:nvPr/>
      </p:nvGrpSpPr>
      <p:grpSpPr>
        <a:xfrm>
          <a:off x="0" y="0"/>
          <a:ext cx="0" cy="0"/>
          <a:chOff x="0" y="0"/>
          <a:chExt cx="0" cy="0"/>
        </a:xfrm>
      </p:grpSpPr>
      <p:sp>
        <p:nvSpPr>
          <p:cNvPr id="323" name="Google Shape;323;ge4b7ac326b_0_3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4" name="Google Shape;324;ge4b7ac326b_0_3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5"/>
        <p:cNvGrpSpPr/>
        <p:nvPr/>
      </p:nvGrpSpPr>
      <p:grpSpPr>
        <a:xfrm>
          <a:off x="0" y="0"/>
          <a:ext cx="0" cy="0"/>
          <a:chOff x="0" y="0"/>
          <a:chExt cx="0" cy="0"/>
        </a:xfrm>
      </p:grpSpPr>
      <p:sp>
        <p:nvSpPr>
          <p:cNvPr id="336" name="Google Shape;336;ge4b7ac326b_0_1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 name="Google Shape;337;ge4b7ac326b_0_1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4"/>
        <p:cNvGrpSpPr/>
        <p:nvPr/>
      </p:nvGrpSpPr>
      <p:grpSpPr>
        <a:xfrm>
          <a:off x="0" y="0"/>
          <a:ext cx="0" cy="0"/>
          <a:chOff x="0" y="0"/>
          <a:chExt cx="0" cy="0"/>
        </a:xfrm>
      </p:grpSpPr>
      <p:sp>
        <p:nvSpPr>
          <p:cNvPr id="345" name="Google Shape;345;ge4b7ac326b_0_2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6" name="Google Shape;346;ge4b7ac326b_0_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2"/>
        <p:cNvGrpSpPr/>
        <p:nvPr/>
      </p:nvGrpSpPr>
      <p:grpSpPr>
        <a:xfrm>
          <a:off x="0" y="0"/>
          <a:ext cx="0" cy="0"/>
          <a:chOff x="0" y="0"/>
          <a:chExt cx="0" cy="0"/>
        </a:xfrm>
      </p:grpSpPr>
      <p:sp>
        <p:nvSpPr>
          <p:cNvPr id="363" name="Google Shape;363;ge4b7ac326b_0_2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4" name="Google Shape;364;ge4b7ac326b_0_2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7"/>
        <p:cNvGrpSpPr/>
        <p:nvPr/>
      </p:nvGrpSpPr>
      <p:grpSpPr>
        <a:xfrm>
          <a:off x="0" y="0"/>
          <a:ext cx="0" cy="0"/>
          <a:chOff x="0" y="0"/>
          <a:chExt cx="0" cy="0"/>
        </a:xfrm>
      </p:grpSpPr>
      <p:sp>
        <p:nvSpPr>
          <p:cNvPr id="408" name="Google Shape;408;ge4b7ac326b_0_2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9" name="Google Shape;409;ge4b7ac326b_0_2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4"/>
        <p:cNvGrpSpPr/>
        <p:nvPr/>
      </p:nvGrpSpPr>
      <p:grpSpPr>
        <a:xfrm>
          <a:off x="0" y="0"/>
          <a:ext cx="0" cy="0"/>
          <a:chOff x="0" y="0"/>
          <a:chExt cx="0" cy="0"/>
        </a:xfrm>
      </p:grpSpPr>
      <p:sp>
        <p:nvSpPr>
          <p:cNvPr id="415" name="Google Shape;415;ge4b7ac326b_0_3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6" name="Google Shape;416;ge4b7ac326b_0_3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9"/>
        <p:cNvGrpSpPr/>
        <p:nvPr/>
      </p:nvGrpSpPr>
      <p:grpSpPr>
        <a:xfrm>
          <a:off x="0" y="0"/>
          <a:ext cx="0" cy="0"/>
          <a:chOff x="0" y="0"/>
          <a:chExt cx="0" cy="0"/>
        </a:xfrm>
      </p:grpSpPr>
      <p:sp>
        <p:nvSpPr>
          <p:cNvPr id="420" name="Google Shape;420;ge4b7ac326b_0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1" name="Google Shape;421;ge4b7ac326b_0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7"/>
        <p:cNvGrpSpPr/>
        <p:nvPr/>
      </p:nvGrpSpPr>
      <p:grpSpPr>
        <a:xfrm>
          <a:off x="0" y="0"/>
          <a:ext cx="0" cy="0"/>
          <a:chOff x="0" y="0"/>
          <a:chExt cx="0" cy="0"/>
        </a:xfrm>
      </p:grpSpPr>
      <p:sp>
        <p:nvSpPr>
          <p:cNvPr id="428" name="Google Shape;428;ge4b7ac326b_0_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9" name="Google Shape;429;ge4b7ac326b_0_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4"/>
        <p:cNvGrpSpPr/>
        <p:nvPr/>
      </p:nvGrpSpPr>
      <p:grpSpPr>
        <a:xfrm>
          <a:off x="0" y="0"/>
          <a:ext cx="0" cy="0"/>
          <a:chOff x="0" y="0"/>
          <a:chExt cx="0" cy="0"/>
        </a:xfrm>
      </p:grpSpPr>
      <p:sp>
        <p:nvSpPr>
          <p:cNvPr id="435" name="Google Shape;435;ge4b7ac326b_0_2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6" name="Google Shape;436;ge4b7ac326b_0_2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4"/>
        <p:cNvGrpSpPr/>
        <p:nvPr/>
      </p:nvGrpSpPr>
      <p:grpSpPr>
        <a:xfrm>
          <a:off x="0" y="0"/>
          <a:ext cx="0" cy="0"/>
          <a:chOff x="0" y="0"/>
          <a:chExt cx="0" cy="0"/>
        </a:xfrm>
      </p:grpSpPr>
      <p:sp>
        <p:nvSpPr>
          <p:cNvPr id="445" name="Google Shape;445;ge4b7ac326b_0_3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6" name="Google Shape;446;ge4b7ac326b_0_3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6"/>
        <p:cNvGrpSpPr/>
        <p:nvPr/>
      </p:nvGrpSpPr>
      <p:grpSpPr>
        <a:xfrm>
          <a:off x="0" y="0"/>
          <a:ext cx="0" cy="0"/>
          <a:chOff x="0" y="0"/>
          <a:chExt cx="0" cy="0"/>
        </a:xfrm>
      </p:grpSpPr>
      <p:sp>
        <p:nvSpPr>
          <p:cNvPr id="477" name="Google Shape;477;ge4b7ac326b_0_3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8" name="Google Shape;478;ge4b7ac326b_0_3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8"/>
        <p:cNvGrpSpPr/>
        <p:nvPr/>
      </p:nvGrpSpPr>
      <p:grpSpPr>
        <a:xfrm>
          <a:off x="0" y="0"/>
          <a:ext cx="0" cy="0"/>
          <a:chOff x="0" y="0"/>
          <a:chExt cx="0" cy="0"/>
        </a:xfrm>
      </p:grpSpPr>
      <p:sp>
        <p:nvSpPr>
          <p:cNvPr id="489" name="Google Shape;489;ge4b7ac326b_0_3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0" name="Google Shape;490;ge4b7ac326b_0_3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0"/>
        <p:cNvGrpSpPr/>
        <p:nvPr/>
      </p:nvGrpSpPr>
      <p:grpSpPr>
        <a:xfrm>
          <a:off x="0" y="0"/>
          <a:ext cx="0" cy="0"/>
          <a:chOff x="0" y="0"/>
          <a:chExt cx="0" cy="0"/>
        </a:xfrm>
      </p:grpSpPr>
      <p:sp>
        <p:nvSpPr>
          <p:cNvPr id="571" name="Google Shape;571;ge4b7ac326b_0_4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2" name="Google Shape;572;ge4b7ac326b_0_4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7"/>
        <p:cNvGrpSpPr/>
        <p:nvPr/>
      </p:nvGrpSpPr>
      <p:grpSpPr>
        <a:xfrm>
          <a:off x="0" y="0"/>
          <a:ext cx="0" cy="0"/>
          <a:chOff x="0" y="0"/>
          <a:chExt cx="0" cy="0"/>
        </a:xfrm>
      </p:grpSpPr>
      <p:sp>
        <p:nvSpPr>
          <p:cNvPr id="578" name="Google Shape;578;ge4b7ac326b_0_3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9" name="Google Shape;579;ge4b7ac326b_0_3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7"/>
        <p:cNvGrpSpPr/>
        <p:nvPr/>
      </p:nvGrpSpPr>
      <p:grpSpPr>
        <a:xfrm>
          <a:off x="0" y="0"/>
          <a:ext cx="0" cy="0"/>
          <a:chOff x="0" y="0"/>
          <a:chExt cx="0" cy="0"/>
        </a:xfrm>
      </p:grpSpPr>
      <p:sp>
        <p:nvSpPr>
          <p:cNvPr id="618" name="Google Shape;618;ge4b7ac326b_0_4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9" name="Google Shape;619;ge4b7ac326b_0_4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7"/>
        <p:cNvGrpSpPr/>
        <p:nvPr/>
      </p:nvGrpSpPr>
      <p:grpSpPr>
        <a:xfrm>
          <a:off x="0" y="0"/>
          <a:ext cx="0" cy="0"/>
          <a:chOff x="0" y="0"/>
          <a:chExt cx="0" cy="0"/>
        </a:xfrm>
      </p:grpSpPr>
      <p:sp>
        <p:nvSpPr>
          <p:cNvPr id="638" name="Google Shape;638;g1023e8b2882_1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9" name="Google Shape;639;g1023e8b2882_1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2"/>
        <p:cNvGrpSpPr/>
        <p:nvPr/>
      </p:nvGrpSpPr>
      <p:grpSpPr>
        <a:xfrm>
          <a:off x="0" y="0"/>
          <a:ext cx="0" cy="0"/>
          <a:chOff x="0" y="0"/>
          <a:chExt cx="0" cy="0"/>
        </a:xfrm>
      </p:grpSpPr>
      <p:sp>
        <p:nvSpPr>
          <p:cNvPr id="963" name="Google Shape;963;g1023e8b2882_1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4" name="Google Shape;964;g1023e8b2882_1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8"/>
        <p:cNvGrpSpPr/>
        <p:nvPr/>
      </p:nvGrpSpPr>
      <p:grpSpPr>
        <a:xfrm>
          <a:off x="0" y="0"/>
          <a:ext cx="0" cy="0"/>
          <a:chOff x="0" y="0"/>
          <a:chExt cx="0" cy="0"/>
        </a:xfrm>
      </p:grpSpPr>
      <p:sp>
        <p:nvSpPr>
          <p:cNvPr id="969" name="Google Shape;969;g1023e8b2882_1_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0" name="Google Shape;970;g1023e8b2882_1_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5"/>
        <p:cNvGrpSpPr/>
        <p:nvPr/>
      </p:nvGrpSpPr>
      <p:grpSpPr>
        <a:xfrm>
          <a:off x="0" y="0"/>
          <a:ext cx="0" cy="0"/>
          <a:chOff x="0" y="0"/>
          <a:chExt cx="0" cy="0"/>
        </a:xfrm>
      </p:grpSpPr>
      <p:sp>
        <p:nvSpPr>
          <p:cNvPr id="976" name="Google Shape;976;g127c25f1d4b_0_118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7" name="Google Shape;977;g127c25f1d4b_0_118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2"/>
        <p:cNvGrpSpPr/>
        <p:nvPr/>
      </p:nvGrpSpPr>
      <p:grpSpPr>
        <a:xfrm>
          <a:off x="0" y="0"/>
          <a:ext cx="0" cy="0"/>
          <a:chOff x="0" y="0"/>
          <a:chExt cx="0" cy="0"/>
        </a:xfrm>
      </p:grpSpPr>
      <p:sp>
        <p:nvSpPr>
          <p:cNvPr id="983" name="Google Shape;983;g127c25f1d4b_0_118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4" name="Google Shape;984;g127c25f1d4b_0_118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9"/>
        <p:cNvGrpSpPr/>
        <p:nvPr/>
      </p:nvGrpSpPr>
      <p:grpSpPr>
        <a:xfrm>
          <a:off x="0" y="0"/>
          <a:ext cx="0" cy="0"/>
          <a:chOff x="0" y="0"/>
          <a:chExt cx="0" cy="0"/>
        </a:xfrm>
      </p:grpSpPr>
      <p:sp>
        <p:nvSpPr>
          <p:cNvPr id="990" name="Google Shape;990;g127c25f1d4b_0_118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1" name="Google Shape;991;g127c25f1d4b_0_118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6"/>
        <p:cNvGrpSpPr/>
        <p:nvPr/>
      </p:nvGrpSpPr>
      <p:grpSpPr>
        <a:xfrm>
          <a:off x="0" y="0"/>
          <a:ext cx="0" cy="0"/>
          <a:chOff x="0" y="0"/>
          <a:chExt cx="0" cy="0"/>
        </a:xfrm>
      </p:grpSpPr>
      <p:sp>
        <p:nvSpPr>
          <p:cNvPr id="1017" name="Google Shape;1017;g127c25f1d4b_0_119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8" name="Google Shape;1018;g127c25f1d4b_0_119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2"/>
        <p:cNvGrpSpPr/>
        <p:nvPr/>
      </p:nvGrpSpPr>
      <p:grpSpPr>
        <a:xfrm>
          <a:off x="0" y="0"/>
          <a:ext cx="0" cy="0"/>
          <a:chOff x="0" y="0"/>
          <a:chExt cx="0" cy="0"/>
        </a:xfrm>
      </p:grpSpPr>
      <p:sp>
        <p:nvSpPr>
          <p:cNvPr id="1033" name="Google Shape;1033;g127c25f1d4b_0_119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4" name="Google Shape;1034;g127c25f1d4b_0_119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9"/>
        <p:cNvGrpSpPr/>
        <p:nvPr/>
      </p:nvGrpSpPr>
      <p:grpSpPr>
        <a:xfrm>
          <a:off x="0" y="0"/>
          <a:ext cx="0" cy="0"/>
          <a:chOff x="0" y="0"/>
          <a:chExt cx="0" cy="0"/>
        </a:xfrm>
      </p:grpSpPr>
      <p:sp>
        <p:nvSpPr>
          <p:cNvPr id="1370" name="Google Shape;1370;g127c25f1d4b_0_122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1" name="Google Shape;1371;g127c25f1d4b_0_122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83"/>
        <p:cNvGrpSpPr/>
        <p:nvPr/>
      </p:nvGrpSpPr>
      <p:grpSpPr>
        <a:xfrm>
          <a:off x="0" y="0"/>
          <a:ext cx="0" cy="0"/>
          <a:chOff x="0" y="0"/>
          <a:chExt cx="0" cy="0"/>
        </a:xfrm>
      </p:grpSpPr>
      <p:sp>
        <p:nvSpPr>
          <p:cNvPr id="7284" name="Google Shape;7284;g127c25f1d4b_0_181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85" name="Google Shape;7285;g127c25f1d4b_0_181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10"/>
        <p:cNvGrpSpPr/>
        <p:nvPr/>
      </p:nvGrpSpPr>
      <p:grpSpPr>
        <a:xfrm>
          <a:off x="0" y="0"/>
          <a:ext cx="0" cy="0"/>
          <a:chOff x="0" y="0"/>
          <a:chExt cx="0" cy="0"/>
        </a:xfrm>
      </p:grpSpPr>
      <p:sp>
        <p:nvSpPr>
          <p:cNvPr id="7711" name="Google Shape;7711;g127c25f1d4b_0_185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12" name="Google Shape;7712;g127c25f1d4b_0_185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73"/>
        <p:cNvGrpSpPr/>
        <p:nvPr/>
      </p:nvGrpSpPr>
      <p:grpSpPr>
        <a:xfrm>
          <a:off x="0" y="0"/>
          <a:ext cx="0" cy="0"/>
          <a:chOff x="0" y="0"/>
          <a:chExt cx="0" cy="0"/>
        </a:xfrm>
      </p:grpSpPr>
      <p:sp>
        <p:nvSpPr>
          <p:cNvPr id="7874" name="Google Shape;7874;g127c25f1d4b_0_187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75" name="Google Shape;7875;g127c25f1d4b_0_187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75"/>
        <p:cNvGrpSpPr/>
        <p:nvPr/>
      </p:nvGrpSpPr>
      <p:grpSpPr>
        <a:xfrm>
          <a:off x="0" y="0"/>
          <a:ext cx="0" cy="0"/>
          <a:chOff x="0" y="0"/>
          <a:chExt cx="0" cy="0"/>
        </a:xfrm>
      </p:grpSpPr>
      <p:sp>
        <p:nvSpPr>
          <p:cNvPr id="8276" name="Google Shape;8276;g127c25f1d4b_0_191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77" name="Google Shape;8277;g127c25f1d4b_0_191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46"/>
        <p:cNvGrpSpPr/>
        <p:nvPr/>
      </p:nvGrpSpPr>
      <p:grpSpPr>
        <a:xfrm>
          <a:off x="0" y="0"/>
          <a:ext cx="0" cy="0"/>
          <a:chOff x="0" y="0"/>
          <a:chExt cx="0" cy="0"/>
        </a:xfrm>
      </p:grpSpPr>
      <p:sp>
        <p:nvSpPr>
          <p:cNvPr id="8647" name="Google Shape;8647;g127c25f1d4b_0_195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48" name="Google Shape;8648;g127c25f1d4b_0_195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48"/>
        <p:cNvGrpSpPr/>
        <p:nvPr/>
      </p:nvGrpSpPr>
      <p:grpSpPr>
        <a:xfrm>
          <a:off x="0" y="0"/>
          <a:ext cx="0" cy="0"/>
          <a:chOff x="0" y="0"/>
          <a:chExt cx="0" cy="0"/>
        </a:xfrm>
      </p:grpSpPr>
      <p:sp>
        <p:nvSpPr>
          <p:cNvPr id="8949" name="Google Shape;8949;g127c25f1d4b_0_198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50" name="Google Shape;8950;g127c25f1d4b_0_198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40"/>
        <p:cNvGrpSpPr/>
        <p:nvPr/>
      </p:nvGrpSpPr>
      <p:grpSpPr>
        <a:xfrm>
          <a:off x="0" y="0"/>
          <a:ext cx="0" cy="0"/>
          <a:chOff x="0" y="0"/>
          <a:chExt cx="0" cy="0"/>
        </a:xfrm>
      </p:grpSpPr>
      <p:sp>
        <p:nvSpPr>
          <p:cNvPr id="9241" name="Google Shape;9241;g127c25f1d4b_0_201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42" name="Google Shape;9242;g127c25f1d4b_0_201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99"/>
        <p:cNvGrpSpPr/>
        <p:nvPr/>
      </p:nvGrpSpPr>
      <p:grpSpPr>
        <a:xfrm>
          <a:off x="0" y="0"/>
          <a:ext cx="0" cy="0"/>
          <a:chOff x="0" y="0"/>
          <a:chExt cx="0" cy="0"/>
        </a:xfrm>
      </p:grpSpPr>
      <p:sp>
        <p:nvSpPr>
          <p:cNvPr id="9600" name="Google Shape;9600;g127c25f1d4b_0_204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01" name="Google Shape;9601;g127c25f1d4b_0_204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16"/>
        <p:cNvGrpSpPr/>
        <p:nvPr/>
      </p:nvGrpSpPr>
      <p:grpSpPr>
        <a:xfrm>
          <a:off x="0" y="0"/>
          <a:ext cx="0" cy="0"/>
          <a:chOff x="0" y="0"/>
          <a:chExt cx="0" cy="0"/>
        </a:xfrm>
      </p:grpSpPr>
      <p:sp>
        <p:nvSpPr>
          <p:cNvPr id="10017" name="Google Shape;10017;g127c25f1d4b_0_208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18" name="Google Shape;10018;g127c25f1d4b_0_208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56"/>
        <p:cNvGrpSpPr/>
        <p:nvPr/>
      </p:nvGrpSpPr>
      <p:grpSpPr>
        <a:xfrm>
          <a:off x="0" y="0"/>
          <a:ext cx="0" cy="0"/>
          <a:chOff x="0" y="0"/>
          <a:chExt cx="0" cy="0"/>
        </a:xfrm>
      </p:grpSpPr>
      <p:sp>
        <p:nvSpPr>
          <p:cNvPr id="10357" name="Google Shape;10357;g127c25f1d4b_0_212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58" name="Google Shape;10358;g127c25f1d4b_0_212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44"/>
        <p:cNvGrpSpPr/>
        <p:nvPr/>
      </p:nvGrpSpPr>
      <p:grpSpPr>
        <a:xfrm>
          <a:off x="0" y="0"/>
          <a:ext cx="0" cy="0"/>
          <a:chOff x="0" y="0"/>
          <a:chExt cx="0" cy="0"/>
        </a:xfrm>
      </p:grpSpPr>
      <p:sp>
        <p:nvSpPr>
          <p:cNvPr id="10545" name="Google Shape;10545;g127c25f1d4b_0_214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46" name="Google Shape;10546;g127c25f1d4b_0_214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90"/>
        <p:cNvGrpSpPr/>
        <p:nvPr/>
      </p:nvGrpSpPr>
      <p:grpSpPr>
        <a:xfrm>
          <a:off x="0" y="0"/>
          <a:ext cx="0" cy="0"/>
          <a:chOff x="0" y="0"/>
          <a:chExt cx="0" cy="0"/>
        </a:xfrm>
      </p:grpSpPr>
      <p:sp>
        <p:nvSpPr>
          <p:cNvPr id="10791" name="Google Shape;10791;g127c25f1d4b_0_228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92" name="Google Shape;10792;g127c25f1d4b_0_228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4477825" y="539500"/>
            <a:ext cx="3952800" cy="2925900"/>
          </a:xfrm>
          <a:prstGeom prst="rect">
            <a:avLst/>
          </a:prstGeom>
        </p:spPr>
        <p:txBody>
          <a:bodyPr spcFirstLastPara="1" wrap="square" lIns="91425" tIns="91425" rIns="91425" bIns="91425" anchor="ctr" anchorCtr="0">
            <a:noAutofit/>
          </a:bodyPr>
          <a:lstStyle>
            <a:lvl1pPr lvl="0">
              <a:lnSpc>
                <a:spcPct val="90000"/>
              </a:lnSpc>
              <a:spcBef>
                <a:spcPts val="0"/>
              </a:spcBef>
              <a:spcAft>
                <a:spcPts val="0"/>
              </a:spcAft>
              <a:buSzPts val="5200"/>
              <a:buNone/>
              <a:defRPr sz="4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4492329" y="3390146"/>
            <a:ext cx="2440200" cy="5973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716475" y="2157750"/>
            <a:ext cx="4302900" cy="8418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4500">
                <a:solidFill>
                  <a:schemeClr val="accent6"/>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3" name="Google Shape;13;p3"/>
          <p:cNvSpPr txBox="1">
            <a:spLocks noGrp="1"/>
          </p:cNvSpPr>
          <p:nvPr>
            <p:ph type="title" idx="2" hasCustomPrompt="1"/>
          </p:nvPr>
        </p:nvSpPr>
        <p:spPr>
          <a:xfrm>
            <a:off x="716475" y="1176150"/>
            <a:ext cx="1255200" cy="841800"/>
          </a:xfrm>
          <a:prstGeom prst="rect">
            <a:avLst/>
          </a:prstGeom>
          <a:ln w="2857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6000"/>
              <a:buNone/>
              <a:defRPr sz="6000">
                <a:solidFill>
                  <a:schemeClr val="accent4"/>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4" name="Google Shape;14;p3"/>
          <p:cNvSpPr txBox="1">
            <a:spLocks noGrp="1"/>
          </p:cNvSpPr>
          <p:nvPr>
            <p:ph type="subTitle" idx="1"/>
          </p:nvPr>
        </p:nvSpPr>
        <p:spPr>
          <a:xfrm>
            <a:off x="716475" y="3075750"/>
            <a:ext cx="3029400" cy="586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5"/>
        <p:cNvGrpSpPr/>
        <p:nvPr/>
      </p:nvGrpSpPr>
      <p:grpSpPr>
        <a:xfrm>
          <a:off x="0" y="0"/>
          <a:ext cx="0" cy="0"/>
          <a:chOff x="0" y="0"/>
          <a:chExt cx="0" cy="0"/>
        </a:xfrm>
      </p:grpSpPr>
      <p:sp>
        <p:nvSpPr>
          <p:cNvPr id="16" name="Google Shape;16;p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solidFill>
                  <a:schemeClr val="accent6"/>
                </a:solidFill>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17" name="Google Shape;17;p4"/>
          <p:cNvSpPr txBox="1">
            <a:spLocks noGrp="1"/>
          </p:cNvSpPr>
          <p:nvPr>
            <p:ph type="body" idx="1"/>
          </p:nvPr>
        </p:nvSpPr>
        <p:spPr>
          <a:xfrm>
            <a:off x="720000" y="1152475"/>
            <a:ext cx="7704000" cy="3416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accent3"/>
              </a:buClr>
              <a:buSzPts val="1200"/>
              <a:buChar char="■"/>
              <a:defRPr sz="1200"/>
            </a:lvl1pPr>
            <a:lvl2pPr marL="914400" lvl="1" indent="-304800" rtl="0">
              <a:lnSpc>
                <a:spcPct val="115000"/>
              </a:lnSpc>
              <a:spcBef>
                <a:spcPts val="0"/>
              </a:spcBef>
              <a:spcAft>
                <a:spcPts val="0"/>
              </a:spcAft>
              <a:buSzPts val="1200"/>
              <a:buFont typeface="Roboto Condensed Light"/>
              <a:buChar char="○"/>
              <a:defRPr/>
            </a:lvl2pPr>
            <a:lvl3pPr marL="1371600" lvl="2" indent="-304800" rtl="0">
              <a:lnSpc>
                <a:spcPct val="115000"/>
              </a:lnSpc>
              <a:spcBef>
                <a:spcPts val="0"/>
              </a:spcBef>
              <a:spcAft>
                <a:spcPts val="0"/>
              </a:spcAft>
              <a:buSzPts val="1200"/>
              <a:buFont typeface="Roboto Condensed Light"/>
              <a:buChar char="■"/>
              <a:defRPr/>
            </a:lvl3pPr>
            <a:lvl4pPr marL="1828800" lvl="3" indent="-304800" rtl="0">
              <a:lnSpc>
                <a:spcPct val="115000"/>
              </a:lnSpc>
              <a:spcBef>
                <a:spcPts val="0"/>
              </a:spcBef>
              <a:spcAft>
                <a:spcPts val="0"/>
              </a:spcAft>
              <a:buSzPts val="1200"/>
              <a:buFont typeface="Roboto Condensed Light"/>
              <a:buChar char="●"/>
              <a:defRPr/>
            </a:lvl4pPr>
            <a:lvl5pPr marL="2286000" lvl="4" indent="-304800" rtl="0">
              <a:lnSpc>
                <a:spcPct val="115000"/>
              </a:lnSpc>
              <a:spcBef>
                <a:spcPts val="0"/>
              </a:spcBef>
              <a:spcAft>
                <a:spcPts val="0"/>
              </a:spcAft>
              <a:buSzPts val="1200"/>
              <a:buFont typeface="Roboto Condensed Light"/>
              <a:buChar char="○"/>
              <a:defRPr/>
            </a:lvl5pPr>
            <a:lvl6pPr marL="2743200" lvl="5" indent="-304800" rtl="0">
              <a:lnSpc>
                <a:spcPct val="115000"/>
              </a:lnSpc>
              <a:spcBef>
                <a:spcPts val="0"/>
              </a:spcBef>
              <a:spcAft>
                <a:spcPts val="0"/>
              </a:spcAft>
              <a:buSzPts val="1200"/>
              <a:buFont typeface="Roboto Condensed Light"/>
              <a:buChar char="■"/>
              <a:defRPr/>
            </a:lvl6pPr>
            <a:lvl7pPr marL="3200400" lvl="6" indent="-304800" rtl="0">
              <a:lnSpc>
                <a:spcPct val="115000"/>
              </a:lnSpc>
              <a:spcBef>
                <a:spcPts val="0"/>
              </a:spcBef>
              <a:spcAft>
                <a:spcPts val="0"/>
              </a:spcAft>
              <a:buSzPts val="1200"/>
              <a:buFont typeface="Roboto Condensed Light"/>
              <a:buChar char="●"/>
              <a:defRPr/>
            </a:lvl7pPr>
            <a:lvl8pPr marL="3657600" lvl="7" indent="-304800" rtl="0">
              <a:lnSpc>
                <a:spcPct val="115000"/>
              </a:lnSpc>
              <a:spcBef>
                <a:spcPts val="0"/>
              </a:spcBef>
              <a:spcAft>
                <a:spcPts val="0"/>
              </a:spcAft>
              <a:buSzPts val="1200"/>
              <a:buFont typeface="Roboto Condensed Light"/>
              <a:buChar char="○"/>
              <a:defRPr/>
            </a:lvl8pPr>
            <a:lvl9pPr marL="4114800" lvl="8" indent="-304800" rtl="0">
              <a:lnSpc>
                <a:spcPct val="115000"/>
              </a:lnSpc>
              <a:spcBef>
                <a:spcPts val="0"/>
              </a:spcBef>
              <a:spcAft>
                <a:spcPts val="0"/>
              </a:spcAft>
              <a:buSzPts val="1200"/>
              <a:buFont typeface="Roboto Condensed Light"/>
              <a:buChar char="■"/>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8"/>
        <p:cNvGrpSpPr/>
        <p:nvPr/>
      </p:nvGrpSpPr>
      <p:grpSpPr>
        <a:xfrm>
          <a:off x="0" y="0"/>
          <a:ext cx="0" cy="0"/>
          <a:chOff x="0" y="0"/>
          <a:chExt cx="0" cy="0"/>
        </a:xfrm>
      </p:grpSpPr>
      <p:sp>
        <p:nvSpPr>
          <p:cNvPr id="19" name="Google Shape;19;p5"/>
          <p:cNvSpPr txBox="1">
            <a:spLocks noGrp="1"/>
          </p:cNvSpPr>
          <p:nvPr>
            <p:ph type="subTitle" idx="1"/>
          </p:nvPr>
        </p:nvSpPr>
        <p:spPr>
          <a:xfrm>
            <a:off x="1558281" y="2285863"/>
            <a:ext cx="2278200" cy="2559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1"/>
              </a:buClr>
              <a:buSzPts val="2500"/>
              <a:buFont typeface="Rubik Mono One"/>
              <a:buNone/>
              <a:defRPr sz="2300" b="1">
                <a:solidFill>
                  <a:schemeClr val="accent1"/>
                </a:solidFill>
                <a:latin typeface="Russo One"/>
                <a:ea typeface="Russo One"/>
                <a:cs typeface="Russo One"/>
                <a:sym typeface="Russo One"/>
              </a:defRPr>
            </a:lvl1pPr>
            <a:lvl2pPr lvl="1" algn="ctr">
              <a:lnSpc>
                <a:spcPct val="100000"/>
              </a:lnSpc>
              <a:spcBef>
                <a:spcPts val="0"/>
              </a:spcBef>
              <a:spcAft>
                <a:spcPts val="0"/>
              </a:spcAft>
              <a:buClr>
                <a:schemeClr val="accent1"/>
              </a:buClr>
              <a:buSzPts val="2500"/>
              <a:buFont typeface="Rubik Mono One"/>
              <a:buNone/>
              <a:defRPr sz="2500">
                <a:solidFill>
                  <a:schemeClr val="accent1"/>
                </a:solidFill>
                <a:latin typeface="Rubik Mono One"/>
                <a:ea typeface="Rubik Mono One"/>
                <a:cs typeface="Rubik Mono One"/>
                <a:sym typeface="Rubik Mono One"/>
              </a:defRPr>
            </a:lvl2pPr>
            <a:lvl3pPr lvl="2" algn="ctr">
              <a:lnSpc>
                <a:spcPct val="100000"/>
              </a:lnSpc>
              <a:spcBef>
                <a:spcPts val="0"/>
              </a:spcBef>
              <a:spcAft>
                <a:spcPts val="0"/>
              </a:spcAft>
              <a:buClr>
                <a:schemeClr val="accent1"/>
              </a:buClr>
              <a:buSzPts val="2500"/>
              <a:buFont typeface="Rubik Mono One"/>
              <a:buNone/>
              <a:defRPr sz="2500">
                <a:solidFill>
                  <a:schemeClr val="accent1"/>
                </a:solidFill>
                <a:latin typeface="Rubik Mono One"/>
                <a:ea typeface="Rubik Mono One"/>
                <a:cs typeface="Rubik Mono One"/>
                <a:sym typeface="Rubik Mono One"/>
              </a:defRPr>
            </a:lvl3pPr>
            <a:lvl4pPr lvl="3" algn="ctr">
              <a:lnSpc>
                <a:spcPct val="100000"/>
              </a:lnSpc>
              <a:spcBef>
                <a:spcPts val="0"/>
              </a:spcBef>
              <a:spcAft>
                <a:spcPts val="0"/>
              </a:spcAft>
              <a:buClr>
                <a:schemeClr val="accent1"/>
              </a:buClr>
              <a:buSzPts val="2500"/>
              <a:buFont typeface="Rubik Mono One"/>
              <a:buNone/>
              <a:defRPr sz="2500">
                <a:solidFill>
                  <a:schemeClr val="accent1"/>
                </a:solidFill>
                <a:latin typeface="Rubik Mono One"/>
                <a:ea typeface="Rubik Mono One"/>
                <a:cs typeface="Rubik Mono One"/>
                <a:sym typeface="Rubik Mono One"/>
              </a:defRPr>
            </a:lvl4pPr>
            <a:lvl5pPr lvl="4" algn="ctr">
              <a:lnSpc>
                <a:spcPct val="100000"/>
              </a:lnSpc>
              <a:spcBef>
                <a:spcPts val="0"/>
              </a:spcBef>
              <a:spcAft>
                <a:spcPts val="0"/>
              </a:spcAft>
              <a:buClr>
                <a:schemeClr val="accent1"/>
              </a:buClr>
              <a:buSzPts val="2500"/>
              <a:buFont typeface="Rubik Mono One"/>
              <a:buNone/>
              <a:defRPr sz="2500">
                <a:solidFill>
                  <a:schemeClr val="accent1"/>
                </a:solidFill>
                <a:latin typeface="Rubik Mono One"/>
                <a:ea typeface="Rubik Mono One"/>
                <a:cs typeface="Rubik Mono One"/>
                <a:sym typeface="Rubik Mono One"/>
              </a:defRPr>
            </a:lvl5pPr>
            <a:lvl6pPr lvl="5" algn="ctr">
              <a:lnSpc>
                <a:spcPct val="100000"/>
              </a:lnSpc>
              <a:spcBef>
                <a:spcPts val="0"/>
              </a:spcBef>
              <a:spcAft>
                <a:spcPts val="0"/>
              </a:spcAft>
              <a:buClr>
                <a:schemeClr val="accent1"/>
              </a:buClr>
              <a:buSzPts val="2500"/>
              <a:buFont typeface="Rubik Mono One"/>
              <a:buNone/>
              <a:defRPr sz="2500">
                <a:solidFill>
                  <a:schemeClr val="accent1"/>
                </a:solidFill>
                <a:latin typeface="Rubik Mono One"/>
                <a:ea typeface="Rubik Mono One"/>
                <a:cs typeface="Rubik Mono One"/>
                <a:sym typeface="Rubik Mono One"/>
              </a:defRPr>
            </a:lvl6pPr>
            <a:lvl7pPr lvl="6" algn="ctr">
              <a:lnSpc>
                <a:spcPct val="100000"/>
              </a:lnSpc>
              <a:spcBef>
                <a:spcPts val="0"/>
              </a:spcBef>
              <a:spcAft>
                <a:spcPts val="0"/>
              </a:spcAft>
              <a:buClr>
                <a:schemeClr val="accent1"/>
              </a:buClr>
              <a:buSzPts val="2500"/>
              <a:buFont typeface="Rubik Mono One"/>
              <a:buNone/>
              <a:defRPr sz="2500">
                <a:solidFill>
                  <a:schemeClr val="accent1"/>
                </a:solidFill>
                <a:latin typeface="Rubik Mono One"/>
                <a:ea typeface="Rubik Mono One"/>
                <a:cs typeface="Rubik Mono One"/>
                <a:sym typeface="Rubik Mono One"/>
              </a:defRPr>
            </a:lvl7pPr>
            <a:lvl8pPr lvl="7" algn="ctr">
              <a:lnSpc>
                <a:spcPct val="100000"/>
              </a:lnSpc>
              <a:spcBef>
                <a:spcPts val="0"/>
              </a:spcBef>
              <a:spcAft>
                <a:spcPts val="0"/>
              </a:spcAft>
              <a:buClr>
                <a:schemeClr val="accent1"/>
              </a:buClr>
              <a:buSzPts val="2500"/>
              <a:buFont typeface="Rubik Mono One"/>
              <a:buNone/>
              <a:defRPr sz="2500">
                <a:solidFill>
                  <a:schemeClr val="accent1"/>
                </a:solidFill>
                <a:latin typeface="Rubik Mono One"/>
                <a:ea typeface="Rubik Mono One"/>
                <a:cs typeface="Rubik Mono One"/>
                <a:sym typeface="Rubik Mono One"/>
              </a:defRPr>
            </a:lvl8pPr>
            <a:lvl9pPr lvl="8" algn="ctr">
              <a:lnSpc>
                <a:spcPct val="100000"/>
              </a:lnSpc>
              <a:spcBef>
                <a:spcPts val="0"/>
              </a:spcBef>
              <a:spcAft>
                <a:spcPts val="0"/>
              </a:spcAft>
              <a:buClr>
                <a:schemeClr val="accent1"/>
              </a:buClr>
              <a:buSzPts val="2500"/>
              <a:buFont typeface="Rubik Mono One"/>
              <a:buNone/>
              <a:defRPr sz="2500">
                <a:solidFill>
                  <a:schemeClr val="accent1"/>
                </a:solidFill>
                <a:latin typeface="Rubik Mono One"/>
                <a:ea typeface="Rubik Mono One"/>
                <a:cs typeface="Rubik Mono One"/>
                <a:sym typeface="Rubik Mono One"/>
              </a:defRPr>
            </a:lvl9pPr>
          </a:lstStyle>
          <a:p>
            <a:endParaRPr/>
          </a:p>
        </p:txBody>
      </p:sp>
      <p:sp>
        <p:nvSpPr>
          <p:cNvPr id="20" name="Google Shape;20;p5"/>
          <p:cNvSpPr txBox="1">
            <a:spLocks noGrp="1"/>
          </p:cNvSpPr>
          <p:nvPr>
            <p:ph type="subTitle" idx="2"/>
          </p:nvPr>
        </p:nvSpPr>
        <p:spPr>
          <a:xfrm>
            <a:off x="1558281" y="2641237"/>
            <a:ext cx="2278200" cy="806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 name="Google Shape;21;p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22" name="Google Shape;22;p5"/>
          <p:cNvSpPr txBox="1">
            <a:spLocks noGrp="1"/>
          </p:cNvSpPr>
          <p:nvPr>
            <p:ph type="subTitle" idx="3"/>
          </p:nvPr>
        </p:nvSpPr>
        <p:spPr>
          <a:xfrm>
            <a:off x="5307531" y="2276338"/>
            <a:ext cx="2278200" cy="255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1"/>
              </a:buClr>
              <a:buSzPts val="2500"/>
              <a:buFont typeface="Rubik Mono One"/>
              <a:buNone/>
              <a:defRPr sz="2300" b="1">
                <a:solidFill>
                  <a:schemeClr val="accent1"/>
                </a:solidFill>
                <a:latin typeface="Russo One"/>
                <a:ea typeface="Russo One"/>
                <a:cs typeface="Russo One"/>
                <a:sym typeface="Russo One"/>
              </a:defRPr>
            </a:lvl1pPr>
            <a:lvl2pPr lvl="1" algn="ctr" rtl="0">
              <a:lnSpc>
                <a:spcPct val="100000"/>
              </a:lnSpc>
              <a:spcBef>
                <a:spcPts val="0"/>
              </a:spcBef>
              <a:spcAft>
                <a:spcPts val="0"/>
              </a:spcAft>
              <a:buClr>
                <a:schemeClr val="accent1"/>
              </a:buClr>
              <a:buSzPts val="2500"/>
              <a:buFont typeface="Rubik Mono One"/>
              <a:buNone/>
              <a:defRPr sz="2500">
                <a:solidFill>
                  <a:schemeClr val="accent1"/>
                </a:solidFill>
                <a:latin typeface="Rubik Mono One"/>
                <a:ea typeface="Rubik Mono One"/>
                <a:cs typeface="Rubik Mono One"/>
                <a:sym typeface="Rubik Mono One"/>
              </a:defRPr>
            </a:lvl2pPr>
            <a:lvl3pPr lvl="2" algn="ctr" rtl="0">
              <a:lnSpc>
                <a:spcPct val="100000"/>
              </a:lnSpc>
              <a:spcBef>
                <a:spcPts val="0"/>
              </a:spcBef>
              <a:spcAft>
                <a:spcPts val="0"/>
              </a:spcAft>
              <a:buClr>
                <a:schemeClr val="accent1"/>
              </a:buClr>
              <a:buSzPts val="2500"/>
              <a:buFont typeface="Rubik Mono One"/>
              <a:buNone/>
              <a:defRPr sz="2500">
                <a:solidFill>
                  <a:schemeClr val="accent1"/>
                </a:solidFill>
                <a:latin typeface="Rubik Mono One"/>
                <a:ea typeface="Rubik Mono One"/>
                <a:cs typeface="Rubik Mono One"/>
                <a:sym typeface="Rubik Mono One"/>
              </a:defRPr>
            </a:lvl3pPr>
            <a:lvl4pPr lvl="3" algn="ctr" rtl="0">
              <a:lnSpc>
                <a:spcPct val="100000"/>
              </a:lnSpc>
              <a:spcBef>
                <a:spcPts val="0"/>
              </a:spcBef>
              <a:spcAft>
                <a:spcPts val="0"/>
              </a:spcAft>
              <a:buClr>
                <a:schemeClr val="accent1"/>
              </a:buClr>
              <a:buSzPts val="2500"/>
              <a:buFont typeface="Rubik Mono One"/>
              <a:buNone/>
              <a:defRPr sz="2500">
                <a:solidFill>
                  <a:schemeClr val="accent1"/>
                </a:solidFill>
                <a:latin typeface="Rubik Mono One"/>
                <a:ea typeface="Rubik Mono One"/>
                <a:cs typeface="Rubik Mono One"/>
                <a:sym typeface="Rubik Mono One"/>
              </a:defRPr>
            </a:lvl4pPr>
            <a:lvl5pPr lvl="4" algn="ctr" rtl="0">
              <a:lnSpc>
                <a:spcPct val="100000"/>
              </a:lnSpc>
              <a:spcBef>
                <a:spcPts val="0"/>
              </a:spcBef>
              <a:spcAft>
                <a:spcPts val="0"/>
              </a:spcAft>
              <a:buClr>
                <a:schemeClr val="accent1"/>
              </a:buClr>
              <a:buSzPts val="2500"/>
              <a:buFont typeface="Rubik Mono One"/>
              <a:buNone/>
              <a:defRPr sz="2500">
                <a:solidFill>
                  <a:schemeClr val="accent1"/>
                </a:solidFill>
                <a:latin typeface="Rubik Mono One"/>
                <a:ea typeface="Rubik Mono One"/>
                <a:cs typeface="Rubik Mono One"/>
                <a:sym typeface="Rubik Mono One"/>
              </a:defRPr>
            </a:lvl5pPr>
            <a:lvl6pPr lvl="5" algn="ctr" rtl="0">
              <a:lnSpc>
                <a:spcPct val="100000"/>
              </a:lnSpc>
              <a:spcBef>
                <a:spcPts val="0"/>
              </a:spcBef>
              <a:spcAft>
                <a:spcPts val="0"/>
              </a:spcAft>
              <a:buClr>
                <a:schemeClr val="accent1"/>
              </a:buClr>
              <a:buSzPts val="2500"/>
              <a:buFont typeface="Rubik Mono One"/>
              <a:buNone/>
              <a:defRPr sz="2500">
                <a:solidFill>
                  <a:schemeClr val="accent1"/>
                </a:solidFill>
                <a:latin typeface="Rubik Mono One"/>
                <a:ea typeface="Rubik Mono One"/>
                <a:cs typeface="Rubik Mono One"/>
                <a:sym typeface="Rubik Mono One"/>
              </a:defRPr>
            </a:lvl6pPr>
            <a:lvl7pPr lvl="6" algn="ctr" rtl="0">
              <a:lnSpc>
                <a:spcPct val="100000"/>
              </a:lnSpc>
              <a:spcBef>
                <a:spcPts val="0"/>
              </a:spcBef>
              <a:spcAft>
                <a:spcPts val="0"/>
              </a:spcAft>
              <a:buClr>
                <a:schemeClr val="accent1"/>
              </a:buClr>
              <a:buSzPts val="2500"/>
              <a:buFont typeface="Rubik Mono One"/>
              <a:buNone/>
              <a:defRPr sz="2500">
                <a:solidFill>
                  <a:schemeClr val="accent1"/>
                </a:solidFill>
                <a:latin typeface="Rubik Mono One"/>
                <a:ea typeface="Rubik Mono One"/>
                <a:cs typeface="Rubik Mono One"/>
                <a:sym typeface="Rubik Mono One"/>
              </a:defRPr>
            </a:lvl7pPr>
            <a:lvl8pPr lvl="7" algn="ctr" rtl="0">
              <a:lnSpc>
                <a:spcPct val="100000"/>
              </a:lnSpc>
              <a:spcBef>
                <a:spcPts val="0"/>
              </a:spcBef>
              <a:spcAft>
                <a:spcPts val="0"/>
              </a:spcAft>
              <a:buClr>
                <a:schemeClr val="accent1"/>
              </a:buClr>
              <a:buSzPts val="2500"/>
              <a:buFont typeface="Rubik Mono One"/>
              <a:buNone/>
              <a:defRPr sz="2500">
                <a:solidFill>
                  <a:schemeClr val="accent1"/>
                </a:solidFill>
                <a:latin typeface="Rubik Mono One"/>
                <a:ea typeface="Rubik Mono One"/>
                <a:cs typeface="Rubik Mono One"/>
                <a:sym typeface="Rubik Mono One"/>
              </a:defRPr>
            </a:lvl8pPr>
            <a:lvl9pPr lvl="8" algn="ctr" rtl="0">
              <a:lnSpc>
                <a:spcPct val="100000"/>
              </a:lnSpc>
              <a:spcBef>
                <a:spcPts val="0"/>
              </a:spcBef>
              <a:spcAft>
                <a:spcPts val="0"/>
              </a:spcAft>
              <a:buClr>
                <a:schemeClr val="accent1"/>
              </a:buClr>
              <a:buSzPts val="2500"/>
              <a:buFont typeface="Rubik Mono One"/>
              <a:buNone/>
              <a:defRPr sz="2500">
                <a:solidFill>
                  <a:schemeClr val="accent1"/>
                </a:solidFill>
                <a:latin typeface="Rubik Mono One"/>
                <a:ea typeface="Rubik Mono One"/>
                <a:cs typeface="Rubik Mono One"/>
                <a:sym typeface="Rubik Mono One"/>
              </a:defRPr>
            </a:lvl9pPr>
          </a:lstStyle>
          <a:p>
            <a:endParaRPr/>
          </a:p>
        </p:txBody>
      </p:sp>
      <p:sp>
        <p:nvSpPr>
          <p:cNvPr id="23" name="Google Shape;23;p5"/>
          <p:cNvSpPr txBox="1">
            <a:spLocks noGrp="1"/>
          </p:cNvSpPr>
          <p:nvPr>
            <p:ph type="subTitle" idx="4"/>
          </p:nvPr>
        </p:nvSpPr>
        <p:spPr>
          <a:xfrm>
            <a:off x="5307531" y="2631712"/>
            <a:ext cx="2278200" cy="806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4"/>
        <p:cNvGrpSpPr/>
        <p:nvPr/>
      </p:nvGrpSpPr>
      <p:grpSpPr>
        <a:xfrm>
          <a:off x="0" y="0"/>
          <a:ext cx="0" cy="0"/>
          <a:chOff x="0" y="0"/>
          <a:chExt cx="0" cy="0"/>
        </a:xfrm>
      </p:grpSpPr>
      <p:sp>
        <p:nvSpPr>
          <p:cNvPr id="25" name="Google Shape;25;p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solidFill>
                  <a:schemeClr val="accent6"/>
                </a:solidFill>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6"/>
        <p:cNvGrpSpPr/>
        <p:nvPr/>
      </p:nvGrpSpPr>
      <p:grpSpPr>
        <a:xfrm>
          <a:off x="0" y="0"/>
          <a:ext cx="0" cy="0"/>
          <a:chOff x="0" y="0"/>
          <a:chExt cx="0" cy="0"/>
        </a:xfrm>
      </p:grpSpPr>
      <p:sp>
        <p:nvSpPr>
          <p:cNvPr id="27" name="Google Shape;27;p7"/>
          <p:cNvSpPr txBox="1">
            <a:spLocks noGrp="1"/>
          </p:cNvSpPr>
          <p:nvPr>
            <p:ph type="title"/>
          </p:nvPr>
        </p:nvSpPr>
        <p:spPr>
          <a:xfrm>
            <a:off x="720000" y="1120750"/>
            <a:ext cx="3880500" cy="15048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solidFill>
                  <a:schemeClr val="accent6"/>
                </a:solidFill>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28" name="Google Shape;28;p7"/>
          <p:cNvSpPr txBox="1">
            <a:spLocks noGrp="1"/>
          </p:cNvSpPr>
          <p:nvPr>
            <p:ph type="body" idx="1"/>
          </p:nvPr>
        </p:nvSpPr>
        <p:spPr>
          <a:xfrm>
            <a:off x="715100" y="2819450"/>
            <a:ext cx="3036000" cy="11271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Char char="●"/>
              <a:defRPr sz="1400">
                <a:solidFill>
                  <a:schemeClr val="lt1"/>
                </a:solidFill>
              </a:defRPr>
            </a:lvl1pPr>
            <a:lvl2pPr marL="914400" lvl="1" indent="-317500" rtl="0">
              <a:lnSpc>
                <a:spcPct val="115000"/>
              </a:lnSpc>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0"/>
              </a:spcBef>
              <a:spcAft>
                <a:spcPts val="0"/>
              </a:spcAft>
              <a:buSzPts val="1400"/>
              <a:buChar char="●"/>
              <a:defRPr/>
            </a:lvl4pPr>
            <a:lvl5pPr marL="2286000" lvl="4" indent="-317500" rtl="0">
              <a:lnSpc>
                <a:spcPct val="115000"/>
              </a:lnSpc>
              <a:spcBef>
                <a:spcPts val="0"/>
              </a:spcBef>
              <a:spcAft>
                <a:spcPts val="0"/>
              </a:spcAft>
              <a:buSzPts val="1400"/>
              <a:buChar char="○"/>
              <a:defRPr/>
            </a:lvl5pPr>
            <a:lvl6pPr marL="2743200" lvl="5" indent="-317500" rtl="0">
              <a:lnSpc>
                <a:spcPct val="115000"/>
              </a:lnSpc>
              <a:spcBef>
                <a:spcPts val="0"/>
              </a:spcBef>
              <a:spcAft>
                <a:spcPts val="0"/>
              </a:spcAft>
              <a:buSzPts val="1400"/>
              <a:buChar char="■"/>
              <a:defRPr/>
            </a:lvl6pPr>
            <a:lvl7pPr marL="3200400" lvl="6" indent="-317500" rtl="0">
              <a:lnSpc>
                <a:spcPct val="115000"/>
              </a:lnSpc>
              <a:spcBef>
                <a:spcPts val="0"/>
              </a:spcBef>
              <a:spcAft>
                <a:spcPts val="0"/>
              </a:spcAft>
              <a:buSzPts val="1400"/>
              <a:buChar char="●"/>
              <a:defRPr/>
            </a:lvl7pPr>
            <a:lvl8pPr marL="3657600" lvl="7" indent="-317500" rtl="0">
              <a:lnSpc>
                <a:spcPct val="115000"/>
              </a:lnSpc>
              <a:spcBef>
                <a:spcPts val="0"/>
              </a:spcBef>
              <a:spcAft>
                <a:spcPts val="0"/>
              </a:spcAft>
              <a:buSzPts val="1400"/>
              <a:buChar char="○"/>
              <a:defRPr/>
            </a:lvl8pPr>
            <a:lvl9pPr marL="4114800" lvl="8" indent="-317500" rtl="0">
              <a:lnSpc>
                <a:spcPct val="115000"/>
              </a:lnSpc>
              <a:spcBef>
                <a:spcPts val="0"/>
              </a:spcBef>
              <a:spcAft>
                <a:spcPts val="0"/>
              </a:spcAft>
              <a:buSzPts val="1400"/>
              <a:buChar char="■"/>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29"/>
        <p:cNvGrpSpPr/>
        <p:nvPr/>
      </p:nvGrpSpPr>
      <p:grpSpPr>
        <a:xfrm>
          <a:off x="0" y="0"/>
          <a:ext cx="0" cy="0"/>
          <a:chOff x="0" y="0"/>
          <a:chExt cx="0" cy="0"/>
        </a:xfrm>
      </p:grpSpPr>
      <p:sp>
        <p:nvSpPr>
          <p:cNvPr id="30" name="Google Shape;30;p8"/>
          <p:cNvSpPr txBox="1">
            <a:spLocks noGrp="1"/>
          </p:cNvSpPr>
          <p:nvPr>
            <p:ph type="title"/>
          </p:nvPr>
        </p:nvSpPr>
        <p:spPr>
          <a:xfrm>
            <a:off x="838200" y="893850"/>
            <a:ext cx="7467600" cy="10698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67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1"/>
        <p:cNvGrpSpPr/>
        <p:nvPr/>
      </p:nvGrpSpPr>
      <p:grpSpPr>
        <a:xfrm>
          <a:off x="0" y="0"/>
          <a:ext cx="0" cy="0"/>
          <a:chOff x="0" y="0"/>
          <a:chExt cx="0" cy="0"/>
        </a:xfrm>
      </p:grpSpPr>
      <p:sp>
        <p:nvSpPr>
          <p:cNvPr id="32" name="Google Shape;32;p9"/>
          <p:cNvSpPr txBox="1">
            <a:spLocks noGrp="1"/>
          </p:cNvSpPr>
          <p:nvPr>
            <p:ph type="title"/>
          </p:nvPr>
        </p:nvSpPr>
        <p:spPr>
          <a:xfrm>
            <a:off x="4143950" y="966677"/>
            <a:ext cx="4198500" cy="8418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600"/>
              <a:buNone/>
              <a:defRPr sz="58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3" name="Google Shape;33;p9"/>
          <p:cNvSpPr txBox="1">
            <a:spLocks noGrp="1"/>
          </p:cNvSpPr>
          <p:nvPr>
            <p:ph type="subTitle" idx="1"/>
          </p:nvPr>
        </p:nvSpPr>
        <p:spPr>
          <a:xfrm>
            <a:off x="4308125" y="1919977"/>
            <a:ext cx="4034400" cy="20091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800"/>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4"/>
        <p:cNvGrpSpPr/>
        <p:nvPr/>
      </p:nvGrpSpPr>
      <p:grpSpPr>
        <a:xfrm>
          <a:off x="0" y="0"/>
          <a:ext cx="0" cy="0"/>
          <a:chOff x="0" y="0"/>
          <a:chExt cx="0" cy="0"/>
        </a:xfrm>
      </p:grpSpPr>
      <p:sp>
        <p:nvSpPr>
          <p:cNvPr id="35" name="Google Shape;35;p10"/>
          <p:cNvSpPr txBox="1">
            <a:spLocks noGrp="1"/>
          </p:cNvSpPr>
          <p:nvPr>
            <p:ph type="title"/>
          </p:nvPr>
        </p:nvSpPr>
        <p:spPr>
          <a:xfrm>
            <a:off x="716475" y="3805725"/>
            <a:ext cx="7456800" cy="705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400"/>
              <a:buNone/>
              <a:defRPr sz="2800">
                <a:solidFill>
                  <a:schemeClr val="accent6"/>
                </a:solidFill>
              </a:defRPr>
            </a:lvl1pPr>
            <a:lvl2pPr lvl="1" algn="ctr" rtl="0">
              <a:spcBef>
                <a:spcPts val="0"/>
              </a:spcBef>
              <a:spcAft>
                <a:spcPts val="0"/>
              </a:spcAft>
              <a:buSzPts val="3400"/>
              <a:buNone/>
              <a:defRPr/>
            </a:lvl2pPr>
            <a:lvl3pPr lvl="2" algn="ctr" rtl="0">
              <a:spcBef>
                <a:spcPts val="0"/>
              </a:spcBef>
              <a:spcAft>
                <a:spcPts val="0"/>
              </a:spcAft>
              <a:buSzPts val="3400"/>
              <a:buNone/>
              <a:defRPr/>
            </a:lvl3pPr>
            <a:lvl4pPr lvl="3" algn="ctr" rtl="0">
              <a:spcBef>
                <a:spcPts val="0"/>
              </a:spcBef>
              <a:spcAft>
                <a:spcPts val="0"/>
              </a:spcAft>
              <a:buSzPts val="3400"/>
              <a:buNone/>
              <a:defRPr/>
            </a:lvl4pPr>
            <a:lvl5pPr lvl="4" algn="ctr" rtl="0">
              <a:spcBef>
                <a:spcPts val="0"/>
              </a:spcBef>
              <a:spcAft>
                <a:spcPts val="0"/>
              </a:spcAft>
              <a:buSzPts val="3400"/>
              <a:buNone/>
              <a:defRPr/>
            </a:lvl5pPr>
            <a:lvl6pPr lvl="5" algn="ctr" rtl="0">
              <a:spcBef>
                <a:spcPts val="0"/>
              </a:spcBef>
              <a:spcAft>
                <a:spcPts val="0"/>
              </a:spcAft>
              <a:buSzPts val="3400"/>
              <a:buNone/>
              <a:defRPr/>
            </a:lvl6pPr>
            <a:lvl7pPr lvl="6" algn="ctr" rtl="0">
              <a:spcBef>
                <a:spcPts val="0"/>
              </a:spcBef>
              <a:spcAft>
                <a:spcPts val="0"/>
              </a:spcAft>
              <a:buSzPts val="3400"/>
              <a:buNone/>
              <a:defRPr/>
            </a:lvl7pPr>
            <a:lvl8pPr lvl="7" algn="ctr" rtl="0">
              <a:spcBef>
                <a:spcPts val="0"/>
              </a:spcBef>
              <a:spcAft>
                <a:spcPts val="0"/>
              </a:spcAft>
              <a:buSzPts val="3400"/>
              <a:buNone/>
              <a:defRPr/>
            </a:lvl8pPr>
            <a:lvl9pPr lvl="8" algn="ctr" rtl="0">
              <a:spcBef>
                <a:spcPts val="0"/>
              </a:spcBef>
              <a:spcAft>
                <a:spcPts val="0"/>
              </a:spcAft>
              <a:buSzPts val="34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36"/>
        <p:cNvGrpSpPr/>
        <p:nvPr/>
      </p:nvGrpSpPr>
      <p:grpSpPr>
        <a:xfrm>
          <a:off x="0" y="0"/>
          <a:ext cx="0" cy="0"/>
          <a:chOff x="0" y="0"/>
          <a:chExt cx="0" cy="0"/>
        </a:xfrm>
      </p:grpSpPr>
      <p:sp>
        <p:nvSpPr>
          <p:cNvPr id="37" name="Google Shape;37;p11"/>
          <p:cNvSpPr txBox="1">
            <a:spLocks noGrp="1"/>
          </p:cNvSpPr>
          <p:nvPr>
            <p:ph type="title" hasCustomPrompt="1"/>
          </p:nvPr>
        </p:nvSpPr>
        <p:spPr>
          <a:xfrm>
            <a:off x="1284000" y="1151550"/>
            <a:ext cx="6576000" cy="12345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8300">
                <a:solidFill>
                  <a:schemeClr val="accent6"/>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38" name="Google Shape;38;p11"/>
          <p:cNvSpPr txBox="1">
            <a:spLocks noGrp="1"/>
          </p:cNvSpPr>
          <p:nvPr>
            <p:ph type="subTitle" idx="1"/>
          </p:nvPr>
        </p:nvSpPr>
        <p:spPr>
          <a:xfrm>
            <a:off x="1284000" y="2368200"/>
            <a:ext cx="6576000" cy="34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800">
                <a:solidFill>
                  <a:schemeClr val="lt1"/>
                </a:solidFill>
              </a:defRPr>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3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40"/>
        <p:cNvGrpSpPr/>
        <p:nvPr/>
      </p:nvGrpSpPr>
      <p:grpSpPr>
        <a:xfrm>
          <a:off x="0" y="0"/>
          <a:ext cx="0" cy="0"/>
          <a:chOff x="0" y="0"/>
          <a:chExt cx="0" cy="0"/>
        </a:xfrm>
      </p:grpSpPr>
      <p:sp>
        <p:nvSpPr>
          <p:cNvPr id="41" name="Google Shape;41;p13"/>
          <p:cNvSpPr txBox="1">
            <a:spLocks noGrp="1"/>
          </p:cNvSpPr>
          <p:nvPr>
            <p:ph type="title"/>
          </p:nvPr>
        </p:nvSpPr>
        <p:spPr>
          <a:xfrm>
            <a:off x="1766673" y="1214755"/>
            <a:ext cx="23901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3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42" name="Google Shape;42;p13"/>
          <p:cNvSpPr txBox="1">
            <a:spLocks noGrp="1"/>
          </p:cNvSpPr>
          <p:nvPr>
            <p:ph type="title" idx="2" hasCustomPrompt="1"/>
          </p:nvPr>
        </p:nvSpPr>
        <p:spPr>
          <a:xfrm>
            <a:off x="740362" y="1476746"/>
            <a:ext cx="873900" cy="527700"/>
          </a:xfrm>
          <a:prstGeom prst="rect">
            <a:avLst/>
          </a:prstGeom>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3000"/>
              <a:buNone/>
              <a:defRPr sz="32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3" name="Google Shape;43;p13"/>
          <p:cNvSpPr txBox="1">
            <a:spLocks noGrp="1"/>
          </p:cNvSpPr>
          <p:nvPr>
            <p:ph type="subTitle" idx="1"/>
          </p:nvPr>
        </p:nvSpPr>
        <p:spPr>
          <a:xfrm>
            <a:off x="1766673" y="1719859"/>
            <a:ext cx="23901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44" name="Google Shape;44;p13"/>
          <p:cNvSpPr txBox="1">
            <a:spLocks noGrp="1"/>
          </p:cNvSpPr>
          <p:nvPr>
            <p:ph type="title" idx="3"/>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algn="ctr" rtl="0">
              <a:spcBef>
                <a:spcPts val="0"/>
              </a:spcBef>
              <a:spcAft>
                <a:spcPts val="0"/>
              </a:spcAft>
              <a:buSzPts val="3400"/>
              <a:buNone/>
              <a:defRPr/>
            </a:lvl2pPr>
            <a:lvl3pPr lvl="2" algn="ctr" rtl="0">
              <a:spcBef>
                <a:spcPts val="0"/>
              </a:spcBef>
              <a:spcAft>
                <a:spcPts val="0"/>
              </a:spcAft>
              <a:buSzPts val="3400"/>
              <a:buNone/>
              <a:defRPr/>
            </a:lvl3pPr>
            <a:lvl4pPr lvl="3" algn="ctr" rtl="0">
              <a:spcBef>
                <a:spcPts val="0"/>
              </a:spcBef>
              <a:spcAft>
                <a:spcPts val="0"/>
              </a:spcAft>
              <a:buSzPts val="3400"/>
              <a:buNone/>
              <a:defRPr/>
            </a:lvl4pPr>
            <a:lvl5pPr lvl="4" algn="ctr" rtl="0">
              <a:spcBef>
                <a:spcPts val="0"/>
              </a:spcBef>
              <a:spcAft>
                <a:spcPts val="0"/>
              </a:spcAft>
              <a:buSzPts val="3400"/>
              <a:buNone/>
              <a:defRPr/>
            </a:lvl5pPr>
            <a:lvl6pPr lvl="5" algn="ctr" rtl="0">
              <a:spcBef>
                <a:spcPts val="0"/>
              </a:spcBef>
              <a:spcAft>
                <a:spcPts val="0"/>
              </a:spcAft>
              <a:buSzPts val="3400"/>
              <a:buNone/>
              <a:defRPr/>
            </a:lvl6pPr>
            <a:lvl7pPr lvl="6" algn="ctr" rtl="0">
              <a:spcBef>
                <a:spcPts val="0"/>
              </a:spcBef>
              <a:spcAft>
                <a:spcPts val="0"/>
              </a:spcAft>
              <a:buSzPts val="3400"/>
              <a:buNone/>
              <a:defRPr/>
            </a:lvl7pPr>
            <a:lvl8pPr lvl="7" algn="ctr" rtl="0">
              <a:spcBef>
                <a:spcPts val="0"/>
              </a:spcBef>
              <a:spcAft>
                <a:spcPts val="0"/>
              </a:spcAft>
              <a:buSzPts val="3400"/>
              <a:buNone/>
              <a:defRPr/>
            </a:lvl8pPr>
            <a:lvl9pPr lvl="8" algn="ctr" rtl="0">
              <a:spcBef>
                <a:spcPts val="0"/>
              </a:spcBef>
              <a:spcAft>
                <a:spcPts val="0"/>
              </a:spcAft>
              <a:buSzPts val="3400"/>
              <a:buNone/>
              <a:defRPr/>
            </a:lvl9pPr>
          </a:lstStyle>
          <a:p>
            <a:endParaRPr/>
          </a:p>
        </p:txBody>
      </p:sp>
      <p:sp>
        <p:nvSpPr>
          <p:cNvPr id="45" name="Google Shape;45;p13"/>
          <p:cNvSpPr txBox="1">
            <a:spLocks noGrp="1"/>
          </p:cNvSpPr>
          <p:nvPr>
            <p:ph type="title" idx="4"/>
          </p:nvPr>
        </p:nvSpPr>
        <p:spPr>
          <a:xfrm>
            <a:off x="1766673" y="2509344"/>
            <a:ext cx="23901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3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46" name="Google Shape;46;p13"/>
          <p:cNvSpPr txBox="1">
            <a:spLocks noGrp="1"/>
          </p:cNvSpPr>
          <p:nvPr>
            <p:ph type="title" idx="5" hasCustomPrompt="1"/>
          </p:nvPr>
        </p:nvSpPr>
        <p:spPr>
          <a:xfrm>
            <a:off x="740362" y="2771338"/>
            <a:ext cx="873900" cy="527700"/>
          </a:xfrm>
          <a:prstGeom prst="rect">
            <a:avLst/>
          </a:prstGeom>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3000"/>
              <a:buNone/>
              <a:defRPr sz="32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7" name="Google Shape;47;p13"/>
          <p:cNvSpPr txBox="1">
            <a:spLocks noGrp="1"/>
          </p:cNvSpPr>
          <p:nvPr>
            <p:ph type="subTitle" idx="6"/>
          </p:nvPr>
        </p:nvSpPr>
        <p:spPr>
          <a:xfrm>
            <a:off x="1766673" y="3014448"/>
            <a:ext cx="23901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48" name="Google Shape;48;p13"/>
          <p:cNvSpPr txBox="1">
            <a:spLocks noGrp="1"/>
          </p:cNvSpPr>
          <p:nvPr>
            <p:ph type="title" idx="7"/>
          </p:nvPr>
        </p:nvSpPr>
        <p:spPr>
          <a:xfrm>
            <a:off x="5736148" y="1214755"/>
            <a:ext cx="23901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3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49" name="Google Shape;49;p13"/>
          <p:cNvSpPr txBox="1">
            <a:spLocks noGrp="1"/>
          </p:cNvSpPr>
          <p:nvPr>
            <p:ph type="title" idx="8" hasCustomPrompt="1"/>
          </p:nvPr>
        </p:nvSpPr>
        <p:spPr>
          <a:xfrm>
            <a:off x="4709837" y="1476746"/>
            <a:ext cx="873900" cy="527700"/>
          </a:xfrm>
          <a:prstGeom prst="rect">
            <a:avLst/>
          </a:prstGeom>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3000"/>
              <a:buNone/>
              <a:defRPr sz="32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0" name="Google Shape;50;p13"/>
          <p:cNvSpPr txBox="1">
            <a:spLocks noGrp="1"/>
          </p:cNvSpPr>
          <p:nvPr>
            <p:ph type="subTitle" idx="9"/>
          </p:nvPr>
        </p:nvSpPr>
        <p:spPr>
          <a:xfrm>
            <a:off x="5736148" y="1719859"/>
            <a:ext cx="23901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51" name="Google Shape;51;p13"/>
          <p:cNvSpPr txBox="1">
            <a:spLocks noGrp="1"/>
          </p:cNvSpPr>
          <p:nvPr>
            <p:ph type="title" idx="13"/>
          </p:nvPr>
        </p:nvSpPr>
        <p:spPr>
          <a:xfrm>
            <a:off x="5736148" y="2509344"/>
            <a:ext cx="23901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3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52" name="Google Shape;52;p13"/>
          <p:cNvSpPr txBox="1">
            <a:spLocks noGrp="1"/>
          </p:cNvSpPr>
          <p:nvPr>
            <p:ph type="title" idx="14" hasCustomPrompt="1"/>
          </p:nvPr>
        </p:nvSpPr>
        <p:spPr>
          <a:xfrm>
            <a:off x="4709837" y="2771338"/>
            <a:ext cx="873900" cy="527700"/>
          </a:xfrm>
          <a:prstGeom prst="rect">
            <a:avLst/>
          </a:prstGeom>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3000"/>
              <a:buNone/>
              <a:defRPr sz="32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3" name="Google Shape;53;p13"/>
          <p:cNvSpPr txBox="1">
            <a:spLocks noGrp="1"/>
          </p:cNvSpPr>
          <p:nvPr>
            <p:ph type="subTitle" idx="15"/>
          </p:nvPr>
        </p:nvSpPr>
        <p:spPr>
          <a:xfrm>
            <a:off x="5736148" y="3014448"/>
            <a:ext cx="23901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54"/>
        <p:cNvGrpSpPr/>
        <p:nvPr/>
      </p:nvGrpSpPr>
      <p:grpSpPr>
        <a:xfrm>
          <a:off x="0" y="0"/>
          <a:ext cx="0" cy="0"/>
          <a:chOff x="0" y="0"/>
          <a:chExt cx="0" cy="0"/>
        </a:xfrm>
      </p:grpSpPr>
      <p:sp>
        <p:nvSpPr>
          <p:cNvPr id="55" name="Google Shape;55;p14"/>
          <p:cNvSpPr txBox="1">
            <a:spLocks noGrp="1"/>
          </p:cNvSpPr>
          <p:nvPr>
            <p:ph type="title"/>
          </p:nvPr>
        </p:nvSpPr>
        <p:spPr>
          <a:xfrm>
            <a:off x="2290050" y="3770175"/>
            <a:ext cx="4563900" cy="531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600">
                <a:solidFill>
                  <a:schemeClr val="accent6"/>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56" name="Google Shape;56;p14"/>
          <p:cNvSpPr txBox="1">
            <a:spLocks noGrp="1"/>
          </p:cNvSpPr>
          <p:nvPr>
            <p:ph type="subTitle" idx="1"/>
          </p:nvPr>
        </p:nvSpPr>
        <p:spPr>
          <a:xfrm>
            <a:off x="1171575" y="2261821"/>
            <a:ext cx="7020000" cy="1438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2900">
                <a:solidFill>
                  <a:schemeClr val="lt1"/>
                </a:solidFill>
              </a:defRPr>
            </a:lvl1pPr>
            <a:lvl2pPr lvl="1" algn="ctr" rtl="0">
              <a:lnSpc>
                <a:spcPct val="100000"/>
              </a:lnSpc>
              <a:spcBef>
                <a:spcPts val="0"/>
              </a:spcBef>
              <a:spcAft>
                <a:spcPts val="0"/>
              </a:spcAft>
              <a:buSzPts val="2500"/>
              <a:buNone/>
              <a:defRPr sz="2500"/>
            </a:lvl2pPr>
            <a:lvl3pPr lvl="2" algn="ctr" rtl="0">
              <a:lnSpc>
                <a:spcPct val="100000"/>
              </a:lnSpc>
              <a:spcBef>
                <a:spcPts val="0"/>
              </a:spcBef>
              <a:spcAft>
                <a:spcPts val="0"/>
              </a:spcAft>
              <a:buSzPts val="2500"/>
              <a:buNone/>
              <a:defRPr sz="2500"/>
            </a:lvl3pPr>
            <a:lvl4pPr lvl="3" algn="ctr" rtl="0">
              <a:lnSpc>
                <a:spcPct val="100000"/>
              </a:lnSpc>
              <a:spcBef>
                <a:spcPts val="0"/>
              </a:spcBef>
              <a:spcAft>
                <a:spcPts val="0"/>
              </a:spcAft>
              <a:buSzPts val="2500"/>
              <a:buNone/>
              <a:defRPr sz="2500"/>
            </a:lvl4pPr>
            <a:lvl5pPr lvl="4" algn="ctr" rtl="0">
              <a:lnSpc>
                <a:spcPct val="100000"/>
              </a:lnSpc>
              <a:spcBef>
                <a:spcPts val="0"/>
              </a:spcBef>
              <a:spcAft>
                <a:spcPts val="0"/>
              </a:spcAft>
              <a:buSzPts val="2500"/>
              <a:buNone/>
              <a:defRPr sz="2500"/>
            </a:lvl5pPr>
            <a:lvl6pPr lvl="5" algn="ctr" rtl="0">
              <a:lnSpc>
                <a:spcPct val="100000"/>
              </a:lnSpc>
              <a:spcBef>
                <a:spcPts val="0"/>
              </a:spcBef>
              <a:spcAft>
                <a:spcPts val="0"/>
              </a:spcAft>
              <a:buSzPts val="2500"/>
              <a:buNone/>
              <a:defRPr sz="2500"/>
            </a:lvl6pPr>
            <a:lvl7pPr lvl="6" algn="ctr" rtl="0">
              <a:lnSpc>
                <a:spcPct val="100000"/>
              </a:lnSpc>
              <a:spcBef>
                <a:spcPts val="0"/>
              </a:spcBef>
              <a:spcAft>
                <a:spcPts val="0"/>
              </a:spcAft>
              <a:buSzPts val="2500"/>
              <a:buNone/>
              <a:defRPr sz="2500"/>
            </a:lvl7pPr>
            <a:lvl8pPr lvl="7" algn="ctr" rtl="0">
              <a:lnSpc>
                <a:spcPct val="100000"/>
              </a:lnSpc>
              <a:spcBef>
                <a:spcPts val="0"/>
              </a:spcBef>
              <a:spcAft>
                <a:spcPts val="0"/>
              </a:spcAft>
              <a:buSzPts val="2500"/>
              <a:buNone/>
              <a:defRPr sz="2500"/>
            </a:lvl8pPr>
            <a:lvl9pPr lvl="8" algn="ctr" rtl="0">
              <a:lnSpc>
                <a:spcPct val="100000"/>
              </a:lnSpc>
              <a:spcBef>
                <a:spcPts val="0"/>
              </a:spcBef>
              <a:spcAft>
                <a:spcPts val="0"/>
              </a:spcAft>
              <a:buSzPts val="2500"/>
              <a:buNone/>
              <a:defRPr sz="250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57"/>
        <p:cNvGrpSpPr/>
        <p:nvPr/>
      </p:nvGrpSpPr>
      <p:grpSpPr>
        <a:xfrm>
          <a:off x="0" y="0"/>
          <a:ext cx="0" cy="0"/>
          <a:chOff x="0" y="0"/>
          <a:chExt cx="0" cy="0"/>
        </a:xfrm>
      </p:grpSpPr>
      <p:sp>
        <p:nvSpPr>
          <p:cNvPr id="58" name="Google Shape;58;p15"/>
          <p:cNvSpPr txBox="1">
            <a:spLocks noGrp="1"/>
          </p:cNvSpPr>
          <p:nvPr>
            <p:ph type="subTitle" idx="1"/>
          </p:nvPr>
        </p:nvSpPr>
        <p:spPr>
          <a:xfrm>
            <a:off x="720000" y="1538850"/>
            <a:ext cx="4672800" cy="2103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accent3"/>
              </a:buClr>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sp>
        <p:nvSpPr>
          <p:cNvPr id="59" name="Google Shape;59;p1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60"/>
        <p:cNvGrpSpPr/>
        <p:nvPr/>
      </p:nvGrpSpPr>
      <p:grpSpPr>
        <a:xfrm>
          <a:off x="0" y="0"/>
          <a:ext cx="0" cy="0"/>
          <a:chOff x="0" y="0"/>
          <a:chExt cx="0" cy="0"/>
        </a:xfrm>
      </p:grpSpPr>
      <p:sp>
        <p:nvSpPr>
          <p:cNvPr id="61" name="Google Shape;61;p16"/>
          <p:cNvSpPr txBox="1">
            <a:spLocks noGrp="1"/>
          </p:cNvSpPr>
          <p:nvPr>
            <p:ph type="title"/>
          </p:nvPr>
        </p:nvSpPr>
        <p:spPr>
          <a:xfrm>
            <a:off x="720000" y="2910567"/>
            <a:ext cx="2336400" cy="255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62" name="Google Shape;62;p16"/>
          <p:cNvSpPr txBox="1">
            <a:spLocks noGrp="1"/>
          </p:cNvSpPr>
          <p:nvPr>
            <p:ph type="subTitle" idx="1"/>
          </p:nvPr>
        </p:nvSpPr>
        <p:spPr>
          <a:xfrm>
            <a:off x="720000" y="3238454"/>
            <a:ext cx="2336400" cy="64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3" name="Google Shape;63;p16"/>
          <p:cNvSpPr txBox="1">
            <a:spLocks noGrp="1"/>
          </p:cNvSpPr>
          <p:nvPr>
            <p:ph type="title" idx="2"/>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64" name="Google Shape;64;p16"/>
          <p:cNvSpPr txBox="1">
            <a:spLocks noGrp="1"/>
          </p:cNvSpPr>
          <p:nvPr>
            <p:ph type="title" idx="3"/>
          </p:nvPr>
        </p:nvSpPr>
        <p:spPr>
          <a:xfrm>
            <a:off x="3403800" y="2910567"/>
            <a:ext cx="2336400" cy="255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65" name="Google Shape;65;p16"/>
          <p:cNvSpPr txBox="1">
            <a:spLocks noGrp="1"/>
          </p:cNvSpPr>
          <p:nvPr>
            <p:ph type="subTitle" idx="4"/>
          </p:nvPr>
        </p:nvSpPr>
        <p:spPr>
          <a:xfrm>
            <a:off x="3403800" y="3238454"/>
            <a:ext cx="2336400" cy="64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6" name="Google Shape;66;p16"/>
          <p:cNvSpPr txBox="1">
            <a:spLocks noGrp="1"/>
          </p:cNvSpPr>
          <p:nvPr>
            <p:ph type="title" idx="5"/>
          </p:nvPr>
        </p:nvSpPr>
        <p:spPr>
          <a:xfrm>
            <a:off x="6087600" y="2910567"/>
            <a:ext cx="2336400" cy="255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67" name="Google Shape;67;p16"/>
          <p:cNvSpPr txBox="1">
            <a:spLocks noGrp="1"/>
          </p:cNvSpPr>
          <p:nvPr>
            <p:ph type="subTitle" idx="6"/>
          </p:nvPr>
        </p:nvSpPr>
        <p:spPr>
          <a:xfrm>
            <a:off x="6087600" y="3238454"/>
            <a:ext cx="2336400" cy="64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68"/>
        <p:cNvGrpSpPr/>
        <p:nvPr/>
      </p:nvGrpSpPr>
      <p:grpSpPr>
        <a:xfrm>
          <a:off x="0" y="0"/>
          <a:ext cx="0" cy="0"/>
          <a:chOff x="0" y="0"/>
          <a:chExt cx="0" cy="0"/>
        </a:xfrm>
      </p:grpSpPr>
      <p:sp>
        <p:nvSpPr>
          <p:cNvPr id="69" name="Google Shape;69;p17"/>
          <p:cNvSpPr txBox="1">
            <a:spLocks noGrp="1"/>
          </p:cNvSpPr>
          <p:nvPr>
            <p:ph type="title"/>
          </p:nvPr>
        </p:nvSpPr>
        <p:spPr>
          <a:xfrm>
            <a:off x="1246125" y="1427675"/>
            <a:ext cx="2116200" cy="2559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70" name="Google Shape;70;p17"/>
          <p:cNvSpPr txBox="1">
            <a:spLocks noGrp="1"/>
          </p:cNvSpPr>
          <p:nvPr>
            <p:ph type="subTitle" idx="1"/>
          </p:nvPr>
        </p:nvSpPr>
        <p:spPr>
          <a:xfrm>
            <a:off x="1246125" y="1716915"/>
            <a:ext cx="2116200" cy="4848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7"/>
          <p:cNvSpPr txBox="1">
            <a:spLocks noGrp="1"/>
          </p:cNvSpPr>
          <p:nvPr>
            <p:ph type="title" idx="2"/>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72" name="Google Shape;72;p17"/>
          <p:cNvSpPr txBox="1">
            <a:spLocks noGrp="1"/>
          </p:cNvSpPr>
          <p:nvPr>
            <p:ph type="title" idx="3"/>
          </p:nvPr>
        </p:nvSpPr>
        <p:spPr>
          <a:xfrm>
            <a:off x="1246125" y="3073134"/>
            <a:ext cx="2116200" cy="2559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73" name="Google Shape;73;p17"/>
          <p:cNvSpPr txBox="1">
            <a:spLocks noGrp="1"/>
          </p:cNvSpPr>
          <p:nvPr>
            <p:ph type="subTitle" idx="4"/>
          </p:nvPr>
        </p:nvSpPr>
        <p:spPr>
          <a:xfrm>
            <a:off x="1246125" y="3362374"/>
            <a:ext cx="2116200" cy="4848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 name="Google Shape;74;p17"/>
          <p:cNvSpPr txBox="1">
            <a:spLocks noGrp="1"/>
          </p:cNvSpPr>
          <p:nvPr>
            <p:ph type="title" idx="5"/>
          </p:nvPr>
        </p:nvSpPr>
        <p:spPr>
          <a:xfrm>
            <a:off x="5797275" y="1427675"/>
            <a:ext cx="2116200" cy="2559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300"/>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a:endParaRPr/>
          </a:p>
        </p:txBody>
      </p:sp>
      <p:sp>
        <p:nvSpPr>
          <p:cNvPr id="75" name="Google Shape;75;p17"/>
          <p:cNvSpPr txBox="1">
            <a:spLocks noGrp="1"/>
          </p:cNvSpPr>
          <p:nvPr>
            <p:ph type="subTitle" idx="6"/>
          </p:nvPr>
        </p:nvSpPr>
        <p:spPr>
          <a:xfrm>
            <a:off x="5797275" y="1716916"/>
            <a:ext cx="21162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76" name="Google Shape;76;p17"/>
          <p:cNvSpPr txBox="1">
            <a:spLocks noGrp="1"/>
          </p:cNvSpPr>
          <p:nvPr>
            <p:ph type="title" idx="7"/>
          </p:nvPr>
        </p:nvSpPr>
        <p:spPr>
          <a:xfrm>
            <a:off x="5797275" y="3073134"/>
            <a:ext cx="2116200" cy="2559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300"/>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a:endParaRPr/>
          </a:p>
        </p:txBody>
      </p:sp>
      <p:sp>
        <p:nvSpPr>
          <p:cNvPr id="77" name="Google Shape;77;p17"/>
          <p:cNvSpPr txBox="1">
            <a:spLocks noGrp="1"/>
          </p:cNvSpPr>
          <p:nvPr>
            <p:ph type="subTitle" idx="8"/>
          </p:nvPr>
        </p:nvSpPr>
        <p:spPr>
          <a:xfrm>
            <a:off x="5797275" y="3362375"/>
            <a:ext cx="21162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78"/>
        <p:cNvGrpSpPr/>
        <p:nvPr/>
      </p:nvGrpSpPr>
      <p:grpSpPr>
        <a:xfrm>
          <a:off x="0" y="0"/>
          <a:ext cx="0" cy="0"/>
          <a:chOff x="0" y="0"/>
          <a:chExt cx="0" cy="0"/>
        </a:xfrm>
      </p:grpSpPr>
      <p:sp>
        <p:nvSpPr>
          <p:cNvPr id="79" name="Google Shape;79;p18"/>
          <p:cNvSpPr txBox="1">
            <a:spLocks noGrp="1"/>
          </p:cNvSpPr>
          <p:nvPr>
            <p:ph type="title"/>
          </p:nvPr>
        </p:nvSpPr>
        <p:spPr>
          <a:xfrm>
            <a:off x="836375" y="1791648"/>
            <a:ext cx="2072700" cy="255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80" name="Google Shape;80;p18"/>
          <p:cNvSpPr txBox="1">
            <a:spLocks noGrp="1"/>
          </p:cNvSpPr>
          <p:nvPr>
            <p:ph type="subTitle" idx="1"/>
          </p:nvPr>
        </p:nvSpPr>
        <p:spPr>
          <a:xfrm>
            <a:off x="836375" y="2040775"/>
            <a:ext cx="20727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1" name="Google Shape;81;p18"/>
          <p:cNvSpPr txBox="1">
            <a:spLocks noGrp="1"/>
          </p:cNvSpPr>
          <p:nvPr>
            <p:ph type="title" idx="2"/>
          </p:nvPr>
        </p:nvSpPr>
        <p:spPr>
          <a:xfrm>
            <a:off x="3535650" y="1791648"/>
            <a:ext cx="2072700" cy="255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82" name="Google Shape;82;p18"/>
          <p:cNvSpPr txBox="1">
            <a:spLocks noGrp="1"/>
          </p:cNvSpPr>
          <p:nvPr>
            <p:ph type="subTitle" idx="3"/>
          </p:nvPr>
        </p:nvSpPr>
        <p:spPr>
          <a:xfrm>
            <a:off x="3535650" y="2040775"/>
            <a:ext cx="20727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3" name="Google Shape;83;p18"/>
          <p:cNvSpPr txBox="1">
            <a:spLocks noGrp="1"/>
          </p:cNvSpPr>
          <p:nvPr>
            <p:ph type="title" idx="4"/>
          </p:nvPr>
        </p:nvSpPr>
        <p:spPr>
          <a:xfrm>
            <a:off x="836375" y="3453648"/>
            <a:ext cx="2072700" cy="255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84" name="Google Shape;84;p18"/>
          <p:cNvSpPr txBox="1">
            <a:spLocks noGrp="1"/>
          </p:cNvSpPr>
          <p:nvPr>
            <p:ph type="subTitle" idx="5"/>
          </p:nvPr>
        </p:nvSpPr>
        <p:spPr>
          <a:xfrm>
            <a:off x="836375" y="3702775"/>
            <a:ext cx="20727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5" name="Google Shape;85;p18"/>
          <p:cNvSpPr txBox="1">
            <a:spLocks noGrp="1"/>
          </p:cNvSpPr>
          <p:nvPr>
            <p:ph type="title" idx="6"/>
          </p:nvPr>
        </p:nvSpPr>
        <p:spPr>
          <a:xfrm>
            <a:off x="3535650" y="3453648"/>
            <a:ext cx="2072700" cy="255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86" name="Google Shape;86;p18"/>
          <p:cNvSpPr txBox="1">
            <a:spLocks noGrp="1"/>
          </p:cNvSpPr>
          <p:nvPr>
            <p:ph type="subTitle" idx="7"/>
          </p:nvPr>
        </p:nvSpPr>
        <p:spPr>
          <a:xfrm>
            <a:off x="3535650" y="3702775"/>
            <a:ext cx="20727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7" name="Google Shape;87;p18"/>
          <p:cNvSpPr txBox="1">
            <a:spLocks noGrp="1"/>
          </p:cNvSpPr>
          <p:nvPr>
            <p:ph type="title" idx="8"/>
          </p:nvPr>
        </p:nvSpPr>
        <p:spPr>
          <a:xfrm>
            <a:off x="6234925" y="1791648"/>
            <a:ext cx="2072700" cy="255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88" name="Google Shape;88;p18"/>
          <p:cNvSpPr txBox="1">
            <a:spLocks noGrp="1"/>
          </p:cNvSpPr>
          <p:nvPr>
            <p:ph type="subTitle" idx="9"/>
          </p:nvPr>
        </p:nvSpPr>
        <p:spPr>
          <a:xfrm>
            <a:off x="6234925" y="2040775"/>
            <a:ext cx="20727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9" name="Google Shape;89;p18"/>
          <p:cNvSpPr txBox="1">
            <a:spLocks noGrp="1"/>
          </p:cNvSpPr>
          <p:nvPr>
            <p:ph type="title" idx="13"/>
          </p:nvPr>
        </p:nvSpPr>
        <p:spPr>
          <a:xfrm>
            <a:off x="6234925" y="3453648"/>
            <a:ext cx="2072700" cy="255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0" name="Google Shape;90;p18"/>
          <p:cNvSpPr txBox="1">
            <a:spLocks noGrp="1"/>
          </p:cNvSpPr>
          <p:nvPr>
            <p:ph type="subTitle" idx="14"/>
          </p:nvPr>
        </p:nvSpPr>
        <p:spPr>
          <a:xfrm>
            <a:off x="6234925" y="3702775"/>
            <a:ext cx="20727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1" name="Google Shape;91;p18"/>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92"/>
        <p:cNvGrpSpPr/>
        <p:nvPr/>
      </p:nvGrpSpPr>
      <p:grpSpPr>
        <a:xfrm>
          <a:off x="0" y="0"/>
          <a:ext cx="0" cy="0"/>
          <a:chOff x="0" y="0"/>
          <a:chExt cx="0" cy="0"/>
        </a:xfrm>
      </p:grpSpPr>
      <p:sp>
        <p:nvSpPr>
          <p:cNvPr id="93" name="Google Shape;93;p19"/>
          <p:cNvSpPr txBox="1">
            <a:spLocks noGrp="1"/>
          </p:cNvSpPr>
          <p:nvPr>
            <p:ph type="title" hasCustomPrompt="1"/>
          </p:nvPr>
        </p:nvSpPr>
        <p:spPr>
          <a:xfrm>
            <a:off x="719000" y="820500"/>
            <a:ext cx="4365900" cy="4662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6200"/>
              <a:buNone/>
              <a:defRPr sz="5200">
                <a:solidFill>
                  <a:schemeClr val="accent6"/>
                </a:solidFill>
              </a:defRPr>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94" name="Google Shape;94;p19"/>
          <p:cNvSpPr txBox="1">
            <a:spLocks noGrp="1"/>
          </p:cNvSpPr>
          <p:nvPr>
            <p:ph type="subTitle" idx="1"/>
          </p:nvPr>
        </p:nvSpPr>
        <p:spPr>
          <a:xfrm>
            <a:off x="719000" y="1450323"/>
            <a:ext cx="4365900" cy="2652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8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2" hasCustomPrompt="1"/>
          </p:nvPr>
        </p:nvSpPr>
        <p:spPr>
          <a:xfrm>
            <a:off x="2391167" y="2124232"/>
            <a:ext cx="4365900" cy="466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5200">
                <a:solidFill>
                  <a:schemeClr val="accent6"/>
                </a:solidFill>
              </a:defRPr>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96" name="Google Shape;96;p19"/>
          <p:cNvSpPr txBox="1">
            <a:spLocks noGrp="1"/>
          </p:cNvSpPr>
          <p:nvPr>
            <p:ph type="subTitle" idx="3"/>
          </p:nvPr>
        </p:nvSpPr>
        <p:spPr>
          <a:xfrm>
            <a:off x="2391167" y="2754055"/>
            <a:ext cx="4365900" cy="26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4" hasCustomPrompt="1"/>
          </p:nvPr>
        </p:nvSpPr>
        <p:spPr>
          <a:xfrm>
            <a:off x="4059100" y="3427977"/>
            <a:ext cx="4365900" cy="4662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6200"/>
              <a:buNone/>
              <a:defRPr sz="5200">
                <a:solidFill>
                  <a:schemeClr val="accent6"/>
                </a:solidFill>
              </a:defRPr>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98" name="Google Shape;98;p19"/>
          <p:cNvSpPr txBox="1">
            <a:spLocks noGrp="1"/>
          </p:cNvSpPr>
          <p:nvPr>
            <p:ph type="subTitle" idx="5"/>
          </p:nvPr>
        </p:nvSpPr>
        <p:spPr>
          <a:xfrm>
            <a:off x="4059100" y="4057800"/>
            <a:ext cx="4365900" cy="2652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8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Section header 1">
  <p:cSld name="SECTION_HEADER_1">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4365725" y="2377545"/>
            <a:ext cx="3912600" cy="8412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600"/>
              <a:buNone/>
              <a:defRPr sz="4200">
                <a:solidFill>
                  <a:schemeClr val="accent6"/>
                </a:solidFill>
              </a:defRPr>
            </a:lvl1pPr>
            <a:lvl2pPr lvl="1" algn="r" rtl="0">
              <a:spcBef>
                <a:spcPts val="0"/>
              </a:spcBef>
              <a:spcAft>
                <a:spcPts val="0"/>
              </a:spcAft>
              <a:buSzPts val="3600"/>
              <a:buNone/>
              <a:defRPr sz="3600"/>
            </a:lvl2pPr>
            <a:lvl3pPr lvl="2" algn="r" rtl="0">
              <a:spcBef>
                <a:spcPts val="0"/>
              </a:spcBef>
              <a:spcAft>
                <a:spcPts val="0"/>
              </a:spcAft>
              <a:buSzPts val="3600"/>
              <a:buNone/>
              <a:defRPr sz="3600"/>
            </a:lvl3pPr>
            <a:lvl4pPr lvl="3" algn="r" rtl="0">
              <a:spcBef>
                <a:spcPts val="0"/>
              </a:spcBef>
              <a:spcAft>
                <a:spcPts val="0"/>
              </a:spcAft>
              <a:buSzPts val="3600"/>
              <a:buNone/>
              <a:defRPr sz="3600"/>
            </a:lvl4pPr>
            <a:lvl5pPr lvl="4" algn="r" rtl="0">
              <a:spcBef>
                <a:spcPts val="0"/>
              </a:spcBef>
              <a:spcAft>
                <a:spcPts val="0"/>
              </a:spcAft>
              <a:buSzPts val="3600"/>
              <a:buNone/>
              <a:defRPr sz="3600"/>
            </a:lvl5pPr>
            <a:lvl6pPr lvl="5" algn="r" rtl="0">
              <a:spcBef>
                <a:spcPts val="0"/>
              </a:spcBef>
              <a:spcAft>
                <a:spcPts val="0"/>
              </a:spcAft>
              <a:buSzPts val="3600"/>
              <a:buNone/>
              <a:defRPr sz="3600"/>
            </a:lvl6pPr>
            <a:lvl7pPr lvl="6" algn="r" rtl="0">
              <a:spcBef>
                <a:spcPts val="0"/>
              </a:spcBef>
              <a:spcAft>
                <a:spcPts val="0"/>
              </a:spcAft>
              <a:buSzPts val="3600"/>
              <a:buNone/>
              <a:defRPr sz="3600"/>
            </a:lvl7pPr>
            <a:lvl8pPr lvl="7" algn="r" rtl="0">
              <a:spcBef>
                <a:spcPts val="0"/>
              </a:spcBef>
              <a:spcAft>
                <a:spcPts val="0"/>
              </a:spcAft>
              <a:buSzPts val="3600"/>
              <a:buNone/>
              <a:defRPr sz="3600"/>
            </a:lvl8pPr>
            <a:lvl9pPr lvl="8" algn="r" rtl="0">
              <a:spcBef>
                <a:spcPts val="0"/>
              </a:spcBef>
              <a:spcAft>
                <a:spcPts val="0"/>
              </a:spcAft>
              <a:buSzPts val="3600"/>
              <a:buNone/>
              <a:defRPr sz="3600"/>
            </a:lvl9pPr>
          </a:lstStyle>
          <a:p>
            <a:endParaRPr/>
          </a:p>
        </p:txBody>
      </p:sp>
      <p:sp>
        <p:nvSpPr>
          <p:cNvPr id="101" name="Google Shape;101;p20"/>
          <p:cNvSpPr txBox="1">
            <a:spLocks noGrp="1"/>
          </p:cNvSpPr>
          <p:nvPr>
            <p:ph type="title" idx="2" hasCustomPrompt="1"/>
          </p:nvPr>
        </p:nvSpPr>
        <p:spPr>
          <a:xfrm>
            <a:off x="7023125" y="1396723"/>
            <a:ext cx="1255200" cy="841800"/>
          </a:xfrm>
          <a:prstGeom prst="rect">
            <a:avLst/>
          </a:prstGeom>
          <a:ln w="2857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6000"/>
              <a:buNone/>
              <a:defRPr sz="6000">
                <a:solidFill>
                  <a:schemeClr val="accent4"/>
                </a:solidFill>
              </a:defRPr>
            </a:lvl1pPr>
            <a:lvl2pPr lvl="1" algn="r" rtl="0">
              <a:spcBef>
                <a:spcPts val="0"/>
              </a:spcBef>
              <a:spcAft>
                <a:spcPts val="0"/>
              </a:spcAft>
              <a:buSzPts val="6000"/>
              <a:buNone/>
              <a:defRPr sz="6000"/>
            </a:lvl2pPr>
            <a:lvl3pPr lvl="2" algn="r" rtl="0">
              <a:spcBef>
                <a:spcPts val="0"/>
              </a:spcBef>
              <a:spcAft>
                <a:spcPts val="0"/>
              </a:spcAft>
              <a:buSzPts val="6000"/>
              <a:buNone/>
              <a:defRPr sz="6000"/>
            </a:lvl3pPr>
            <a:lvl4pPr lvl="3" algn="r" rtl="0">
              <a:spcBef>
                <a:spcPts val="0"/>
              </a:spcBef>
              <a:spcAft>
                <a:spcPts val="0"/>
              </a:spcAft>
              <a:buSzPts val="6000"/>
              <a:buNone/>
              <a:defRPr sz="6000"/>
            </a:lvl4pPr>
            <a:lvl5pPr lvl="4" algn="r" rtl="0">
              <a:spcBef>
                <a:spcPts val="0"/>
              </a:spcBef>
              <a:spcAft>
                <a:spcPts val="0"/>
              </a:spcAft>
              <a:buSzPts val="6000"/>
              <a:buNone/>
              <a:defRPr sz="6000"/>
            </a:lvl5pPr>
            <a:lvl6pPr lvl="5" algn="r" rtl="0">
              <a:spcBef>
                <a:spcPts val="0"/>
              </a:spcBef>
              <a:spcAft>
                <a:spcPts val="0"/>
              </a:spcAft>
              <a:buSzPts val="6000"/>
              <a:buNone/>
              <a:defRPr sz="6000"/>
            </a:lvl6pPr>
            <a:lvl7pPr lvl="6" algn="r" rtl="0">
              <a:spcBef>
                <a:spcPts val="0"/>
              </a:spcBef>
              <a:spcAft>
                <a:spcPts val="0"/>
              </a:spcAft>
              <a:buSzPts val="6000"/>
              <a:buNone/>
              <a:defRPr sz="6000"/>
            </a:lvl7pPr>
            <a:lvl8pPr lvl="7" algn="r" rtl="0">
              <a:spcBef>
                <a:spcPts val="0"/>
              </a:spcBef>
              <a:spcAft>
                <a:spcPts val="0"/>
              </a:spcAft>
              <a:buSzPts val="6000"/>
              <a:buNone/>
              <a:defRPr sz="6000"/>
            </a:lvl8pPr>
            <a:lvl9pPr lvl="8" algn="r" rtl="0">
              <a:spcBef>
                <a:spcPts val="0"/>
              </a:spcBef>
              <a:spcAft>
                <a:spcPts val="0"/>
              </a:spcAft>
              <a:buSzPts val="6000"/>
              <a:buNone/>
              <a:defRPr sz="6000"/>
            </a:lvl9pPr>
          </a:lstStyle>
          <a:p>
            <a:r>
              <a:t>xx%</a:t>
            </a:r>
          </a:p>
        </p:txBody>
      </p:sp>
      <p:sp>
        <p:nvSpPr>
          <p:cNvPr id="102" name="Google Shape;102;p20"/>
          <p:cNvSpPr txBox="1">
            <a:spLocks noGrp="1"/>
          </p:cNvSpPr>
          <p:nvPr>
            <p:ph type="subTitle" idx="1"/>
          </p:nvPr>
        </p:nvSpPr>
        <p:spPr>
          <a:xfrm>
            <a:off x="5096925" y="3299000"/>
            <a:ext cx="3162900" cy="5868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800">
                <a:solidFill>
                  <a:schemeClr val="lt1"/>
                </a:solidFill>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1">
  <p:cSld name="TITLE_ONLY_4">
    <p:spTree>
      <p:nvGrpSpPr>
        <p:cNvPr id="1" name="Shape 103"/>
        <p:cNvGrpSpPr/>
        <p:nvPr/>
      </p:nvGrpSpPr>
      <p:grpSpPr>
        <a:xfrm>
          <a:off x="0" y="0"/>
          <a:ext cx="0" cy="0"/>
          <a:chOff x="0" y="0"/>
          <a:chExt cx="0" cy="0"/>
        </a:xfrm>
      </p:grpSpPr>
      <p:sp>
        <p:nvSpPr>
          <p:cNvPr id="104" name="Google Shape;104;p2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solidFill>
                  <a:schemeClr val="accent6"/>
                </a:solidFill>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1">
  <p:cSld name="CUSTOM_3">
    <p:spTree>
      <p:nvGrpSpPr>
        <p:cNvPr id="1" name="Shape 105"/>
        <p:cNvGrpSpPr/>
        <p:nvPr/>
      </p:nvGrpSpPr>
      <p:grpSpPr>
        <a:xfrm>
          <a:off x="0" y="0"/>
          <a:ext cx="0" cy="0"/>
          <a:chOff x="0" y="0"/>
          <a:chExt cx="0" cy="0"/>
        </a:xfrm>
      </p:grpSpPr>
      <p:sp>
        <p:nvSpPr>
          <p:cNvPr id="106" name="Google Shape;106;p22"/>
          <p:cNvSpPr txBox="1">
            <a:spLocks noGrp="1"/>
          </p:cNvSpPr>
          <p:nvPr>
            <p:ph type="subTitle" idx="1"/>
          </p:nvPr>
        </p:nvSpPr>
        <p:spPr>
          <a:xfrm>
            <a:off x="1104900" y="2586538"/>
            <a:ext cx="2585100" cy="1085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600"/>
              <a:buChar char="✦"/>
              <a:defRPr>
                <a:solidFill>
                  <a:schemeClr val="lt1"/>
                </a:solidFill>
              </a:defRPr>
            </a:lvl1pPr>
            <a:lvl2pPr lvl="1" rtl="0">
              <a:lnSpc>
                <a:spcPct val="100000"/>
              </a:lnSpc>
              <a:spcBef>
                <a:spcPts val="0"/>
              </a:spcBef>
              <a:spcAft>
                <a:spcPts val="0"/>
              </a:spcAft>
              <a:buSzPts val="1600"/>
              <a:buChar char="○"/>
              <a:defRPr sz="1600"/>
            </a:lvl2pPr>
            <a:lvl3pPr lvl="2" rtl="0">
              <a:lnSpc>
                <a:spcPct val="100000"/>
              </a:lnSpc>
              <a:spcBef>
                <a:spcPts val="0"/>
              </a:spcBef>
              <a:spcAft>
                <a:spcPts val="0"/>
              </a:spcAft>
              <a:buSzPts val="1600"/>
              <a:buChar char="■"/>
              <a:defRPr sz="1600"/>
            </a:lvl3pPr>
            <a:lvl4pPr lvl="3" rtl="0">
              <a:lnSpc>
                <a:spcPct val="100000"/>
              </a:lnSpc>
              <a:spcBef>
                <a:spcPts val="0"/>
              </a:spcBef>
              <a:spcAft>
                <a:spcPts val="0"/>
              </a:spcAft>
              <a:buSzPts val="1600"/>
              <a:buChar char="●"/>
              <a:defRPr sz="1600"/>
            </a:lvl4pPr>
            <a:lvl5pPr lvl="4" rtl="0">
              <a:lnSpc>
                <a:spcPct val="100000"/>
              </a:lnSpc>
              <a:spcBef>
                <a:spcPts val="0"/>
              </a:spcBef>
              <a:spcAft>
                <a:spcPts val="0"/>
              </a:spcAft>
              <a:buSzPts val="1600"/>
              <a:buChar char="○"/>
              <a:defRPr sz="1600"/>
            </a:lvl5pPr>
            <a:lvl6pPr lvl="5" rtl="0">
              <a:lnSpc>
                <a:spcPct val="100000"/>
              </a:lnSpc>
              <a:spcBef>
                <a:spcPts val="0"/>
              </a:spcBef>
              <a:spcAft>
                <a:spcPts val="0"/>
              </a:spcAft>
              <a:buSzPts val="1600"/>
              <a:buChar char="■"/>
              <a:defRPr sz="1600"/>
            </a:lvl6pPr>
            <a:lvl7pPr lvl="6" rtl="0">
              <a:lnSpc>
                <a:spcPct val="100000"/>
              </a:lnSpc>
              <a:spcBef>
                <a:spcPts val="0"/>
              </a:spcBef>
              <a:spcAft>
                <a:spcPts val="0"/>
              </a:spcAft>
              <a:buSzPts val="1600"/>
              <a:buChar char="●"/>
              <a:defRPr sz="1600"/>
            </a:lvl7pPr>
            <a:lvl8pPr lvl="7" rtl="0">
              <a:lnSpc>
                <a:spcPct val="100000"/>
              </a:lnSpc>
              <a:spcBef>
                <a:spcPts val="0"/>
              </a:spcBef>
              <a:spcAft>
                <a:spcPts val="0"/>
              </a:spcAft>
              <a:buSzPts val="1600"/>
              <a:buChar char="○"/>
              <a:defRPr sz="1600"/>
            </a:lvl8pPr>
            <a:lvl9pPr lvl="8" rtl="0">
              <a:lnSpc>
                <a:spcPct val="100000"/>
              </a:lnSpc>
              <a:spcBef>
                <a:spcPts val="0"/>
              </a:spcBef>
              <a:spcAft>
                <a:spcPts val="0"/>
              </a:spcAft>
              <a:buSzPts val="1600"/>
              <a:buChar char="■"/>
              <a:defRPr sz="1600"/>
            </a:lvl9pPr>
          </a:lstStyle>
          <a:p>
            <a:endParaRPr/>
          </a:p>
        </p:txBody>
      </p:sp>
      <p:sp>
        <p:nvSpPr>
          <p:cNvPr id="107" name="Google Shape;107;p22"/>
          <p:cNvSpPr txBox="1">
            <a:spLocks noGrp="1"/>
          </p:cNvSpPr>
          <p:nvPr>
            <p:ph type="title"/>
          </p:nvPr>
        </p:nvSpPr>
        <p:spPr>
          <a:xfrm>
            <a:off x="1104900" y="1471263"/>
            <a:ext cx="2700900" cy="9999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hanks">
  <p:cSld name="BLANK_1_1_1_1_1_1_2_1">
    <p:spTree>
      <p:nvGrpSpPr>
        <p:cNvPr id="1" name="Shape 108"/>
        <p:cNvGrpSpPr/>
        <p:nvPr/>
      </p:nvGrpSpPr>
      <p:grpSpPr>
        <a:xfrm>
          <a:off x="0" y="0"/>
          <a:ext cx="0" cy="0"/>
          <a:chOff x="0" y="0"/>
          <a:chExt cx="0" cy="0"/>
        </a:xfrm>
      </p:grpSpPr>
      <p:sp>
        <p:nvSpPr>
          <p:cNvPr id="109" name="Google Shape;109;p23"/>
          <p:cNvSpPr txBox="1">
            <a:spLocks noGrp="1"/>
          </p:cNvSpPr>
          <p:nvPr>
            <p:ph type="ctrTitle"/>
          </p:nvPr>
        </p:nvSpPr>
        <p:spPr>
          <a:xfrm>
            <a:off x="2539500" y="595625"/>
            <a:ext cx="4065000" cy="7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5200"/>
              <a:buNone/>
              <a:defRPr sz="6000">
                <a:solidFill>
                  <a:schemeClr val="accent6"/>
                </a:solidFill>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110" name="Google Shape;110;p23"/>
          <p:cNvSpPr txBox="1">
            <a:spLocks noGrp="1"/>
          </p:cNvSpPr>
          <p:nvPr>
            <p:ph type="subTitle" idx="1"/>
          </p:nvPr>
        </p:nvSpPr>
        <p:spPr>
          <a:xfrm>
            <a:off x="2582250" y="1576500"/>
            <a:ext cx="3979500" cy="1079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111" name="Google Shape;111;p23"/>
          <p:cNvSpPr txBox="1"/>
          <p:nvPr/>
        </p:nvSpPr>
        <p:spPr>
          <a:xfrm>
            <a:off x="1998900" y="3816550"/>
            <a:ext cx="5146200" cy="427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300"/>
              </a:spcBef>
              <a:spcAft>
                <a:spcPts val="0"/>
              </a:spcAft>
              <a:buNone/>
            </a:pPr>
            <a:r>
              <a:rPr lang="en" sz="1200" b="1">
                <a:solidFill>
                  <a:schemeClr val="lt1"/>
                </a:solidFill>
                <a:latin typeface="Jura"/>
                <a:ea typeface="Jura"/>
                <a:cs typeface="Jura"/>
                <a:sym typeface="Jura"/>
              </a:rPr>
              <a:t>CREDITS:</a:t>
            </a:r>
            <a:r>
              <a:rPr lang="en" sz="1200">
                <a:solidFill>
                  <a:schemeClr val="lt1"/>
                </a:solidFill>
                <a:latin typeface="Jura"/>
                <a:ea typeface="Jura"/>
                <a:cs typeface="Jura"/>
                <a:sym typeface="Jura"/>
              </a:rPr>
              <a:t> This presentation template was created by </a:t>
            </a:r>
            <a:r>
              <a:rPr lang="en" sz="1200" b="1" u="sng">
                <a:solidFill>
                  <a:schemeClr val="lt1"/>
                </a:solidFill>
                <a:latin typeface="Jura"/>
                <a:ea typeface="Jura"/>
                <a:cs typeface="Jura"/>
                <a:sym typeface="Jura"/>
                <a:hlinkClick r:id="rId2">
                  <a:extLst>
                    <a:ext uri="{A12FA001-AC4F-418D-AE19-62706E023703}">
                      <ahyp:hlinkClr xmlns:ahyp="http://schemas.microsoft.com/office/drawing/2018/hyperlinkcolor" val="tx"/>
                    </a:ext>
                  </a:extLst>
                </a:hlinkClick>
              </a:rPr>
              <a:t>Slidesgo</a:t>
            </a:r>
            <a:r>
              <a:rPr lang="en" sz="1200" b="1">
                <a:solidFill>
                  <a:schemeClr val="lt1"/>
                </a:solidFill>
                <a:latin typeface="Jura"/>
                <a:ea typeface="Jura"/>
                <a:cs typeface="Jura"/>
                <a:sym typeface="Jura"/>
              </a:rPr>
              <a:t>, </a:t>
            </a:r>
            <a:r>
              <a:rPr lang="en" sz="1200">
                <a:solidFill>
                  <a:schemeClr val="lt1"/>
                </a:solidFill>
                <a:latin typeface="Jura"/>
                <a:ea typeface="Jura"/>
                <a:cs typeface="Jura"/>
                <a:sym typeface="Jura"/>
              </a:rPr>
              <a:t>and includes icons by</a:t>
            </a:r>
            <a:r>
              <a:rPr lang="en" sz="1200" b="1">
                <a:solidFill>
                  <a:schemeClr val="lt1"/>
                </a:solidFill>
                <a:latin typeface="Jura"/>
                <a:ea typeface="Jura"/>
                <a:cs typeface="Jura"/>
                <a:sym typeface="Jura"/>
              </a:rPr>
              <a:t> </a:t>
            </a:r>
            <a:r>
              <a:rPr lang="en" sz="1200" b="1" u="sng">
                <a:solidFill>
                  <a:schemeClr val="lt1"/>
                </a:solidFill>
                <a:latin typeface="Jura"/>
                <a:ea typeface="Jura"/>
                <a:cs typeface="Jura"/>
                <a:sym typeface="Jura"/>
                <a:hlinkClick r:id="rId3">
                  <a:extLst>
                    <a:ext uri="{A12FA001-AC4F-418D-AE19-62706E023703}">
                      <ahyp:hlinkClr xmlns:ahyp="http://schemas.microsoft.com/office/drawing/2018/hyperlinkcolor" val="tx"/>
                    </a:ext>
                  </a:extLst>
                </a:hlinkClick>
              </a:rPr>
              <a:t>Flaticon</a:t>
            </a:r>
            <a:r>
              <a:rPr lang="en" sz="1200">
                <a:solidFill>
                  <a:schemeClr val="lt1"/>
                </a:solidFill>
                <a:latin typeface="Jura"/>
                <a:ea typeface="Jura"/>
                <a:cs typeface="Jura"/>
                <a:sym typeface="Jura"/>
              </a:rPr>
              <a:t> and infographics &amp; images by </a:t>
            </a:r>
            <a:r>
              <a:rPr lang="en" sz="1200" b="1" u="sng">
                <a:solidFill>
                  <a:schemeClr val="lt1"/>
                </a:solidFill>
                <a:latin typeface="Jura"/>
                <a:ea typeface="Jura"/>
                <a:cs typeface="Jura"/>
                <a:sym typeface="Jura"/>
                <a:hlinkClick r:id="rId4">
                  <a:extLst>
                    <a:ext uri="{A12FA001-AC4F-418D-AE19-62706E023703}">
                      <ahyp:hlinkClr xmlns:ahyp="http://schemas.microsoft.com/office/drawing/2018/hyperlinkcolor" val="tx"/>
                    </a:ext>
                  </a:extLst>
                </a:hlinkClick>
              </a:rPr>
              <a:t>Freepik</a:t>
            </a:r>
            <a:endParaRPr sz="1200" b="1" u="sng">
              <a:solidFill>
                <a:schemeClr val="lt1"/>
              </a:solidFill>
              <a:latin typeface="Jura"/>
              <a:ea typeface="Jura"/>
              <a:cs typeface="Jura"/>
              <a:sym typeface="Jura"/>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
  <p:cSld name="BLANK_1_1_1_1_1_1_1_1">
    <p:spTree>
      <p:nvGrpSpPr>
        <p:cNvPr id="1" name="Shape 112"/>
        <p:cNvGrpSpPr/>
        <p:nvPr/>
      </p:nvGrpSpPr>
      <p:grpSpPr>
        <a:xfrm>
          <a:off x="0" y="0"/>
          <a:ext cx="0" cy="0"/>
          <a:chOff x="0" y="0"/>
          <a:chExt cx="0" cy="0"/>
        </a:xfrm>
      </p:grpSpPr>
      <p:grpSp>
        <p:nvGrpSpPr>
          <p:cNvPr id="113" name="Google Shape;113;p24"/>
          <p:cNvGrpSpPr/>
          <p:nvPr/>
        </p:nvGrpSpPr>
        <p:grpSpPr>
          <a:xfrm>
            <a:off x="341550" y="175525"/>
            <a:ext cx="8620151" cy="4622975"/>
            <a:chOff x="341550" y="175525"/>
            <a:chExt cx="8620151" cy="4622975"/>
          </a:xfrm>
        </p:grpSpPr>
        <p:sp>
          <p:nvSpPr>
            <p:cNvPr id="114" name="Google Shape;114;p24"/>
            <p:cNvSpPr/>
            <p:nvPr/>
          </p:nvSpPr>
          <p:spPr>
            <a:xfrm rot="10800000" flipH="1">
              <a:off x="4098401" y="175525"/>
              <a:ext cx="4863300" cy="1212900"/>
            </a:xfrm>
            <a:prstGeom prst="snip1Rect">
              <a:avLst>
                <a:gd name="adj" fmla="val 16667"/>
              </a:avLst>
            </a:prstGeom>
            <a:solidFill>
              <a:schemeClr val="dk1"/>
            </a:solidFill>
            <a:ln w="2857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4"/>
            <p:cNvSpPr/>
            <p:nvPr/>
          </p:nvSpPr>
          <p:spPr>
            <a:xfrm>
              <a:off x="341550" y="345000"/>
              <a:ext cx="8460900" cy="4453500"/>
            </a:xfrm>
            <a:prstGeom prst="rect">
              <a:avLst/>
            </a:prstGeom>
            <a:solidFill>
              <a:schemeClr val="dk1"/>
            </a:solidFill>
            <a:ln w="2857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1">
  <p:cSld name="BLANK_1_1_1_1_1_1_1_1_1">
    <p:spTree>
      <p:nvGrpSpPr>
        <p:cNvPr id="1" name="Shape 116"/>
        <p:cNvGrpSpPr/>
        <p:nvPr/>
      </p:nvGrpSpPr>
      <p:grpSpPr>
        <a:xfrm>
          <a:off x="0" y="0"/>
          <a:ext cx="0" cy="0"/>
          <a:chOff x="0" y="0"/>
          <a:chExt cx="0" cy="0"/>
        </a:xfrm>
      </p:grpSpPr>
      <p:grpSp>
        <p:nvGrpSpPr>
          <p:cNvPr id="117" name="Google Shape;117;p25"/>
          <p:cNvGrpSpPr/>
          <p:nvPr/>
        </p:nvGrpSpPr>
        <p:grpSpPr>
          <a:xfrm>
            <a:off x="341550" y="175525"/>
            <a:ext cx="8620151" cy="4622975"/>
            <a:chOff x="341550" y="175525"/>
            <a:chExt cx="8620151" cy="4622975"/>
          </a:xfrm>
        </p:grpSpPr>
        <p:sp>
          <p:nvSpPr>
            <p:cNvPr id="118" name="Google Shape;118;p25"/>
            <p:cNvSpPr/>
            <p:nvPr/>
          </p:nvSpPr>
          <p:spPr>
            <a:xfrm rot="10800000" flipH="1">
              <a:off x="4098401" y="175525"/>
              <a:ext cx="4863300" cy="1212900"/>
            </a:xfrm>
            <a:prstGeom prst="snip1Rect">
              <a:avLst>
                <a:gd name="adj" fmla="val 16667"/>
              </a:avLst>
            </a:prstGeom>
            <a:solidFill>
              <a:schemeClr val="dk1"/>
            </a:solidFill>
            <a:ln w="2857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5"/>
            <p:cNvSpPr/>
            <p:nvPr/>
          </p:nvSpPr>
          <p:spPr>
            <a:xfrm>
              <a:off x="341550" y="345000"/>
              <a:ext cx="8460900" cy="4453500"/>
            </a:xfrm>
            <a:prstGeom prst="rect">
              <a:avLst/>
            </a:prstGeom>
            <a:solidFill>
              <a:schemeClr val="dk1"/>
            </a:solidFill>
            <a:ln w="2857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23"/>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24"/>
        <p:cNvGrpSpPr/>
        <p:nvPr/>
      </p:nvGrpSpPr>
      <p:grpSpPr>
        <a:xfrm>
          <a:off x="0" y="0"/>
          <a:ext cx="0" cy="0"/>
          <a:chOff x="0" y="0"/>
          <a:chExt cx="0" cy="0"/>
        </a:xfrm>
      </p:grpSpPr>
      <p:sp>
        <p:nvSpPr>
          <p:cNvPr id="125" name="Google Shape;125;p28"/>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6.xml"/><Relationship Id="rId1"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400"/>
              <a:buFont typeface="Russo One"/>
              <a:buNone/>
              <a:defRPr sz="3400" b="1">
                <a:solidFill>
                  <a:schemeClr val="dk2"/>
                </a:solidFill>
                <a:latin typeface="Russo One"/>
                <a:ea typeface="Russo One"/>
                <a:cs typeface="Russo One"/>
                <a:sym typeface="Russo One"/>
              </a:defRPr>
            </a:lvl1pPr>
            <a:lvl2pPr lvl="1" rtl="0">
              <a:spcBef>
                <a:spcPts val="0"/>
              </a:spcBef>
              <a:spcAft>
                <a:spcPts val="0"/>
              </a:spcAft>
              <a:buClr>
                <a:schemeClr val="dk2"/>
              </a:buClr>
              <a:buSzPts val="3400"/>
              <a:buFont typeface="Russo One"/>
              <a:buNone/>
              <a:defRPr sz="3400" b="1">
                <a:solidFill>
                  <a:schemeClr val="dk2"/>
                </a:solidFill>
                <a:latin typeface="Russo One"/>
                <a:ea typeface="Russo One"/>
                <a:cs typeface="Russo One"/>
                <a:sym typeface="Russo One"/>
              </a:defRPr>
            </a:lvl2pPr>
            <a:lvl3pPr lvl="2" rtl="0">
              <a:spcBef>
                <a:spcPts val="0"/>
              </a:spcBef>
              <a:spcAft>
                <a:spcPts val="0"/>
              </a:spcAft>
              <a:buClr>
                <a:schemeClr val="dk2"/>
              </a:buClr>
              <a:buSzPts val="3400"/>
              <a:buFont typeface="Russo One"/>
              <a:buNone/>
              <a:defRPr sz="3400" b="1">
                <a:solidFill>
                  <a:schemeClr val="dk2"/>
                </a:solidFill>
                <a:latin typeface="Russo One"/>
                <a:ea typeface="Russo One"/>
                <a:cs typeface="Russo One"/>
                <a:sym typeface="Russo One"/>
              </a:defRPr>
            </a:lvl3pPr>
            <a:lvl4pPr lvl="3" rtl="0">
              <a:spcBef>
                <a:spcPts val="0"/>
              </a:spcBef>
              <a:spcAft>
                <a:spcPts val="0"/>
              </a:spcAft>
              <a:buClr>
                <a:schemeClr val="dk2"/>
              </a:buClr>
              <a:buSzPts val="3400"/>
              <a:buFont typeface="Russo One"/>
              <a:buNone/>
              <a:defRPr sz="3400" b="1">
                <a:solidFill>
                  <a:schemeClr val="dk2"/>
                </a:solidFill>
                <a:latin typeface="Russo One"/>
                <a:ea typeface="Russo One"/>
                <a:cs typeface="Russo One"/>
                <a:sym typeface="Russo One"/>
              </a:defRPr>
            </a:lvl4pPr>
            <a:lvl5pPr lvl="4" rtl="0">
              <a:spcBef>
                <a:spcPts val="0"/>
              </a:spcBef>
              <a:spcAft>
                <a:spcPts val="0"/>
              </a:spcAft>
              <a:buClr>
                <a:schemeClr val="dk2"/>
              </a:buClr>
              <a:buSzPts val="3400"/>
              <a:buFont typeface="Russo One"/>
              <a:buNone/>
              <a:defRPr sz="3400" b="1">
                <a:solidFill>
                  <a:schemeClr val="dk2"/>
                </a:solidFill>
                <a:latin typeface="Russo One"/>
                <a:ea typeface="Russo One"/>
                <a:cs typeface="Russo One"/>
                <a:sym typeface="Russo One"/>
              </a:defRPr>
            </a:lvl5pPr>
            <a:lvl6pPr lvl="5" rtl="0">
              <a:spcBef>
                <a:spcPts val="0"/>
              </a:spcBef>
              <a:spcAft>
                <a:spcPts val="0"/>
              </a:spcAft>
              <a:buClr>
                <a:schemeClr val="dk2"/>
              </a:buClr>
              <a:buSzPts val="3400"/>
              <a:buFont typeface="Russo One"/>
              <a:buNone/>
              <a:defRPr sz="3400" b="1">
                <a:solidFill>
                  <a:schemeClr val="dk2"/>
                </a:solidFill>
                <a:latin typeface="Russo One"/>
                <a:ea typeface="Russo One"/>
                <a:cs typeface="Russo One"/>
                <a:sym typeface="Russo One"/>
              </a:defRPr>
            </a:lvl6pPr>
            <a:lvl7pPr lvl="6" rtl="0">
              <a:spcBef>
                <a:spcPts val="0"/>
              </a:spcBef>
              <a:spcAft>
                <a:spcPts val="0"/>
              </a:spcAft>
              <a:buClr>
                <a:schemeClr val="dk2"/>
              </a:buClr>
              <a:buSzPts val="3400"/>
              <a:buFont typeface="Russo One"/>
              <a:buNone/>
              <a:defRPr sz="3400" b="1">
                <a:solidFill>
                  <a:schemeClr val="dk2"/>
                </a:solidFill>
                <a:latin typeface="Russo One"/>
                <a:ea typeface="Russo One"/>
                <a:cs typeface="Russo One"/>
                <a:sym typeface="Russo One"/>
              </a:defRPr>
            </a:lvl7pPr>
            <a:lvl8pPr lvl="7" rtl="0">
              <a:spcBef>
                <a:spcPts val="0"/>
              </a:spcBef>
              <a:spcAft>
                <a:spcPts val="0"/>
              </a:spcAft>
              <a:buClr>
                <a:schemeClr val="dk2"/>
              </a:buClr>
              <a:buSzPts val="3400"/>
              <a:buFont typeface="Russo One"/>
              <a:buNone/>
              <a:defRPr sz="3400" b="1">
                <a:solidFill>
                  <a:schemeClr val="dk2"/>
                </a:solidFill>
                <a:latin typeface="Russo One"/>
                <a:ea typeface="Russo One"/>
                <a:cs typeface="Russo One"/>
                <a:sym typeface="Russo One"/>
              </a:defRPr>
            </a:lvl8pPr>
            <a:lvl9pPr lvl="8" rtl="0">
              <a:spcBef>
                <a:spcPts val="0"/>
              </a:spcBef>
              <a:spcAft>
                <a:spcPts val="0"/>
              </a:spcAft>
              <a:buClr>
                <a:schemeClr val="dk2"/>
              </a:buClr>
              <a:buSzPts val="3400"/>
              <a:buFont typeface="Russo One"/>
              <a:buNone/>
              <a:defRPr sz="3400" b="1">
                <a:solidFill>
                  <a:schemeClr val="dk2"/>
                </a:solidFill>
                <a:latin typeface="Russo One"/>
                <a:ea typeface="Russo One"/>
                <a:cs typeface="Russo One"/>
                <a:sym typeface="Russo On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accent2"/>
              </a:buClr>
              <a:buSzPts val="1400"/>
              <a:buFont typeface="Jura"/>
              <a:buChar char="●"/>
              <a:defRPr>
                <a:solidFill>
                  <a:schemeClr val="accent2"/>
                </a:solidFill>
                <a:latin typeface="Jura"/>
                <a:ea typeface="Jura"/>
                <a:cs typeface="Jura"/>
                <a:sym typeface="Jura"/>
              </a:defRPr>
            </a:lvl1pPr>
            <a:lvl2pPr marL="914400" lvl="1" indent="-317500">
              <a:lnSpc>
                <a:spcPct val="115000"/>
              </a:lnSpc>
              <a:spcBef>
                <a:spcPts val="1600"/>
              </a:spcBef>
              <a:spcAft>
                <a:spcPts val="0"/>
              </a:spcAft>
              <a:buClr>
                <a:schemeClr val="accent2"/>
              </a:buClr>
              <a:buSzPts val="1400"/>
              <a:buFont typeface="Jura"/>
              <a:buChar char="○"/>
              <a:defRPr>
                <a:solidFill>
                  <a:schemeClr val="accent2"/>
                </a:solidFill>
                <a:latin typeface="Jura"/>
                <a:ea typeface="Jura"/>
                <a:cs typeface="Jura"/>
                <a:sym typeface="Jura"/>
              </a:defRPr>
            </a:lvl2pPr>
            <a:lvl3pPr marL="1371600" lvl="2" indent="-317500">
              <a:lnSpc>
                <a:spcPct val="115000"/>
              </a:lnSpc>
              <a:spcBef>
                <a:spcPts val="1600"/>
              </a:spcBef>
              <a:spcAft>
                <a:spcPts val="0"/>
              </a:spcAft>
              <a:buClr>
                <a:schemeClr val="accent2"/>
              </a:buClr>
              <a:buSzPts val="1400"/>
              <a:buFont typeface="Jura"/>
              <a:buChar char="■"/>
              <a:defRPr>
                <a:solidFill>
                  <a:schemeClr val="accent2"/>
                </a:solidFill>
                <a:latin typeface="Jura"/>
                <a:ea typeface="Jura"/>
                <a:cs typeface="Jura"/>
                <a:sym typeface="Jura"/>
              </a:defRPr>
            </a:lvl3pPr>
            <a:lvl4pPr marL="1828800" lvl="3" indent="-317500">
              <a:lnSpc>
                <a:spcPct val="115000"/>
              </a:lnSpc>
              <a:spcBef>
                <a:spcPts val="1600"/>
              </a:spcBef>
              <a:spcAft>
                <a:spcPts val="0"/>
              </a:spcAft>
              <a:buClr>
                <a:schemeClr val="accent2"/>
              </a:buClr>
              <a:buSzPts val="1400"/>
              <a:buFont typeface="Jura"/>
              <a:buChar char="●"/>
              <a:defRPr>
                <a:solidFill>
                  <a:schemeClr val="accent2"/>
                </a:solidFill>
                <a:latin typeface="Jura"/>
                <a:ea typeface="Jura"/>
                <a:cs typeface="Jura"/>
                <a:sym typeface="Jura"/>
              </a:defRPr>
            </a:lvl4pPr>
            <a:lvl5pPr marL="2286000" lvl="4" indent="-317500">
              <a:lnSpc>
                <a:spcPct val="115000"/>
              </a:lnSpc>
              <a:spcBef>
                <a:spcPts val="1600"/>
              </a:spcBef>
              <a:spcAft>
                <a:spcPts val="0"/>
              </a:spcAft>
              <a:buClr>
                <a:schemeClr val="accent2"/>
              </a:buClr>
              <a:buSzPts val="1400"/>
              <a:buFont typeface="Jura"/>
              <a:buChar char="○"/>
              <a:defRPr>
                <a:solidFill>
                  <a:schemeClr val="accent2"/>
                </a:solidFill>
                <a:latin typeface="Jura"/>
                <a:ea typeface="Jura"/>
                <a:cs typeface="Jura"/>
                <a:sym typeface="Jura"/>
              </a:defRPr>
            </a:lvl5pPr>
            <a:lvl6pPr marL="2743200" lvl="5" indent="-317500">
              <a:lnSpc>
                <a:spcPct val="115000"/>
              </a:lnSpc>
              <a:spcBef>
                <a:spcPts val="1600"/>
              </a:spcBef>
              <a:spcAft>
                <a:spcPts val="0"/>
              </a:spcAft>
              <a:buClr>
                <a:schemeClr val="accent2"/>
              </a:buClr>
              <a:buSzPts val="1400"/>
              <a:buFont typeface="Jura"/>
              <a:buChar char="■"/>
              <a:defRPr>
                <a:solidFill>
                  <a:schemeClr val="accent2"/>
                </a:solidFill>
                <a:latin typeface="Jura"/>
                <a:ea typeface="Jura"/>
                <a:cs typeface="Jura"/>
                <a:sym typeface="Jura"/>
              </a:defRPr>
            </a:lvl6pPr>
            <a:lvl7pPr marL="3200400" lvl="6" indent="-317500">
              <a:lnSpc>
                <a:spcPct val="115000"/>
              </a:lnSpc>
              <a:spcBef>
                <a:spcPts val="1600"/>
              </a:spcBef>
              <a:spcAft>
                <a:spcPts val="0"/>
              </a:spcAft>
              <a:buClr>
                <a:schemeClr val="accent2"/>
              </a:buClr>
              <a:buSzPts val="1400"/>
              <a:buFont typeface="Jura"/>
              <a:buChar char="●"/>
              <a:defRPr>
                <a:solidFill>
                  <a:schemeClr val="accent2"/>
                </a:solidFill>
                <a:latin typeface="Jura"/>
                <a:ea typeface="Jura"/>
                <a:cs typeface="Jura"/>
                <a:sym typeface="Jura"/>
              </a:defRPr>
            </a:lvl7pPr>
            <a:lvl8pPr marL="3657600" lvl="7" indent="-317500">
              <a:lnSpc>
                <a:spcPct val="115000"/>
              </a:lnSpc>
              <a:spcBef>
                <a:spcPts val="1600"/>
              </a:spcBef>
              <a:spcAft>
                <a:spcPts val="0"/>
              </a:spcAft>
              <a:buClr>
                <a:schemeClr val="accent2"/>
              </a:buClr>
              <a:buSzPts val="1400"/>
              <a:buFont typeface="Jura"/>
              <a:buChar char="○"/>
              <a:defRPr>
                <a:solidFill>
                  <a:schemeClr val="accent2"/>
                </a:solidFill>
                <a:latin typeface="Jura"/>
                <a:ea typeface="Jura"/>
                <a:cs typeface="Jura"/>
                <a:sym typeface="Jura"/>
              </a:defRPr>
            </a:lvl8pPr>
            <a:lvl9pPr marL="4114800" lvl="8" indent="-317500">
              <a:lnSpc>
                <a:spcPct val="115000"/>
              </a:lnSpc>
              <a:spcBef>
                <a:spcPts val="1600"/>
              </a:spcBef>
              <a:spcAft>
                <a:spcPts val="1600"/>
              </a:spcAft>
              <a:buClr>
                <a:schemeClr val="accent2"/>
              </a:buClr>
              <a:buSzPts val="1400"/>
              <a:buFont typeface="Jura"/>
              <a:buChar char="■"/>
              <a:defRPr>
                <a:solidFill>
                  <a:schemeClr val="accent2"/>
                </a:solidFill>
                <a:latin typeface="Jura"/>
                <a:ea typeface="Jura"/>
                <a:cs typeface="Jura"/>
                <a:sym typeface="Jura"/>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20"/>
        <p:cNvGrpSpPr/>
        <p:nvPr/>
      </p:nvGrpSpPr>
      <p:grpSpPr>
        <a:xfrm>
          <a:off x="0" y="0"/>
          <a:ext cx="0" cy="0"/>
          <a:chOff x="0" y="0"/>
          <a:chExt cx="0" cy="0"/>
        </a:xfrm>
      </p:grpSpPr>
      <p:sp>
        <p:nvSpPr>
          <p:cNvPr id="121" name="Google Shape;121;p26"/>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122" name="Google Shape;122;p26"/>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2" r:id="rId1"/>
    <p:sldLayoutId id="2147483673"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6.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0.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7.xml"/><Relationship Id="rId1" Type="http://schemas.openxmlformats.org/officeDocument/2006/relationships/slideLayout" Target="../slideLayouts/slideLayout1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8" Type="http://schemas.openxmlformats.org/officeDocument/2006/relationships/slide" Target="slide46.xml"/><Relationship Id="rId13" Type="http://schemas.openxmlformats.org/officeDocument/2006/relationships/hyperlink" Target="https://www.flaticon.com/?utm_source=slidesgo_template&amp;utm_medium=referral-link&amp;utm_campaign=promo-slide&amp;utm_term=slidesgo&amp;utm_content=flaticon" TargetMode="External"/><Relationship Id="rId3" Type="http://schemas.openxmlformats.org/officeDocument/2006/relationships/slide" Target="slide38.xml"/><Relationship Id="rId7" Type="http://schemas.openxmlformats.org/officeDocument/2006/relationships/slide" Target="slide40.xml"/><Relationship Id="rId12" Type="http://schemas.openxmlformats.org/officeDocument/2006/relationships/hyperlink" Target="https://www.freepik.com/?utm_source=slidesgo_template&amp;utm_medium=referral-link&amp;utm_campaign=promo-slide&amp;utm_term=slidesgo&amp;utm_content=freepik" TargetMode="External"/><Relationship Id="rId2" Type="http://schemas.openxmlformats.org/officeDocument/2006/relationships/notesSlide" Target="../notesSlides/notesSlide10.xml"/><Relationship Id="rId16"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5.xml"/><Relationship Id="rId6" Type="http://schemas.openxmlformats.org/officeDocument/2006/relationships/slide" Target="slide32.xml"/><Relationship Id="rId11" Type="http://schemas.openxmlformats.org/officeDocument/2006/relationships/hyperlink" Target="http://bit.ly/33VAFh3" TargetMode="External"/><Relationship Id="rId5" Type="http://schemas.openxmlformats.org/officeDocument/2006/relationships/slide" Target="slide34.xml"/><Relationship Id="rId15" Type="http://schemas.openxmlformats.org/officeDocument/2006/relationships/hyperlink" Target="https://wepik.com/?utm_source=slidesgo_template&amp;utm_medium=referral-link&amp;utm_campaign=promo-slide&amp;utm_term=slidesgo&amp;utm_content=wepik" TargetMode="External"/><Relationship Id="rId10" Type="http://schemas.openxmlformats.org/officeDocument/2006/relationships/hyperlink" Target="http://bit.ly/30B07Gq" TargetMode="External"/><Relationship Id="rId4" Type="http://schemas.openxmlformats.org/officeDocument/2006/relationships/slide" Target="slide35.xml"/><Relationship Id="rId9" Type="http://schemas.openxmlformats.org/officeDocument/2006/relationships/hyperlink" Target="http://bit.ly/2Tynxth" TargetMode="External"/><Relationship Id="rId14"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11.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1.xml"/><Relationship Id="rId1" Type="http://schemas.openxmlformats.org/officeDocument/2006/relationships/slideLayout" Target="../slideLayouts/slideLayout12.xml"/></Relationships>
</file>

<file path=ppt/slides/_rels/slide12.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2.xml"/><Relationship Id="rId1" Type="http://schemas.openxmlformats.org/officeDocument/2006/relationships/slideLayout" Target="../slideLayouts/slideLayout8.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6.xml"/></Relationships>
</file>

<file path=ppt/slides/_rels/slide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xml"/><Relationship Id="rId1" Type="http://schemas.openxmlformats.org/officeDocument/2006/relationships/slideLayout" Target="../slideLayouts/slideLayout1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7.xml"/><Relationship Id="rId1" Type="http://schemas.openxmlformats.org/officeDocument/2006/relationships/slideLayout" Target="../slideLayouts/slideLayout2.xml"/><Relationship Id="rId5" Type="http://schemas.openxmlformats.org/officeDocument/2006/relationships/image" Target="../media/image8.jpg"/><Relationship Id="rId4" Type="http://schemas.openxmlformats.org/officeDocument/2006/relationships/image" Target="../media/image7.jpg"/></Relationships>
</file>

<file path=ppt/slides/_rels/slide18.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19.xml"/><Relationship Id="rId1" Type="http://schemas.openxmlformats.org/officeDocument/2006/relationships/slideLayout" Target="../slideLayouts/slideLayout19.xml"/></Relationships>
</file>

<file path=ppt/slides/_rels/slide20.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7.xml"/></Relationships>
</file>

<file path=ppt/slides/_rels/slide22.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22.xml"/><Relationship Id="rId1" Type="http://schemas.openxmlformats.org/officeDocument/2006/relationships/slideLayout" Target="../slideLayouts/slideLayout13.xml"/></Relationships>
</file>

<file path=ppt/slides/_rels/slide23.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notesSlide" Target="../notesSlides/notesSlide23.xml"/><Relationship Id="rId1" Type="http://schemas.openxmlformats.org/officeDocument/2006/relationships/slideLayout" Target="../slideLayouts/slideLayout9.xml"/></Relationships>
</file>

<file path=ppt/slides/_rels/slide24.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24.xml"/><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25.xml"/><Relationship Id="rId1" Type="http://schemas.openxmlformats.org/officeDocument/2006/relationships/slideLayout" Target="../slideLayouts/slideLayout10.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8.xml"/></Relationships>
</file>

<file path=ppt/slides/_rels/slide27.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7.xml"/><Relationship Id="rId1" Type="http://schemas.openxmlformats.org/officeDocument/2006/relationships/slideLayout" Target="../slideLayouts/slideLayout20.xml"/><Relationship Id="rId5" Type="http://schemas.openxmlformats.org/officeDocument/2006/relationships/image" Target="../media/image16.png"/><Relationship Id="rId4" Type="http://schemas.openxmlformats.org/officeDocument/2006/relationships/hyperlink" Target="https://docs.google.com/spreadsheets/d/1tznYMvtbffJ16LKLU7GH0koVTlR8SFGGFEceEP8t8Vc/copy" TargetMode="External"/></Relationships>
</file>

<file path=ppt/slides/_rels/slide28.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28.xml"/><Relationship Id="rId1" Type="http://schemas.openxmlformats.org/officeDocument/2006/relationships/slideLayout" Target="../slideLayouts/slideLayout21.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0.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0.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8" Type="http://schemas.openxmlformats.org/officeDocument/2006/relationships/hyperlink" Target="https://www.freepik.com/free-photo/medium-shot-woman-with-vr-glasses-couch_15400978.htm/?utm_source=slidesgo_template&amp;utm_medium=referral-link&amp;utm_campaign=sg_resources&amp;utm_content=freepik" TargetMode="External"/><Relationship Id="rId3" Type="http://schemas.openxmlformats.org/officeDocument/2006/relationships/hyperlink" Target="https://www.freepik.com/free-photo/medium-shot-man-with-vr-glasses_15400944.htm/?utm_source=slidesgo_template&amp;utm_medium=referral-link&amp;utm_campaign=sg_resources&amp;utm_content=freepik" TargetMode="External"/><Relationship Id="rId7" Type="http://schemas.openxmlformats.org/officeDocument/2006/relationships/hyperlink" Target="https://www.freepik.com/free-photo/man-playing-game-computer-medium-shot_15400957.htm/?utm_source=slidesgo_template&amp;utm_medium=referral-link&amp;utm_campaign=sg_resources&amp;utm_content=freepik" TargetMode="External"/><Relationship Id="rId2" Type="http://schemas.openxmlformats.org/officeDocument/2006/relationships/notesSlide" Target="../notesSlides/notesSlide34.xml"/><Relationship Id="rId1" Type="http://schemas.openxmlformats.org/officeDocument/2006/relationships/slideLayout" Target="../slideLayouts/slideLayout3.xml"/><Relationship Id="rId6" Type="http://schemas.openxmlformats.org/officeDocument/2006/relationships/hyperlink" Target="https://www.freepik.com/free-photo/medium-shot-couple-playing-videogame-bed_15401037.htm/?utm_source=slidesgo_template&amp;utm_medium=referral-link&amp;utm_campaign=sg_resources&amp;utm_content=freepik" TargetMode="External"/><Relationship Id="rId5" Type="http://schemas.openxmlformats.org/officeDocument/2006/relationships/hyperlink" Target="https://www.freepik.com/free-photo/sportsman-sitting-looking-camera-football-field_5069862.htm/?utm_source=slidesgo_template&amp;utm_medium=referral-link&amp;utm_campaign=sg_resources&amp;utm_content=freepik" TargetMode="External"/><Relationship Id="rId4" Type="http://schemas.openxmlformats.org/officeDocument/2006/relationships/hyperlink" Target="https://www.freepik.com/free-photo/portrait-beautiful-female-photographer-city-night_15855554.htm/?utm_source=slidesgo_template&amp;utm_medium=referral-link&amp;utm_campaign=sg_resources&amp;utm_content=freepik" TargetMode="External"/></Relationships>
</file>

<file path=ppt/slides/_rels/slide35.xml.rels><?xml version="1.0" encoding="UTF-8" standalone="yes"?>
<Relationships xmlns="http://schemas.openxmlformats.org/package/2006/relationships"><Relationship Id="rId8" Type="http://schemas.openxmlformats.org/officeDocument/2006/relationships/hyperlink" Target="https://www.freepik.com/free-photo/mars-collage-with-explorer-discovering-planet_28212415.htm/?utm_source=slidesgo_template&amp;utm_medium=referral-link&amp;utm_campaign=sg_resources&amp;utm_content=freepik" TargetMode="External"/><Relationship Id="rId13" Type="http://schemas.openxmlformats.org/officeDocument/2006/relationships/hyperlink" Target="https://www.freepik.com/free-photo/industrial-designers-working-office-together_23984649.htm/?utm_source=slidesgo_template&amp;utm_medium=referral-link&amp;utm_campaign=sg_resources&amp;utm_content=freepik" TargetMode="External"/><Relationship Id="rId18" Type="http://schemas.openxmlformats.org/officeDocument/2006/relationships/hyperlink" Target="https://www.freepik.com/free-photo/top-view-gaming-setup-with-rgb-keyboard_33263558.htm/?utm_source=slidesgo_template&amp;utm_medium=referral-link&amp;utm_campaign=sg_resources&amp;utm_content=freepik" TargetMode="External"/><Relationship Id="rId3" Type="http://schemas.openxmlformats.org/officeDocument/2006/relationships/hyperlink" Target="https://www.freepik.com/free-vector/futuristic-dark-gaming-youtube-channel-art_25603913.htm/?utm_source=slidesgo_template&amp;utm_medium=referral-link&amp;utm_campaign=sg_resources&amp;utm_content=freepik" TargetMode="External"/><Relationship Id="rId7" Type="http://schemas.openxmlformats.org/officeDocument/2006/relationships/hyperlink" Target="https://www.freepik.com/free-photo/dragons-fantasy-artificial-intelligence-image_42080885.htm/?utm_source=slidesgo_template&amp;utm_medium=referral-link&amp;utm_campaign=sg_resources&amp;utm_content=freepik" TargetMode="External"/><Relationship Id="rId12" Type="http://schemas.openxmlformats.org/officeDocument/2006/relationships/hyperlink" Target="https://www.freepik.com/free-photo/mars-collage-with-explorer-discovering-planet_28212411.htm/?utm_source=slidesgo_template&amp;utm_medium=referral-link&amp;utm_campaign=sg_resources&amp;utm_content=freepik" TargetMode="External"/><Relationship Id="rId17" Type="http://schemas.openxmlformats.org/officeDocument/2006/relationships/hyperlink" Target="https://www.freepik.com/free-photo/mars-collage-with-explorer-discovering-planet_28212420.htm/?utm_source=slidesgo_template&amp;utm_medium=referral-link&amp;utm_campaign=sg_resources&amp;utm_content=freepik" TargetMode="External"/><Relationship Id="rId2" Type="http://schemas.openxmlformats.org/officeDocument/2006/relationships/notesSlide" Target="../notesSlides/notesSlide35.xml"/><Relationship Id="rId16" Type="http://schemas.openxmlformats.org/officeDocument/2006/relationships/hyperlink" Target="https://www.freepik.com/free-photo/dragons-fantasy-artificial-intelligence-image_42080899.htm/?utm_source=slidesgo_template&amp;utm_medium=referral-link&amp;utm_campaign=sg_resources&amp;utm_content=freepik" TargetMode="External"/><Relationship Id="rId1" Type="http://schemas.openxmlformats.org/officeDocument/2006/relationships/slideLayout" Target="../slideLayouts/slideLayout20.xml"/><Relationship Id="rId6" Type="http://schemas.openxmlformats.org/officeDocument/2006/relationships/hyperlink" Target="https://www.freepik.com/free-photo/colleagues-working-office_23984663.htm/?utm_source=slidesgo_template&amp;utm_medium=referral-link&amp;utm_campaign=sg_resources&amp;utm_content=freepik" TargetMode="External"/><Relationship Id="rId11" Type="http://schemas.openxmlformats.org/officeDocument/2006/relationships/hyperlink" Target="https://www.freepik.com/free-photo/dragons-fantasy-artificial-intelligence-image_42080873.htm/?utm_source=slidesgo_template&amp;utm_medium=referral-link&amp;utm_campaign=sg_resources&amp;utm_content=freepik" TargetMode="External"/><Relationship Id="rId5" Type="http://schemas.openxmlformats.org/officeDocument/2006/relationships/hyperlink" Target="https://www.freepik.com/free-photo/abstract-fantasy-landscape-background_19061045.htm/?utm_source=slidesgo_template&amp;utm_medium=referral-link&amp;utm_campaign=sg_resources&amp;utm_content=freepik" TargetMode="External"/><Relationship Id="rId15" Type="http://schemas.openxmlformats.org/officeDocument/2006/relationships/hyperlink" Target="https://www.freepik.com/free-photo/dragons-fantasy-artificial-intelligence-image_42080880.htm/?utm_source=slidesgo_template&amp;utm_medium=referral-link&amp;utm_campaign=sg_resources&amp;utm_content=freepik" TargetMode="External"/><Relationship Id="rId10" Type="http://schemas.openxmlformats.org/officeDocument/2006/relationships/hyperlink" Target="https://www.freepik.com/free-photo/abstract-fantasy-landscape-background_19061046.htm/?utm_source=slidesgo_template&amp;utm_medium=referral-link&amp;utm_campaign=sg_resources&amp;utm_content=freepik" TargetMode="External"/><Relationship Id="rId19" Type="http://schemas.openxmlformats.org/officeDocument/2006/relationships/hyperlink" Target="https://www.flaticon.com/packs/online-game-3/?utm_source=slidesgo_template&amp;utm_medium=referral-link&amp;utm_campaign=sg_resources&amp;utm_content=flaticon" TargetMode="External"/><Relationship Id="rId4" Type="http://schemas.openxmlformats.org/officeDocument/2006/relationships/hyperlink" Target="https://www.freepik.com/free-photo/robot-human-silhouettes_36028831.htm/?utm_source=slidesgo_template&amp;utm_medium=referral-link&amp;utm_campaign=sg_resources&amp;utm_content=freepik" TargetMode="External"/><Relationship Id="rId9" Type="http://schemas.openxmlformats.org/officeDocument/2006/relationships/hyperlink" Target="https://www.freepik.com/free-photo/industrial-designer-working-computer-office_23984665.htm/?utm_source=slidesgo_template&amp;utm_medium=referral-link&amp;utm_campaign=sg_resources&amp;utm_content=freepik" TargetMode="External"/><Relationship Id="rId14" Type="http://schemas.openxmlformats.org/officeDocument/2006/relationships/hyperlink" Target="https://www.freepik.com/free-photo/robot-human-silhouettes_36028834.htm/?utm_source=slidesgo_template&amp;utm_medium=referral-link&amp;utm_campaign=sg_resources&amp;utm_content=freepik" TargetMode="External"/></Relationships>
</file>

<file path=ppt/slides/_rels/slide36.xml.rels><?xml version="1.0" encoding="UTF-8" standalone="yes"?>
<Relationships xmlns="http://schemas.openxmlformats.org/package/2006/relationships"><Relationship Id="rId3" Type="http://schemas.openxmlformats.org/officeDocument/2006/relationships/hyperlink" Target="http://bit.ly/33VAFh3" TargetMode="External"/><Relationship Id="rId2" Type="http://schemas.openxmlformats.org/officeDocument/2006/relationships/notesSlide" Target="../notesSlides/notesSlide36.xml"/><Relationship Id="rId1" Type="http://schemas.openxmlformats.org/officeDocument/2006/relationships/slideLayout" Target="../slideLayouts/slideLayout26.xml"/><Relationship Id="rId6" Type="http://schemas.openxmlformats.org/officeDocument/2006/relationships/slide" Target="slide32.xml"/><Relationship Id="rId5" Type="http://schemas.openxmlformats.org/officeDocument/2006/relationships/hyperlink" Target="http://bit.ly/2PfT4lq" TargetMode="External"/><Relationship Id="rId4" Type="http://schemas.openxmlformats.org/officeDocument/2006/relationships/hyperlink" Target="http://bit.ly/30B07Gq" TargetMode="External"/></Relationships>
</file>

<file path=ppt/slides/_rels/slide3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7.xml"/><Relationship Id="rId1" Type="http://schemas.openxmlformats.org/officeDocument/2006/relationships/slideLayout" Target="../slideLayouts/slideLayout26.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2.xml"/></Relationships>
</file>

<file path=ppt/slides/_rels/slide38.xml.rels><?xml version="1.0" encoding="UTF-8" standalone="yes"?>
<Relationships xmlns="http://schemas.openxmlformats.org/package/2006/relationships"><Relationship Id="rId3" Type="http://schemas.openxmlformats.org/officeDocument/2006/relationships/hyperlink" Target="https://fonts.google.com/specimen/Russo+One" TargetMode="External"/><Relationship Id="rId2" Type="http://schemas.openxmlformats.org/officeDocument/2006/relationships/notesSlide" Target="../notesSlides/notesSlide38.xml"/><Relationship Id="rId1" Type="http://schemas.openxmlformats.org/officeDocument/2006/relationships/slideLayout" Target="../slideLayouts/slideLayout26.xml"/><Relationship Id="rId4" Type="http://schemas.openxmlformats.org/officeDocument/2006/relationships/hyperlink" Target="https://fonts.google.com/specimen/Jura" TargetMode="External"/></Relationships>
</file>

<file path=ppt/slides/_rels/slide39.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2.png"/><Relationship Id="rId2" Type="http://schemas.openxmlformats.org/officeDocument/2006/relationships/notesSlide" Target="../notesSlides/notesSlide39.xml"/><Relationship Id="rId1" Type="http://schemas.openxmlformats.org/officeDocument/2006/relationships/slideLayout" Target="../slideLayouts/slideLayout26.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1.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0.png"/><Relationship Id="rId4" Type="http://schemas.openxmlformats.org/officeDocument/2006/relationships/image" Target="../media/image18.png"/><Relationship Id="rId9" Type="http://schemas.openxmlformats.org/officeDocument/2006/relationships/image" Target="../media/image19.png"/></Relationships>
</file>

<file path=ppt/slides/_rels/slide40.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0.xml"/><Relationship Id="rId1" Type="http://schemas.openxmlformats.org/officeDocument/2006/relationships/slideLayout" Target="../slideLayouts/slideLayout26.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5.xml"/></Relationships>
</file>

<file path=ppt/slides/_rels/slide46.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6.xml"/><Relationship Id="rId1" Type="http://schemas.openxmlformats.org/officeDocument/2006/relationships/slideLayout" Target="../slideLayouts/slideLayout26.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5.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5.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5.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5.xml"/></Relationships>
</file>

<file path=ppt/slides/_rels/slide53.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3.xml"/><Relationship Id="rId1" Type="http://schemas.openxmlformats.org/officeDocument/2006/relationships/slideLayout" Target="../slideLayouts/slideLayout25.xml"/><Relationship Id="rId4" Type="http://schemas.openxmlformats.org/officeDocument/2006/relationships/image" Target="../media/image2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29"/>
        <p:cNvGrpSpPr/>
        <p:nvPr/>
      </p:nvGrpSpPr>
      <p:grpSpPr>
        <a:xfrm>
          <a:off x="0" y="0"/>
          <a:ext cx="0" cy="0"/>
          <a:chOff x="0" y="0"/>
          <a:chExt cx="0" cy="0"/>
        </a:xfrm>
      </p:grpSpPr>
      <p:pic>
        <p:nvPicPr>
          <p:cNvPr id="130" name="Google Shape;130;p29"/>
          <p:cNvPicPr preferRelativeResize="0"/>
          <p:nvPr/>
        </p:nvPicPr>
        <p:blipFill rotWithShape="1">
          <a:blip r:embed="rId3"/>
          <a:srcRect l="7840" r="7840"/>
          <a:stretch/>
        </p:blipFill>
        <p:spPr>
          <a:xfrm>
            <a:off x="354100" y="359275"/>
            <a:ext cx="3734150" cy="4428525"/>
          </a:xfrm>
          <a:prstGeom prst="rect">
            <a:avLst/>
          </a:prstGeom>
          <a:noFill/>
          <a:ln w="28575" cap="flat" cmpd="sng">
            <a:solidFill>
              <a:schemeClr val="accent6"/>
            </a:solidFill>
            <a:prstDash val="solid"/>
            <a:round/>
            <a:headEnd type="none" w="sm" len="sm"/>
            <a:tailEnd type="none" w="sm" len="sm"/>
          </a:ln>
        </p:spPr>
      </p:pic>
      <p:sp>
        <p:nvSpPr>
          <p:cNvPr id="131" name="Google Shape;131;p29"/>
          <p:cNvSpPr txBox="1">
            <a:spLocks noGrp="1"/>
          </p:cNvSpPr>
          <p:nvPr>
            <p:ph type="ctrTitle"/>
          </p:nvPr>
        </p:nvSpPr>
        <p:spPr>
          <a:xfrm>
            <a:off x="4477825" y="539500"/>
            <a:ext cx="3952800" cy="2925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CA" sz="4800" dirty="0">
                <a:solidFill>
                  <a:schemeClr val="accent6"/>
                </a:solidFill>
              </a:rPr>
              <a:t>Jail Break</a:t>
            </a:r>
            <a:br>
              <a:rPr lang="en-CA" sz="4800" dirty="0">
                <a:solidFill>
                  <a:schemeClr val="accent6"/>
                </a:solidFill>
              </a:rPr>
            </a:br>
            <a:r>
              <a:rPr lang="en-CA" sz="4800" dirty="0">
                <a:solidFill>
                  <a:schemeClr val="accent3"/>
                </a:solidFill>
              </a:rPr>
              <a:t>Game Proposal</a:t>
            </a:r>
          </a:p>
        </p:txBody>
      </p:sp>
      <p:sp>
        <p:nvSpPr>
          <p:cNvPr id="132" name="Google Shape;132;p29"/>
          <p:cNvSpPr txBox="1">
            <a:spLocks noGrp="1"/>
          </p:cNvSpPr>
          <p:nvPr>
            <p:ph type="subTitle" idx="1"/>
          </p:nvPr>
        </p:nvSpPr>
        <p:spPr>
          <a:xfrm>
            <a:off x="4492329" y="3390146"/>
            <a:ext cx="2440200" cy="59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solidFill>
                  <a:schemeClr val="lt1"/>
                </a:solidFill>
              </a:rPr>
              <a:t>CS 6457 Titan Tech</a:t>
            </a:r>
            <a:endParaRPr dirty="0">
              <a:solidFill>
                <a:schemeClr val="lt1"/>
              </a:solidFill>
            </a:endParaRPr>
          </a:p>
        </p:txBody>
      </p:sp>
      <p:cxnSp>
        <p:nvCxnSpPr>
          <p:cNvPr id="133" name="Google Shape;133;p29"/>
          <p:cNvCxnSpPr/>
          <p:nvPr/>
        </p:nvCxnSpPr>
        <p:spPr>
          <a:xfrm>
            <a:off x="4109673" y="4200625"/>
            <a:ext cx="3424800" cy="0"/>
          </a:xfrm>
          <a:prstGeom prst="straightConnector1">
            <a:avLst/>
          </a:prstGeom>
          <a:noFill/>
          <a:ln w="28575" cap="flat" cmpd="sng">
            <a:solidFill>
              <a:schemeClr val="accent4"/>
            </a:solidFill>
            <a:prstDash val="solid"/>
            <a:round/>
            <a:headEnd type="none" w="med" len="med"/>
            <a:tailEnd type="diamond" w="med" len="med"/>
          </a:ln>
        </p:spPr>
      </p:cxn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22"/>
        <p:cNvGrpSpPr/>
        <p:nvPr/>
      </p:nvGrpSpPr>
      <p:grpSpPr>
        <a:xfrm>
          <a:off x="0" y="0"/>
          <a:ext cx="0" cy="0"/>
          <a:chOff x="0" y="0"/>
          <a:chExt cx="0" cy="0"/>
        </a:xfrm>
      </p:grpSpPr>
      <p:sp>
        <p:nvSpPr>
          <p:cNvPr id="423" name="Google Shape;423;p44"/>
          <p:cNvSpPr txBox="1">
            <a:spLocks noGrp="1"/>
          </p:cNvSpPr>
          <p:nvPr>
            <p:ph type="title"/>
          </p:nvPr>
        </p:nvSpPr>
        <p:spPr>
          <a:xfrm>
            <a:off x="702941" y="364325"/>
            <a:ext cx="4161667" cy="87625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What is Jail Break</a:t>
            </a:r>
            <a:endParaRPr dirty="0"/>
          </a:p>
        </p:txBody>
      </p:sp>
      <p:sp>
        <p:nvSpPr>
          <p:cNvPr id="424" name="Google Shape;424;p44"/>
          <p:cNvSpPr txBox="1">
            <a:spLocks noGrp="1"/>
          </p:cNvSpPr>
          <p:nvPr>
            <p:ph type="body" idx="1"/>
          </p:nvPr>
        </p:nvSpPr>
        <p:spPr>
          <a:xfrm>
            <a:off x="750650" y="1433449"/>
            <a:ext cx="4161661" cy="3345725"/>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A wrongly accused inmate. A high-tech prison. One chance to escape.</a:t>
            </a:r>
          </a:p>
          <a:p>
            <a:pPr marL="0" lvl="0" indent="0" algn="l" rtl="0">
              <a:spcBef>
                <a:spcPts val="0"/>
              </a:spcBef>
              <a:spcAft>
                <a:spcPts val="0"/>
              </a:spcAft>
              <a:buNone/>
            </a:pPr>
            <a:endParaRPr lang="en-US" sz="1400" dirty="0"/>
          </a:p>
          <a:p>
            <a:pPr marL="0" lvl="0" indent="0" algn="l" rtl="0">
              <a:spcBef>
                <a:spcPts val="0"/>
              </a:spcBef>
              <a:spcAft>
                <a:spcPts val="0"/>
              </a:spcAft>
              <a:buNone/>
            </a:pPr>
            <a:r>
              <a:rPr lang="en-US" dirty="0"/>
              <a:t>Objective:</a:t>
            </a:r>
          </a:p>
          <a:p>
            <a:pPr marL="0" lvl="0" indent="0" algn="l" rtl="0">
              <a:spcBef>
                <a:spcPts val="0"/>
              </a:spcBef>
              <a:spcAft>
                <a:spcPts val="0"/>
              </a:spcAft>
              <a:buNone/>
            </a:pPr>
            <a:r>
              <a:rPr lang="en-US" dirty="0"/>
              <a:t>Using the art of silence and</a:t>
            </a:r>
            <a:r>
              <a:rPr lang="en-CA" sz="1400" dirty="0"/>
              <a:t> stealth, the player must plan and escape while avoiding guards, creating distractions from a dynamic, high-security prison. </a:t>
            </a:r>
          </a:p>
          <a:p>
            <a:pPr marL="0" lvl="0" indent="0" algn="l" rtl="0">
              <a:spcBef>
                <a:spcPts val="0"/>
              </a:spcBef>
              <a:spcAft>
                <a:spcPts val="0"/>
              </a:spcAft>
              <a:buNone/>
            </a:pPr>
            <a:endParaRPr lang="en-CA" sz="1400" dirty="0"/>
          </a:p>
          <a:p>
            <a:pPr marL="0" lvl="0" indent="0" algn="l" rtl="0">
              <a:spcBef>
                <a:spcPts val="0"/>
              </a:spcBef>
              <a:spcAft>
                <a:spcPts val="0"/>
              </a:spcAft>
              <a:buNone/>
            </a:pPr>
            <a:r>
              <a:rPr lang="en-CA" sz="1400" dirty="0"/>
              <a:t>Core Experience:</a:t>
            </a:r>
          </a:p>
          <a:p>
            <a:pPr marL="171450" indent="-171450" algn="l"/>
            <a:r>
              <a:rPr lang="en-CA" sz="1400" dirty="0"/>
              <a:t>Tension of being hunted</a:t>
            </a:r>
          </a:p>
          <a:p>
            <a:pPr marL="171450" indent="-171450" algn="l"/>
            <a:r>
              <a:rPr lang="en-CA" sz="1400" dirty="0"/>
              <a:t>Planning for perfect escape</a:t>
            </a:r>
          </a:p>
          <a:p>
            <a:pPr marL="171450" indent="-171450" algn="l"/>
            <a:r>
              <a:rPr lang="en-CA" sz="1400" dirty="0"/>
              <a:t>Adaption to dynamic environment</a:t>
            </a:r>
          </a:p>
        </p:txBody>
      </p:sp>
      <p:pic>
        <p:nvPicPr>
          <p:cNvPr id="425" name="Google Shape;425;p44"/>
          <p:cNvPicPr preferRelativeResize="0"/>
          <p:nvPr/>
        </p:nvPicPr>
        <p:blipFill rotWithShape="1">
          <a:blip r:embed="rId3"/>
          <a:srcRect l="13180" r="13180"/>
          <a:stretch/>
        </p:blipFill>
        <p:spPr>
          <a:xfrm>
            <a:off x="5534026" y="364325"/>
            <a:ext cx="3254625" cy="4419600"/>
          </a:xfrm>
          <a:prstGeom prst="rect">
            <a:avLst/>
          </a:prstGeom>
          <a:noFill/>
          <a:ln w="28575" cap="flat" cmpd="sng">
            <a:solidFill>
              <a:schemeClr val="accent6"/>
            </a:solidFill>
            <a:prstDash val="solid"/>
            <a:round/>
            <a:headEnd type="none" w="sm" len="sm"/>
            <a:tailEnd type="none" w="sm" len="sm"/>
          </a:ln>
        </p:spPr>
      </p:pic>
      <p:cxnSp>
        <p:nvCxnSpPr>
          <p:cNvPr id="426" name="Google Shape;426;p44"/>
          <p:cNvCxnSpPr/>
          <p:nvPr/>
        </p:nvCxnSpPr>
        <p:spPr>
          <a:xfrm rot="10800000">
            <a:off x="5087467" y="1997000"/>
            <a:ext cx="0" cy="3169200"/>
          </a:xfrm>
          <a:prstGeom prst="straightConnector1">
            <a:avLst/>
          </a:prstGeom>
          <a:noFill/>
          <a:ln w="28575" cap="flat" cmpd="sng">
            <a:solidFill>
              <a:schemeClr val="accent4"/>
            </a:solidFill>
            <a:prstDash val="solid"/>
            <a:round/>
            <a:headEnd type="none" w="med" len="med"/>
            <a:tailEnd type="diamond" w="med" len="med"/>
          </a:ln>
        </p:spPr>
      </p:cxnSp>
    </p:spTree>
    <p:extLst>
      <p:ext uri="{BB962C8B-B14F-4D97-AF65-F5344CB8AC3E}">
        <p14:creationId xmlns:p14="http://schemas.microsoft.com/office/powerpoint/2010/main" val="12563672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99"/>
        <p:cNvGrpSpPr/>
        <p:nvPr/>
      </p:nvGrpSpPr>
      <p:grpSpPr>
        <a:xfrm>
          <a:off x="0" y="0"/>
          <a:ext cx="0" cy="0"/>
          <a:chOff x="0" y="0"/>
          <a:chExt cx="0" cy="0"/>
        </a:xfrm>
      </p:grpSpPr>
      <p:sp>
        <p:nvSpPr>
          <p:cNvPr id="222" name="Google Shape;222;p34"/>
          <p:cNvSpPr txBox="1">
            <a:spLocks noGrp="1"/>
          </p:cNvSpPr>
          <p:nvPr>
            <p:ph type="title"/>
          </p:nvPr>
        </p:nvSpPr>
        <p:spPr>
          <a:xfrm>
            <a:off x="329184" y="1407355"/>
            <a:ext cx="3033141" cy="289229"/>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1800" dirty="0">
                <a:solidFill>
                  <a:schemeClr val="lt1"/>
                </a:solidFill>
              </a:rPr>
              <a:t>Stealth Movement</a:t>
            </a:r>
            <a:endParaRPr sz="1800" dirty="0">
              <a:solidFill>
                <a:schemeClr val="lt1"/>
              </a:solidFill>
            </a:endParaRPr>
          </a:p>
        </p:txBody>
      </p:sp>
      <p:sp>
        <p:nvSpPr>
          <p:cNvPr id="223" name="Google Shape;223;p34"/>
          <p:cNvSpPr txBox="1">
            <a:spLocks noGrp="1"/>
          </p:cNvSpPr>
          <p:nvPr>
            <p:ph type="subTitle" idx="1"/>
          </p:nvPr>
        </p:nvSpPr>
        <p:spPr>
          <a:xfrm>
            <a:off x="223520" y="1696596"/>
            <a:ext cx="3138805" cy="596176"/>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dirty="0">
                <a:solidFill>
                  <a:schemeClr val="lt1"/>
                </a:solidFill>
              </a:rPr>
              <a:t>Noise levels for various actions: Walk, Running, Crouch, Hide</a:t>
            </a:r>
            <a:endParaRPr dirty="0">
              <a:solidFill>
                <a:schemeClr val="lt1"/>
              </a:solidFill>
            </a:endParaRPr>
          </a:p>
        </p:txBody>
      </p:sp>
      <p:sp>
        <p:nvSpPr>
          <p:cNvPr id="224" name="Google Shape;224;p34"/>
          <p:cNvSpPr txBox="1">
            <a:spLocks noGrp="1"/>
          </p:cNvSpPr>
          <p:nvPr>
            <p:ph type="title" idx="2"/>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solidFill>
                  <a:schemeClr val="accent6"/>
                </a:solidFill>
              </a:rPr>
              <a:t>Game Mechanics</a:t>
            </a:r>
            <a:endParaRPr dirty="0">
              <a:solidFill>
                <a:schemeClr val="accent6"/>
              </a:solidFill>
            </a:endParaRPr>
          </a:p>
        </p:txBody>
      </p:sp>
      <p:sp>
        <p:nvSpPr>
          <p:cNvPr id="225" name="Google Shape;225;p34"/>
          <p:cNvSpPr txBox="1">
            <a:spLocks noGrp="1"/>
          </p:cNvSpPr>
          <p:nvPr>
            <p:ph type="title" idx="3"/>
          </p:nvPr>
        </p:nvSpPr>
        <p:spPr>
          <a:xfrm>
            <a:off x="329184" y="2475726"/>
            <a:ext cx="3033141" cy="2559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1800" dirty="0">
                <a:solidFill>
                  <a:schemeClr val="lt1"/>
                </a:solidFill>
              </a:rPr>
              <a:t>Detection </a:t>
            </a:r>
            <a:endParaRPr sz="1800" dirty="0">
              <a:solidFill>
                <a:schemeClr val="lt1"/>
              </a:solidFill>
            </a:endParaRPr>
          </a:p>
        </p:txBody>
      </p:sp>
      <p:sp>
        <p:nvSpPr>
          <p:cNvPr id="226" name="Google Shape;226;p34"/>
          <p:cNvSpPr txBox="1">
            <a:spLocks noGrp="1"/>
          </p:cNvSpPr>
          <p:nvPr>
            <p:ph type="subTitle" idx="4"/>
          </p:nvPr>
        </p:nvSpPr>
        <p:spPr>
          <a:xfrm>
            <a:off x="217424" y="2764965"/>
            <a:ext cx="3144901" cy="614927"/>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dirty="0">
                <a:solidFill>
                  <a:schemeClr val="lt1"/>
                </a:solidFill>
              </a:rPr>
              <a:t>limited visibility, change state when player is visiable,</a:t>
            </a:r>
          </a:p>
          <a:p>
            <a:pPr marL="0" lvl="0" indent="0" algn="r" rtl="0">
              <a:spcBef>
                <a:spcPts val="0"/>
              </a:spcBef>
              <a:spcAft>
                <a:spcPts val="0"/>
              </a:spcAft>
              <a:buNone/>
            </a:pPr>
            <a:r>
              <a:rPr lang="en" dirty="0">
                <a:solidFill>
                  <a:schemeClr val="lt1"/>
                </a:solidFill>
              </a:rPr>
              <a:t>reaction to environment and sound</a:t>
            </a:r>
            <a:endParaRPr dirty="0">
              <a:solidFill>
                <a:schemeClr val="lt1"/>
              </a:solidFill>
            </a:endParaRPr>
          </a:p>
        </p:txBody>
      </p:sp>
      <p:sp>
        <p:nvSpPr>
          <p:cNvPr id="227" name="Google Shape;227;p34"/>
          <p:cNvSpPr txBox="1">
            <a:spLocks noGrp="1"/>
          </p:cNvSpPr>
          <p:nvPr>
            <p:ph type="title" idx="5"/>
          </p:nvPr>
        </p:nvSpPr>
        <p:spPr>
          <a:xfrm>
            <a:off x="5797274" y="1407356"/>
            <a:ext cx="2626725" cy="255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dirty="0">
                <a:solidFill>
                  <a:schemeClr val="lt1"/>
                </a:solidFill>
              </a:rPr>
              <a:t>Distration System</a:t>
            </a:r>
            <a:endParaRPr sz="1800" dirty="0">
              <a:solidFill>
                <a:schemeClr val="lt1"/>
              </a:solidFill>
            </a:endParaRPr>
          </a:p>
        </p:txBody>
      </p:sp>
      <p:sp>
        <p:nvSpPr>
          <p:cNvPr id="228" name="Google Shape;228;p34"/>
          <p:cNvSpPr txBox="1">
            <a:spLocks noGrp="1"/>
          </p:cNvSpPr>
          <p:nvPr>
            <p:ph type="subTitle" idx="6"/>
          </p:nvPr>
        </p:nvSpPr>
        <p:spPr>
          <a:xfrm>
            <a:off x="5797275" y="1696596"/>
            <a:ext cx="2743898" cy="692569"/>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solidFill>
                  <a:schemeClr val="lt1"/>
                </a:solidFill>
              </a:rPr>
              <a:t>Use noise/objects to manipulate guards attention and change guard routes</a:t>
            </a:r>
            <a:endParaRPr dirty="0">
              <a:solidFill>
                <a:schemeClr val="lt1"/>
              </a:solidFill>
            </a:endParaRPr>
          </a:p>
        </p:txBody>
      </p:sp>
      <p:sp>
        <p:nvSpPr>
          <p:cNvPr id="229" name="Google Shape;229;p34"/>
          <p:cNvSpPr txBox="1">
            <a:spLocks noGrp="1"/>
          </p:cNvSpPr>
          <p:nvPr>
            <p:ph type="title" idx="7"/>
          </p:nvPr>
        </p:nvSpPr>
        <p:spPr>
          <a:xfrm>
            <a:off x="5797274" y="2475726"/>
            <a:ext cx="3261381" cy="22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dirty="0">
                <a:solidFill>
                  <a:schemeClr val="lt1"/>
                </a:solidFill>
              </a:rPr>
              <a:t>Fail States</a:t>
            </a:r>
            <a:endParaRPr sz="1800" dirty="0">
              <a:solidFill>
                <a:schemeClr val="lt1"/>
              </a:solidFill>
            </a:endParaRPr>
          </a:p>
        </p:txBody>
      </p:sp>
      <p:sp>
        <p:nvSpPr>
          <p:cNvPr id="230" name="Google Shape;230;p34"/>
          <p:cNvSpPr txBox="1">
            <a:spLocks noGrp="1"/>
          </p:cNvSpPr>
          <p:nvPr>
            <p:ph type="subTitle" idx="8"/>
          </p:nvPr>
        </p:nvSpPr>
        <p:spPr>
          <a:xfrm>
            <a:off x="5797275" y="2764967"/>
            <a:ext cx="2886138"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solidFill>
                  <a:schemeClr val="lt1"/>
                </a:solidFill>
              </a:rPr>
              <a:t>Player can have N number of tries to esacpe </a:t>
            </a:r>
            <a:endParaRPr dirty="0">
              <a:solidFill>
                <a:schemeClr val="lt1"/>
              </a:solidFill>
            </a:endParaRPr>
          </a:p>
        </p:txBody>
      </p:sp>
      <p:sp>
        <p:nvSpPr>
          <p:cNvPr id="47" name="Google Shape;225;p34">
            <a:extLst>
              <a:ext uri="{FF2B5EF4-FFF2-40B4-BE49-F238E27FC236}">
                <a16:creationId xmlns:a16="http://schemas.microsoft.com/office/drawing/2014/main" id="{830343F2-1F9D-4A96-8545-803D099EEA81}"/>
              </a:ext>
            </a:extLst>
          </p:cNvPr>
          <p:cNvSpPr txBox="1">
            <a:spLocks/>
          </p:cNvSpPr>
          <p:nvPr/>
        </p:nvSpPr>
        <p:spPr>
          <a:xfrm>
            <a:off x="440267" y="3542526"/>
            <a:ext cx="2915962" cy="2559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2"/>
              </a:buClr>
              <a:buSzPts val="2500"/>
              <a:buFont typeface="Russo One"/>
              <a:buNone/>
              <a:defRPr sz="2300" b="1" i="0" u="none" strike="noStrike" cap="none">
                <a:solidFill>
                  <a:schemeClr val="dk2"/>
                </a:solidFill>
                <a:latin typeface="Russo One"/>
                <a:ea typeface="Russo One"/>
                <a:cs typeface="Russo One"/>
                <a:sym typeface="Russo One"/>
              </a:defRPr>
            </a:lvl1pPr>
            <a:lvl2pPr marR="0" lvl="1"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2pPr>
            <a:lvl3pPr marR="0" lvl="2"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3pPr>
            <a:lvl4pPr marR="0" lvl="3"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4pPr>
            <a:lvl5pPr marR="0" lvl="4"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5pPr>
            <a:lvl6pPr marR="0" lvl="5"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6pPr>
            <a:lvl7pPr marR="0" lvl="6"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7pPr>
            <a:lvl8pPr marR="0" lvl="7"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8pPr>
            <a:lvl9pPr marR="0" lvl="8"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9pPr>
          </a:lstStyle>
          <a:p>
            <a:r>
              <a:rPr lang="en" sz="1800" dirty="0">
                <a:solidFill>
                  <a:schemeClr val="lt1"/>
                </a:solidFill>
              </a:rPr>
              <a:t>Guard AI</a:t>
            </a:r>
            <a:endParaRPr lang="en-CA" sz="1800" dirty="0">
              <a:solidFill>
                <a:schemeClr val="lt1"/>
              </a:solidFill>
            </a:endParaRPr>
          </a:p>
        </p:txBody>
      </p:sp>
      <p:sp>
        <p:nvSpPr>
          <p:cNvPr id="48" name="Google Shape;226;p34">
            <a:extLst>
              <a:ext uri="{FF2B5EF4-FFF2-40B4-BE49-F238E27FC236}">
                <a16:creationId xmlns:a16="http://schemas.microsoft.com/office/drawing/2014/main" id="{CDFF7A1B-F7E4-44CF-9C25-9E12CF12A74A}"/>
              </a:ext>
            </a:extLst>
          </p:cNvPr>
          <p:cNvSpPr txBox="1">
            <a:spLocks/>
          </p:cNvSpPr>
          <p:nvPr/>
        </p:nvSpPr>
        <p:spPr>
          <a:xfrm>
            <a:off x="217424" y="3831766"/>
            <a:ext cx="3138805" cy="597994"/>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17500" algn="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1pPr>
            <a:lvl2pPr marL="914400" marR="0" lvl="1"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2pPr>
            <a:lvl3pPr marL="1371600" marR="0" lvl="2"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3pPr>
            <a:lvl4pPr marL="1828800" marR="0" lvl="3"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4pPr>
            <a:lvl5pPr marL="2286000" marR="0" lvl="4"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5pPr>
            <a:lvl6pPr marL="2743200" marR="0" lvl="5"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6pPr>
            <a:lvl7pPr marL="3200400" marR="0" lvl="6"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7pPr>
            <a:lvl8pPr marL="3657600" marR="0" lvl="7"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8pPr>
            <a:lvl9pPr marL="4114800" marR="0" lvl="8"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9pPr>
          </a:lstStyle>
          <a:p>
            <a:pPr marL="0" indent="0"/>
            <a:r>
              <a:rPr lang="en" dirty="0">
                <a:solidFill>
                  <a:schemeClr val="lt1"/>
                </a:solidFill>
              </a:rPr>
              <a:t>Fixed patrols routes in patrol state, </a:t>
            </a:r>
          </a:p>
          <a:p>
            <a:pPr marL="0" indent="0"/>
            <a:r>
              <a:rPr lang="en" dirty="0">
                <a:solidFill>
                  <a:schemeClr val="lt1"/>
                </a:solidFill>
              </a:rPr>
              <a:t>chase and track when detected</a:t>
            </a:r>
            <a:endParaRPr lang="en-US" dirty="0">
              <a:solidFill>
                <a:schemeClr val="lt1"/>
              </a:solidFill>
            </a:endParaRPr>
          </a:p>
        </p:txBody>
      </p:sp>
      <p:sp>
        <p:nvSpPr>
          <p:cNvPr id="49" name="Google Shape;229;p34">
            <a:extLst>
              <a:ext uri="{FF2B5EF4-FFF2-40B4-BE49-F238E27FC236}">
                <a16:creationId xmlns:a16="http://schemas.microsoft.com/office/drawing/2014/main" id="{992EFAE5-5032-4A40-9DC3-05D481101700}"/>
              </a:ext>
            </a:extLst>
          </p:cNvPr>
          <p:cNvSpPr txBox="1">
            <a:spLocks/>
          </p:cNvSpPr>
          <p:nvPr/>
        </p:nvSpPr>
        <p:spPr>
          <a:xfrm>
            <a:off x="5791178" y="3542526"/>
            <a:ext cx="3261381" cy="2230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2500"/>
              <a:buFont typeface="Russo One"/>
              <a:buNone/>
              <a:defRPr sz="2300" b="1" i="0" u="none" strike="noStrike" cap="none">
                <a:solidFill>
                  <a:schemeClr val="dk2"/>
                </a:solidFill>
                <a:latin typeface="Russo One"/>
                <a:ea typeface="Russo One"/>
                <a:cs typeface="Russo One"/>
                <a:sym typeface="Russo One"/>
              </a:defRPr>
            </a:lvl1pPr>
            <a:lvl2pPr marR="0" lvl="1" algn="l"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2pPr>
            <a:lvl3pPr marR="0" lvl="2" algn="l"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3pPr>
            <a:lvl4pPr marR="0" lvl="3" algn="l"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4pPr>
            <a:lvl5pPr marR="0" lvl="4" algn="l"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5pPr>
            <a:lvl6pPr marR="0" lvl="5" algn="l"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6pPr>
            <a:lvl7pPr marR="0" lvl="6" algn="l"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7pPr>
            <a:lvl8pPr marR="0" lvl="7" algn="l"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8pPr>
            <a:lvl9pPr marR="0" lvl="8" algn="l"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9pPr>
          </a:lstStyle>
          <a:p>
            <a:r>
              <a:rPr lang="en-CA" sz="1800" dirty="0">
                <a:solidFill>
                  <a:schemeClr val="lt1"/>
                </a:solidFill>
              </a:rPr>
              <a:t>Objectives </a:t>
            </a:r>
          </a:p>
        </p:txBody>
      </p:sp>
      <p:sp>
        <p:nvSpPr>
          <p:cNvPr id="50" name="Google Shape;230;p34">
            <a:extLst>
              <a:ext uri="{FF2B5EF4-FFF2-40B4-BE49-F238E27FC236}">
                <a16:creationId xmlns:a16="http://schemas.microsoft.com/office/drawing/2014/main" id="{C72A92D1-BB1D-4EDB-846A-797698F38414}"/>
              </a:ext>
            </a:extLst>
          </p:cNvPr>
          <p:cNvSpPr txBox="1">
            <a:spLocks/>
          </p:cNvSpPr>
          <p:nvPr/>
        </p:nvSpPr>
        <p:spPr>
          <a:xfrm>
            <a:off x="5791179" y="3831766"/>
            <a:ext cx="3115754" cy="597993"/>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1pPr>
            <a:lvl2pPr marL="914400" marR="0" lvl="1" indent="-317500" algn="l"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2pPr>
            <a:lvl3pPr marL="1371600" marR="0" lvl="2" indent="-317500" algn="l"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3pPr>
            <a:lvl4pPr marL="1828800" marR="0" lvl="3" indent="-317500" algn="l"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4pPr>
            <a:lvl5pPr marL="2286000" marR="0" lvl="4" indent="-317500" algn="l"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5pPr>
            <a:lvl6pPr marL="2743200" marR="0" lvl="5" indent="-317500" algn="l"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6pPr>
            <a:lvl7pPr marL="3200400" marR="0" lvl="6" indent="-317500" algn="l"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7pPr>
            <a:lvl8pPr marL="3657600" marR="0" lvl="7" indent="-317500" algn="l"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8pPr>
            <a:lvl9pPr marL="4114800" marR="0" lvl="8" indent="-317500" algn="l"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9pPr>
          </a:lstStyle>
          <a:p>
            <a:pPr marL="0" indent="0"/>
            <a:r>
              <a:rPr lang="en-US" dirty="0">
                <a:solidFill>
                  <a:schemeClr val="lt1"/>
                </a:solidFill>
              </a:rPr>
              <a:t>Must retrieve key/code or other objectives before escaping</a:t>
            </a:r>
          </a:p>
        </p:txBody>
      </p:sp>
      <p:grpSp>
        <p:nvGrpSpPr>
          <p:cNvPr id="52" name="Google Shape;10348;p70">
            <a:extLst>
              <a:ext uri="{FF2B5EF4-FFF2-40B4-BE49-F238E27FC236}">
                <a16:creationId xmlns:a16="http://schemas.microsoft.com/office/drawing/2014/main" id="{89AAD66A-CA6B-4766-876C-5447A15A6015}"/>
              </a:ext>
            </a:extLst>
          </p:cNvPr>
          <p:cNvGrpSpPr/>
          <p:nvPr/>
        </p:nvGrpSpPr>
        <p:grpSpPr>
          <a:xfrm>
            <a:off x="3512288" y="1407355"/>
            <a:ext cx="464400" cy="464400"/>
            <a:chOff x="-9119650" y="2056875"/>
            <a:chExt cx="273325" cy="350525"/>
          </a:xfrm>
          <a:solidFill>
            <a:schemeClr val="accent3"/>
          </a:solidFill>
        </p:grpSpPr>
        <p:sp>
          <p:nvSpPr>
            <p:cNvPr id="53" name="Google Shape;10349;p70">
              <a:extLst>
                <a:ext uri="{FF2B5EF4-FFF2-40B4-BE49-F238E27FC236}">
                  <a16:creationId xmlns:a16="http://schemas.microsoft.com/office/drawing/2014/main" id="{5D6CF11F-1E79-4CD2-A438-1C7325474DC5}"/>
                </a:ext>
              </a:extLst>
            </p:cNvPr>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350;p70">
              <a:extLst>
                <a:ext uri="{FF2B5EF4-FFF2-40B4-BE49-F238E27FC236}">
                  <a16:creationId xmlns:a16="http://schemas.microsoft.com/office/drawing/2014/main" id="{4DF22730-51F9-4B1D-A9FA-21F9B8E122AE}"/>
                </a:ext>
              </a:extLst>
            </p:cNvPr>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55" name="Google Shape;8911;p66">
            <a:extLst>
              <a:ext uri="{FF2B5EF4-FFF2-40B4-BE49-F238E27FC236}">
                <a16:creationId xmlns:a16="http://schemas.microsoft.com/office/drawing/2014/main" id="{3EBAA9DC-6642-4443-B16A-8DF59970D31D}"/>
              </a:ext>
            </a:extLst>
          </p:cNvPr>
          <p:cNvGrpSpPr/>
          <p:nvPr/>
        </p:nvGrpSpPr>
        <p:grpSpPr>
          <a:xfrm>
            <a:off x="5213743" y="2475726"/>
            <a:ext cx="464400" cy="464400"/>
            <a:chOff x="5053975" y="4399375"/>
            <a:chExt cx="483000" cy="482975"/>
          </a:xfrm>
          <a:solidFill>
            <a:schemeClr val="accent3"/>
          </a:solidFill>
        </p:grpSpPr>
        <p:sp>
          <p:nvSpPr>
            <p:cNvPr id="56" name="Google Shape;8912;p66">
              <a:extLst>
                <a:ext uri="{FF2B5EF4-FFF2-40B4-BE49-F238E27FC236}">
                  <a16:creationId xmlns:a16="http://schemas.microsoft.com/office/drawing/2014/main" id="{65726ED5-F467-43E1-92B0-C15B5B3D654A}"/>
                </a:ext>
              </a:extLst>
            </p:cNvPr>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7" name="Google Shape;8913;p66">
              <a:extLst>
                <a:ext uri="{FF2B5EF4-FFF2-40B4-BE49-F238E27FC236}">
                  <a16:creationId xmlns:a16="http://schemas.microsoft.com/office/drawing/2014/main" id="{377F95C7-6102-45D7-ACE8-C79AEDB4D225}"/>
                </a:ext>
              </a:extLst>
            </p:cNvPr>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 name="Google Shape;8914;p66">
              <a:extLst>
                <a:ext uri="{FF2B5EF4-FFF2-40B4-BE49-F238E27FC236}">
                  <a16:creationId xmlns:a16="http://schemas.microsoft.com/office/drawing/2014/main" id="{CF34D3A1-D715-4700-901B-ACD08285EC7E}"/>
                </a:ext>
              </a:extLst>
            </p:cNvPr>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 name="Google Shape;212;p34">
            <a:extLst>
              <a:ext uri="{FF2B5EF4-FFF2-40B4-BE49-F238E27FC236}">
                <a16:creationId xmlns:a16="http://schemas.microsoft.com/office/drawing/2014/main" id="{A847B0D7-67E2-4CD7-BA35-F29F4580C3B4}"/>
              </a:ext>
            </a:extLst>
          </p:cNvPr>
          <p:cNvGrpSpPr/>
          <p:nvPr/>
        </p:nvGrpSpPr>
        <p:grpSpPr>
          <a:xfrm>
            <a:off x="5182911" y="1407356"/>
            <a:ext cx="462789" cy="462723"/>
            <a:chOff x="761872" y="3525673"/>
            <a:chExt cx="377941" cy="377888"/>
          </a:xfrm>
        </p:grpSpPr>
        <p:sp>
          <p:nvSpPr>
            <p:cNvPr id="60" name="Google Shape;213;p34">
              <a:extLst>
                <a:ext uri="{FF2B5EF4-FFF2-40B4-BE49-F238E27FC236}">
                  <a16:creationId xmlns:a16="http://schemas.microsoft.com/office/drawing/2014/main" id="{0E5579B4-52AA-49FC-8358-D1A4B5A96F9B}"/>
                </a:ext>
              </a:extLst>
            </p:cNvPr>
            <p:cNvSpPr/>
            <p:nvPr/>
          </p:nvSpPr>
          <p:spPr>
            <a:xfrm>
              <a:off x="806176" y="3658503"/>
              <a:ext cx="132857" cy="22138"/>
            </a:xfrm>
            <a:custGeom>
              <a:avLst/>
              <a:gdLst/>
              <a:ahLst/>
              <a:cxnLst/>
              <a:rect l="l" t="t" r="r" b="b"/>
              <a:pathLst>
                <a:path w="4927" h="821" extrusionOk="0">
                  <a:moveTo>
                    <a:pt x="414" y="1"/>
                  </a:moveTo>
                  <a:cubicBezTo>
                    <a:pt x="182" y="1"/>
                    <a:pt x="0" y="181"/>
                    <a:pt x="0" y="407"/>
                  </a:cubicBezTo>
                  <a:cubicBezTo>
                    <a:pt x="0" y="632"/>
                    <a:pt x="182" y="820"/>
                    <a:pt x="414" y="820"/>
                  </a:cubicBezTo>
                  <a:lnTo>
                    <a:pt x="4519" y="820"/>
                  </a:lnTo>
                  <a:cubicBezTo>
                    <a:pt x="4744" y="820"/>
                    <a:pt x="4926" y="632"/>
                    <a:pt x="4926" y="407"/>
                  </a:cubicBezTo>
                  <a:cubicBezTo>
                    <a:pt x="4926" y="181"/>
                    <a:pt x="4744" y="1"/>
                    <a:pt x="45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214;p34">
              <a:extLst>
                <a:ext uri="{FF2B5EF4-FFF2-40B4-BE49-F238E27FC236}">
                  <a16:creationId xmlns:a16="http://schemas.microsoft.com/office/drawing/2014/main" id="{F2AA7E82-DC2E-4EA3-987C-A6EFA986CBDB}"/>
                </a:ext>
              </a:extLst>
            </p:cNvPr>
            <p:cNvSpPr/>
            <p:nvPr/>
          </p:nvSpPr>
          <p:spPr>
            <a:xfrm>
              <a:off x="1073372" y="3658503"/>
              <a:ext cx="22138" cy="22138"/>
            </a:xfrm>
            <a:custGeom>
              <a:avLst/>
              <a:gdLst/>
              <a:ahLst/>
              <a:cxnLst/>
              <a:rect l="l" t="t" r="r" b="b"/>
              <a:pathLst>
                <a:path w="821" h="821" extrusionOk="0">
                  <a:moveTo>
                    <a:pt x="414" y="1"/>
                  </a:moveTo>
                  <a:cubicBezTo>
                    <a:pt x="181" y="1"/>
                    <a:pt x="1" y="181"/>
                    <a:pt x="1" y="407"/>
                  </a:cubicBezTo>
                  <a:cubicBezTo>
                    <a:pt x="1" y="632"/>
                    <a:pt x="181" y="820"/>
                    <a:pt x="414" y="820"/>
                  </a:cubicBezTo>
                  <a:cubicBezTo>
                    <a:pt x="640" y="820"/>
                    <a:pt x="821" y="632"/>
                    <a:pt x="821" y="407"/>
                  </a:cubicBezTo>
                  <a:cubicBezTo>
                    <a:pt x="821" y="181"/>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215;p34">
              <a:extLst>
                <a:ext uri="{FF2B5EF4-FFF2-40B4-BE49-F238E27FC236}">
                  <a16:creationId xmlns:a16="http://schemas.microsoft.com/office/drawing/2014/main" id="{54924CC1-5DCC-4CAB-9B63-FE72C0B1CCE7}"/>
                </a:ext>
              </a:extLst>
            </p:cNvPr>
            <p:cNvSpPr/>
            <p:nvPr/>
          </p:nvSpPr>
          <p:spPr>
            <a:xfrm>
              <a:off x="1029096" y="3658503"/>
              <a:ext cx="22165" cy="22138"/>
            </a:xfrm>
            <a:custGeom>
              <a:avLst/>
              <a:gdLst/>
              <a:ahLst/>
              <a:cxnLst/>
              <a:rect l="l" t="t" r="r" b="b"/>
              <a:pathLst>
                <a:path w="822" h="821" extrusionOk="0">
                  <a:moveTo>
                    <a:pt x="414" y="1"/>
                  </a:moveTo>
                  <a:cubicBezTo>
                    <a:pt x="182" y="1"/>
                    <a:pt x="0" y="181"/>
                    <a:pt x="0" y="407"/>
                  </a:cubicBezTo>
                  <a:cubicBezTo>
                    <a:pt x="0" y="632"/>
                    <a:pt x="182" y="820"/>
                    <a:pt x="414" y="820"/>
                  </a:cubicBezTo>
                  <a:cubicBezTo>
                    <a:pt x="639" y="820"/>
                    <a:pt x="821" y="632"/>
                    <a:pt x="821" y="407"/>
                  </a:cubicBezTo>
                  <a:cubicBezTo>
                    <a:pt x="821" y="181"/>
                    <a:pt x="639"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216;p34">
              <a:extLst>
                <a:ext uri="{FF2B5EF4-FFF2-40B4-BE49-F238E27FC236}">
                  <a16:creationId xmlns:a16="http://schemas.microsoft.com/office/drawing/2014/main" id="{739E2F6A-7921-46F3-A062-E9746440F5FC}"/>
                </a:ext>
              </a:extLst>
            </p:cNvPr>
            <p:cNvSpPr/>
            <p:nvPr/>
          </p:nvSpPr>
          <p:spPr>
            <a:xfrm>
              <a:off x="984792" y="3658503"/>
              <a:ext cx="22165" cy="22138"/>
            </a:xfrm>
            <a:custGeom>
              <a:avLst/>
              <a:gdLst/>
              <a:ahLst/>
              <a:cxnLst/>
              <a:rect l="l" t="t" r="r" b="b"/>
              <a:pathLst>
                <a:path w="822" h="821" extrusionOk="0">
                  <a:moveTo>
                    <a:pt x="414" y="1"/>
                  </a:moveTo>
                  <a:cubicBezTo>
                    <a:pt x="183" y="1"/>
                    <a:pt x="1" y="181"/>
                    <a:pt x="1" y="407"/>
                  </a:cubicBezTo>
                  <a:cubicBezTo>
                    <a:pt x="1" y="632"/>
                    <a:pt x="183" y="820"/>
                    <a:pt x="414" y="820"/>
                  </a:cubicBezTo>
                  <a:cubicBezTo>
                    <a:pt x="640" y="820"/>
                    <a:pt x="822" y="632"/>
                    <a:pt x="822" y="407"/>
                  </a:cubicBezTo>
                  <a:cubicBezTo>
                    <a:pt x="822" y="181"/>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217;p34">
              <a:extLst>
                <a:ext uri="{FF2B5EF4-FFF2-40B4-BE49-F238E27FC236}">
                  <a16:creationId xmlns:a16="http://schemas.microsoft.com/office/drawing/2014/main" id="{6A8469AA-B99D-4D09-B8F1-70BCE5A063DB}"/>
                </a:ext>
              </a:extLst>
            </p:cNvPr>
            <p:cNvSpPr/>
            <p:nvPr/>
          </p:nvSpPr>
          <p:spPr>
            <a:xfrm>
              <a:off x="806176" y="3569923"/>
              <a:ext cx="132857" cy="22165"/>
            </a:xfrm>
            <a:custGeom>
              <a:avLst/>
              <a:gdLst/>
              <a:ahLst/>
              <a:cxnLst/>
              <a:rect l="l" t="t" r="r" b="b"/>
              <a:pathLst>
                <a:path w="4927" h="822" extrusionOk="0">
                  <a:moveTo>
                    <a:pt x="414" y="1"/>
                  </a:moveTo>
                  <a:cubicBezTo>
                    <a:pt x="182" y="1"/>
                    <a:pt x="0" y="183"/>
                    <a:pt x="0" y="408"/>
                  </a:cubicBezTo>
                  <a:cubicBezTo>
                    <a:pt x="0" y="634"/>
                    <a:pt x="182" y="822"/>
                    <a:pt x="414" y="822"/>
                  </a:cubicBezTo>
                  <a:lnTo>
                    <a:pt x="4519" y="822"/>
                  </a:lnTo>
                  <a:cubicBezTo>
                    <a:pt x="4744" y="822"/>
                    <a:pt x="4926" y="634"/>
                    <a:pt x="4926" y="408"/>
                  </a:cubicBezTo>
                  <a:cubicBezTo>
                    <a:pt x="4926" y="183"/>
                    <a:pt x="4744" y="1"/>
                    <a:pt x="45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218;p34">
              <a:extLst>
                <a:ext uri="{FF2B5EF4-FFF2-40B4-BE49-F238E27FC236}">
                  <a16:creationId xmlns:a16="http://schemas.microsoft.com/office/drawing/2014/main" id="{45CEEFEC-B2BA-4033-9BB4-8795EAFAA964}"/>
                </a:ext>
              </a:extLst>
            </p:cNvPr>
            <p:cNvSpPr/>
            <p:nvPr/>
          </p:nvSpPr>
          <p:spPr>
            <a:xfrm>
              <a:off x="1073372" y="3569923"/>
              <a:ext cx="22138" cy="22165"/>
            </a:xfrm>
            <a:custGeom>
              <a:avLst/>
              <a:gdLst/>
              <a:ahLst/>
              <a:cxnLst/>
              <a:rect l="l" t="t" r="r" b="b"/>
              <a:pathLst>
                <a:path w="821" h="822" extrusionOk="0">
                  <a:moveTo>
                    <a:pt x="414" y="1"/>
                  </a:moveTo>
                  <a:cubicBezTo>
                    <a:pt x="181" y="1"/>
                    <a:pt x="1" y="183"/>
                    <a:pt x="1" y="408"/>
                  </a:cubicBezTo>
                  <a:cubicBezTo>
                    <a:pt x="1" y="634"/>
                    <a:pt x="181" y="822"/>
                    <a:pt x="414" y="822"/>
                  </a:cubicBezTo>
                  <a:cubicBezTo>
                    <a:pt x="640" y="822"/>
                    <a:pt x="821" y="634"/>
                    <a:pt x="821" y="408"/>
                  </a:cubicBezTo>
                  <a:cubicBezTo>
                    <a:pt x="821" y="183"/>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219;p34">
              <a:extLst>
                <a:ext uri="{FF2B5EF4-FFF2-40B4-BE49-F238E27FC236}">
                  <a16:creationId xmlns:a16="http://schemas.microsoft.com/office/drawing/2014/main" id="{530C67B9-DA12-4A31-BCE9-A20023906F81}"/>
                </a:ext>
              </a:extLst>
            </p:cNvPr>
            <p:cNvSpPr/>
            <p:nvPr/>
          </p:nvSpPr>
          <p:spPr>
            <a:xfrm>
              <a:off x="1029096" y="3569923"/>
              <a:ext cx="22165" cy="22165"/>
            </a:xfrm>
            <a:custGeom>
              <a:avLst/>
              <a:gdLst/>
              <a:ahLst/>
              <a:cxnLst/>
              <a:rect l="l" t="t" r="r" b="b"/>
              <a:pathLst>
                <a:path w="822" h="822" extrusionOk="0">
                  <a:moveTo>
                    <a:pt x="414" y="1"/>
                  </a:moveTo>
                  <a:cubicBezTo>
                    <a:pt x="182" y="1"/>
                    <a:pt x="0" y="183"/>
                    <a:pt x="0" y="408"/>
                  </a:cubicBezTo>
                  <a:cubicBezTo>
                    <a:pt x="0" y="634"/>
                    <a:pt x="182" y="822"/>
                    <a:pt x="414" y="822"/>
                  </a:cubicBezTo>
                  <a:cubicBezTo>
                    <a:pt x="639" y="822"/>
                    <a:pt x="821" y="634"/>
                    <a:pt x="821" y="408"/>
                  </a:cubicBezTo>
                  <a:cubicBezTo>
                    <a:pt x="821" y="183"/>
                    <a:pt x="639"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220;p34">
              <a:extLst>
                <a:ext uri="{FF2B5EF4-FFF2-40B4-BE49-F238E27FC236}">
                  <a16:creationId xmlns:a16="http://schemas.microsoft.com/office/drawing/2014/main" id="{C3CEF6B0-BCCD-46C8-B016-C12C3572664F}"/>
                </a:ext>
              </a:extLst>
            </p:cNvPr>
            <p:cNvSpPr/>
            <p:nvPr/>
          </p:nvSpPr>
          <p:spPr>
            <a:xfrm>
              <a:off x="984792" y="3569923"/>
              <a:ext cx="22165" cy="22165"/>
            </a:xfrm>
            <a:custGeom>
              <a:avLst/>
              <a:gdLst/>
              <a:ahLst/>
              <a:cxnLst/>
              <a:rect l="l" t="t" r="r" b="b"/>
              <a:pathLst>
                <a:path w="822" h="822" extrusionOk="0">
                  <a:moveTo>
                    <a:pt x="414" y="1"/>
                  </a:moveTo>
                  <a:cubicBezTo>
                    <a:pt x="183" y="1"/>
                    <a:pt x="1" y="183"/>
                    <a:pt x="1" y="408"/>
                  </a:cubicBezTo>
                  <a:cubicBezTo>
                    <a:pt x="1" y="634"/>
                    <a:pt x="183" y="822"/>
                    <a:pt x="414" y="822"/>
                  </a:cubicBezTo>
                  <a:cubicBezTo>
                    <a:pt x="640" y="822"/>
                    <a:pt x="822" y="634"/>
                    <a:pt x="822" y="408"/>
                  </a:cubicBezTo>
                  <a:cubicBezTo>
                    <a:pt x="822" y="183"/>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221;p34">
              <a:extLst>
                <a:ext uri="{FF2B5EF4-FFF2-40B4-BE49-F238E27FC236}">
                  <a16:creationId xmlns:a16="http://schemas.microsoft.com/office/drawing/2014/main" id="{21B4AEF2-502A-4CD0-91FC-8B51F45B98D9}"/>
                </a:ext>
              </a:extLst>
            </p:cNvPr>
            <p:cNvSpPr/>
            <p:nvPr/>
          </p:nvSpPr>
          <p:spPr>
            <a:xfrm>
              <a:off x="761872" y="3525673"/>
              <a:ext cx="377941" cy="377888"/>
            </a:xfrm>
            <a:custGeom>
              <a:avLst/>
              <a:gdLst/>
              <a:ahLst/>
              <a:cxnLst/>
              <a:rect l="l" t="t" r="r" b="b"/>
              <a:pathLst>
                <a:path w="14016" h="14014" extrusionOk="0">
                  <a:moveTo>
                    <a:pt x="12786" y="820"/>
                  </a:moveTo>
                  <a:cubicBezTo>
                    <a:pt x="13012" y="820"/>
                    <a:pt x="13194" y="1002"/>
                    <a:pt x="13194" y="1228"/>
                  </a:cubicBezTo>
                  <a:lnTo>
                    <a:pt x="13194" y="2870"/>
                  </a:lnTo>
                  <a:cubicBezTo>
                    <a:pt x="13194" y="3096"/>
                    <a:pt x="13012" y="3284"/>
                    <a:pt x="12786" y="3284"/>
                  </a:cubicBezTo>
                  <a:lnTo>
                    <a:pt x="1236" y="3284"/>
                  </a:lnTo>
                  <a:cubicBezTo>
                    <a:pt x="1004" y="3284"/>
                    <a:pt x="822" y="3096"/>
                    <a:pt x="822" y="2870"/>
                  </a:cubicBezTo>
                  <a:lnTo>
                    <a:pt x="822" y="1228"/>
                  </a:lnTo>
                  <a:cubicBezTo>
                    <a:pt x="822" y="1002"/>
                    <a:pt x="1004" y="820"/>
                    <a:pt x="1236" y="820"/>
                  </a:cubicBezTo>
                  <a:close/>
                  <a:moveTo>
                    <a:pt x="12786" y="4105"/>
                  </a:moveTo>
                  <a:cubicBezTo>
                    <a:pt x="13012" y="4105"/>
                    <a:pt x="13194" y="4287"/>
                    <a:pt x="13194" y="4513"/>
                  </a:cubicBezTo>
                  <a:lnTo>
                    <a:pt x="13194" y="6154"/>
                  </a:lnTo>
                  <a:cubicBezTo>
                    <a:pt x="13194" y="6380"/>
                    <a:pt x="13012" y="6568"/>
                    <a:pt x="12786" y="6568"/>
                  </a:cubicBezTo>
                  <a:lnTo>
                    <a:pt x="1236" y="6568"/>
                  </a:lnTo>
                  <a:cubicBezTo>
                    <a:pt x="1004" y="6568"/>
                    <a:pt x="822" y="6380"/>
                    <a:pt x="822" y="6154"/>
                  </a:cubicBezTo>
                  <a:lnTo>
                    <a:pt x="822" y="4513"/>
                  </a:lnTo>
                  <a:cubicBezTo>
                    <a:pt x="822" y="4287"/>
                    <a:pt x="1004" y="4105"/>
                    <a:pt x="1236" y="4105"/>
                  </a:cubicBezTo>
                  <a:close/>
                  <a:moveTo>
                    <a:pt x="3937" y="10999"/>
                  </a:moveTo>
                  <a:cubicBezTo>
                    <a:pt x="4250" y="10999"/>
                    <a:pt x="4527" y="11212"/>
                    <a:pt x="4602" y="11519"/>
                  </a:cubicBezTo>
                  <a:lnTo>
                    <a:pt x="4921" y="12792"/>
                  </a:lnTo>
                  <a:cubicBezTo>
                    <a:pt x="4927" y="12816"/>
                    <a:pt x="4927" y="12841"/>
                    <a:pt x="4927" y="12873"/>
                  </a:cubicBezTo>
                  <a:cubicBezTo>
                    <a:pt x="4927" y="13049"/>
                    <a:pt x="4784" y="13192"/>
                    <a:pt x="4608" y="13192"/>
                  </a:cubicBezTo>
                  <a:cubicBezTo>
                    <a:pt x="4527" y="13192"/>
                    <a:pt x="4452" y="13148"/>
                    <a:pt x="4408" y="13079"/>
                  </a:cubicBezTo>
                  <a:lnTo>
                    <a:pt x="3856" y="12153"/>
                  </a:lnTo>
                  <a:cubicBezTo>
                    <a:pt x="3731" y="11951"/>
                    <a:pt x="3505" y="11820"/>
                    <a:pt x="3266" y="11820"/>
                  </a:cubicBezTo>
                  <a:lnTo>
                    <a:pt x="2483" y="11820"/>
                  </a:lnTo>
                  <a:cubicBezTo>
                    <a:pt x="2245" y="11820"/>
                    <a:pt x="2019" y="11951"/>
                    <a:pt x="1895" y="12153"/>
                  </a:cubicBezTo>
                  <a:lnTo>
                    <a:pt x="1343" y="13079"/>
                  </a:lnTo>
                  <a:cubicBezTo>
                    <a:pt x="1299" y="13148"/>
                    <a:pt x="1224" y="13192"/>
                    <a:pt x="1142" y="13192"/>
                  </a:cubicBezTo>
                  <a:cubicBezTo>
                    <a:pt x="966" y="13192"/>
                    <a:pt x="822" y="13049"/>
                    <a:pt x="822" y="12873"/>
                  </a:cubicBezTo>
                  <a:cubicBezTo>
                    <a:pt x="822" y="12841"/>
                    <a:pt x="828" y="12816"/>
                    <a:pt x="836" y="12792"/>
                  </a:cubicBezTo>
                  <a:lnTo>
                    <a:pt x="1148" y="11519"/>
                  </a:lnTo>
                  <a:cubicBezTo>
                    <a:pt x="1230" y="11212"/>
                    <a:pt x="1499" y="10999"/>
                    <a:pt x="1813" y="10999"/>
                  </a:cubicBezTo>
                  <a:close/>
                  <a:moveTo>
                    <a:pt x="12204" y="10999"/>
                  </a:moveTo>
                  <a:cubicBezTo>
                    <a:pt x="12517" y="10999"/>
                    <a:pt x="12794" y="11212"/>
                    <a:pt x="12869" y="11519"/>
                  </a:cubicBezTo>
                  <a:lnTo>
                    <a:pt x="13188" y="12792"/>
                  </a:lnTo>
                  <a:cubicBezTo>
                    <a:pt x="13194" y="12816"/>
                    <a:pt x="13194" y="12841"/>
                    <a:pt x="13194" y="12873"/>
                  </a:cubicBezTo>
                  <a:cubicBezTo>
                    <a:pt x="13194" y="13049"/>
                    <a:pt x="13049" y="13192"/>
                    <a:pt x="12875" y="13192"/>
                  </a:cubicBezTo>
                  <a:cubicBezTo>
                    <a:pt x="12794" y="13192"/>
                    <a:pt x="12718" y="13148"/>
                    <a:pt x="12673" y="13079"/>
                  </a:cubicBezTo>
                  <a:lnTo>
                    <a:pt x="12123" y="12153"/>
                  </a:lnTo>
                  <a:cubicBezTo>
                    <a:pt x="11996" y="11951"/>
                    <a:pt x="11771" y="11820"/>
                    <a:pt x="11533" y="11820"/>
                  </a:cubicBezTo>
                  <a:lnTo>
                    <a:pt x="10750" y="11820"/>
                  </a:lnTo>
                  <a:cubicBezTo>
                    <a:pt x="10512" y="11820"/>
                    <a:pt x="10286" y="11951"/>
                    <a:pt x="10161" y="12153"/>
                  </a:cubicBezTo>
                  <a:lnTo>
                    <a:pt x="9609" y="13079"/>
                  </a:lnTo>
                  <a:cubicBezTo>
                    <a:pt x="9566" y="13148"/>
                    <a:pt x="9491" y="13192"/>
                    <a:pt x="9409" y="13192"/>
                  </a:cubicBezTo>
                  <a:cubicBezTo>
                    <a:pt x="9233" y="13192"/>
                    <a:pt x="9089" y="13049"/>
                    <a:pt x="9089" y="12873"/>
                  </a:cubicBezTo>
                  <a:cubicBezTo>
                    <a:pt x="9089" y="12841"/>
                    <a:pt x="9095" y="12816"/>
                    <a:pt x="9101" y="12792"/>
                  </a:cubicBezTo>
                  <a:lnTo>
                    <a:pt x="9415" y="11519"/>
                  </a:lnTo>
                  <a:cubicBezTo>
                    <a:pt x="9497" y="11212"/>
                    <a:pt x="9766" y="10999"/>
                    <a:pt x="10079" y="10999"/>
                  </a:cubicBezTo>
                  <a:close/>
                  <a:moveTo>
                    <a:pt x="1236" y="1"/>
                  </a:moveTo>
                  <a:cubicBezTo>
                    <a:pt x="553" y="1"/>
                    <a:pt x="1" y="551"/>
                    <a:pt x="1" y="1228"/>
                  </a:cubicBezTo>
                  <a:lnTo>
                    <a:pt x="1" y="2870"/>
                  </a:lnTo>
                  <a:cubicBezTo>
                    <a:pt x="1" y="3189"/>
                    <a:pt x="121" y="3472"/>
                    <a:pt x="315" y="3692"/>
                  </a:cubicBezTo>
                  <a:cubicBezTo>
                    <a:pt x="121" y="3911"/>
                    <a:pt x="1" y="4199"/>
                    <a:pt x="1" y="4513"/>
                  </a:cubicBezTo>
                  <a:lnTo>
                    <a:pt x="1" y="6154"/>
                  </a:lnTo>
                  <a:cubicBezTo>
                    <a:pt x="1" y="6837"/>
                    <a:pt x="553" y="7389"/>
                    <a:pt x="1236" y="7389"/>
                  </a:cubicBezTo>
                  <a:lnTo>
                    <a:pt x="5479" y="7389"/>
                  </a:lnTo>
                  <a:lnTo>
                    <a:pt x="5479" y="8072"/>
                  </a:lnTo>
                  <a:cubicBezTo>
                    <a:pt x="5479" y="8297"/>
                    <a:pt x="5291" y="8485"/>
                    <a:pt x="5065" y="8485"/>
                  </a:cubicBezTo>
                  <a:lnTo>
                    <a:pt x="3700" y="8485"/>
                  </a:lnTo>
                  <a:cubicBezTo>
                    <a:pt x="3017" y="8485"/>
                    <a:pt x="2465" y="9037"/>
                    <a:pt x="2465" y="9714"/>
                  </a:cubicBezTo>
                  <a:lnTo>
                    <a:pt x="2465" y="10178"/>
                  </a:lnTo>
                  <a:lnTo>
                    <a:pt x="1813" y="10178"/>
                  </a:lnTo>
                  <a:cubicBezTo>
                    <a:pt x="1123" y="10178"/>
                    <a:pt x="521" y="10648"/>
                    <a:pt x="353" y="11319"/>
                  </a:cubicBezTo>
                  <a:lnTo>
                    <a:pt x="32" y="12590"/>
                  </a:lnTo>
                  <a:cubicBezTo>
                    <a:pt x="14" y="12685"/>
                    <a:pt x="1" y="12778"/>
                    <a:pt x="1" y="12873"/>
                  </a:cubicBezTo>
                  <a:cubicBezTo>
                    <a:pt x="1" y="13500"/>
                    <a:pt x="515" y="14013"/>
                    <a:pt x="1142" y="14013"/>
                  </a:cubicBezTo>
                  <a:cubicBezTo>
                    <a:pt x="1512" y="14013"/>
                    <a:pt x="1857" y="13819"/>
                    <a:pt x="2045" y="13500"/>
                  </a:cubicBezTo>
                  <a:lnTo>
                    <a:pt x="2558" y="12641"/>
                  </a:lnTo>
                  <a:lnTo>
                    <a:pt x="3191" y="12641"/>
                  </a:lnTo>
                  <a:lnTo>
                    <a:pt x="3706" y="13500"/>
                  </a:lnTo>
                  <a:cubicBezTo>
                    <a:pt x="3894" y="13819"/>
                    <a:pt x="4238" y="14013"/>
                    <a:pt x="4608" y="14013"/>
                  </a:cubicBezTo>
                  <a:cubicBezTo>
                    <a:pt x="5235" y="14013"/>
                    <a:pt x="5748" y="13500"/>
                    <a:pt x="5748" y="12873"/>
                  </a:cubicBezTo>
                  <a:cubicBezTo>
                    <a:pt x="5748" y="12778"/>
                    <a:pt x="5736" y="12685"/>
                    <a:pt x="5717" y="12590"/>
                  </a:cubicBezTo>
                  <a:lnTo>
                    <a:pt x="5398" y="11319"/>
                  </a:lnTo>
                  <a:cubicBezTo>
                    <a:pt x="5228" y="10648"/>
                    <a:pt x="4626" y="10178"/>
                    <a:pt x="3937" y="10178"/>
                  </a:cubicBezTo>
                  <a:lnTo>
                    <a:pt x="3286" y="10178"/>
                  </a:lnTo>
                  <a:lnTo>
                    <a:pt x="3286" y="9714"/>
                  </a:lnTo>
                  <a:cubicBezTo>
                    <a:pt x="3286" y="9489"/>
                    <a:pt x="3468" y="9307"/>
                    <a:pt x="3700" y="9307"/>
                  </a:cubicBezTo>
                  <a:lnTo>
                    <a:pt x="5065" y="9307"/>
                  </a:lnTo>
                  <a:cubicBezTo>
                    <a:pt x="5742" y="9307"/>
                    <a:pt x="6300" y="8749"/>
                    <a:pt x="6300" y="8072"/>
                  </a:cubicBezTo>
                  <a:lnTo>
                    <a:pt x="6300" y="7389"/>
                  </a:lnTo>
                  <a:lnTo>
                    <a:pt x="7723" y="7389"/>
                  </a:lnTo>
                  <a:lnTo>
                    <a:pt x="7723" y="8072"/>
                  </a:lnTo>
                  <a:cubicBezTo>
                    <a:pt x="7723" y="8749"/>
                    <a:pt x="8274" y="9307"/>
                    <a:pt x="8951" y="9307"/>
                  </a:cubicBezTo>
                  <a:lnTo>
                    <a:pt x="10324" y="9307"/>
                  </a:lnTo>
                  <a:cubicBezTo>
                    <a:pt x="10549" y="9307"/>
                    <a:pt x="10731" y="9489"/>
                    <a:pt x="10731" y="9714"/>
                  </a:cubicBezTo>
                  <a:lnTo>
                    <a:pt x="10731" y="10178"/>
                  </a:lnTo>
                  <a:lnTo>
                    <a:pt x="10079" y="10178"/>
                  </a:lnTo>
                  <a:cubicBezTo>
                    <a:pt x="9390" y="10178"/>
                    <a:pt x="8788" y="10648"/>
                    <a:pt x="8620" y="11319"/>
                  </a:cubicBezTo>
                  <a:lnTo>
                    <a:pt x="8299" y="12590"/>
                  </a:lnTo>
                  <a:cubicBezTo>
                    <a:pt x="8281" y="12685"/>
                    <a:pt x="8268" y="12778"/>
                    <a:pt x="8268" y="12873"/>
                  </a:cubicBezTo>
                  <a:cubicBezTo>
                    <a:pt x="8268" y="13500"/>
                    <a:pt x="8782" y="14013"/>
                    <a:pt x="9409" y="14013"/>
                  </a:cubicBezTo>
                  <a:cubicBezTo>
                    <a:pt x="9778" y="14013"/>
                    <a:pt x="10124" y="13819"/>
                    <a:pt x="10312" y="13500"/>
                  </a:cubicBezTo>
                  <a:lnTo>
                    <a:pt x="10825" y="12641"/>
                  </a:lnTo>
                  <a:lnTo>
                    <a:pt x="11458" y="12641"/>
                  </a:lnTo>
                  <a:lnTo>
                    <a:pt x="11972" y="13500"/>
                  </a:lnTo>
                  <a:cubicBezTo>
                    <a:pt x="12160" y="13819"/>
                    <a:pt x="12505" y="14013"/>
                    <a:pt x="12875" y="14013"/>
                  </a:cubicBezTo>
                  <a:cubicBezTo>
                    <a:pt x="13501" y="14013"/>
                    <a:pt x="14015" y="13500"/>
                    <a:pt x="14015" y="12873"/>
                  </a:cubicBezTo>
                  <a:cubicBezTo>
                    <a:pt x="14015" y="12778"/>
                    <a:pt x="14003" y="12685"/>
                    <a:pt x="13983" y="12590"/>
                  </a:cubicBezTo>
                  <a:lnTo>
                    <a:pt x="13665" y="11319"/>
                  </a:lnTo>
                  <a:cubicBezTo>
                    <a:pt x="13495" y="10648"/>
                    <a:pt x="12893" y="10178"/>
                    <a:pt x="12204" y="10178"/>
                  </a:cubicBezTo>
                  <a:lnTo>
                    <a:pt x="11553" y="10178"/>
                  </a:lnTo>
                  <a:lnTo>
                    <a:pt x="11553" y="9714"/>
                  </a:lnTo>
                  <a:cubicBezTo>
                    <a:pt x="11553" y="9037"/>
                    <a:pt x="11001" y="8485"/>
                    <a:pt x="10324" y="8485"/>
                  </a:cubicBezTo>
                  <a:lnTo>
                    <a:pt x="8951" y="8485"/>
                  </a:lnTo>
                  <a:cubicBezTo>
                    <a:pt x="8725" y="8485"/>
                    <a:pt x="8544" y="8297"/>
                    <a:pt x="8544" y="8072"/>
                  </a:cubicBezTo>
                  <a:lnTo>
                    <a:pt x="8544" y="7389"/>
                  </a:lnTo>
                  <a:lnTo>
                    <a:pt x="12786" y="7389"/>
                  </a:lnTo>
                  <a:cubicBezTo>
                    <a:pt x="13463" y="7389"/>
                    <a:pt x="14015" y="6837"/>
                    <a:pt x="14015" y="6154"/>
                  </a:cubicBezTo>
                  <a:lnTo>
                    <a:pt x="14015" y="4513"/>
                  </a:lnTo>
                  <a:cubicBezTo>
                    <a:pt x="14015" y="4199"/>
                    <a:pt x="13896" y="3911"/>
                    <a:pt x="13702" y="3692"/>
                  </a:cubicBezTo>
                  <a:cubicBezTo>
                    <a:pt x="13896" y="3472"/>
                    <a:pt x="14015" y="3189"/>
                    <a:pt x="14015" y="2870"/>
                  </a:cubicBezTo>
                  <a:lnTo>
                    <a:pt x="14015" y="1228"/>
                  </a:lnTo>
                  <a:cubicBezTo>
                    <a:pt x="14015" y="551"/>
                    <a:pt x="13463" y="1"/>
                    <a:pt x="127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 name="Google Shape;9811;p69">
            <a:extLst>
              <a:ext uri="{FF2B5EF4-FFF2-40B4-BE49-F238E27FC236}">
                <a16:creationId xmlns:a16="http://schemas.microsoft.com/office/drawing/2014/main" id="{94C013A6-B2FC-4604-87FC-3BABD0AA48DD}"/>
              </a:ext>
            </a:extLst>
          </p:cNvPr>
          <p:cNvGrpSpPr/>
          <p:nvPr/>
        </p:nvGrpSpPr>
        <p:grpSpPr>
          <a:xfrm>
            <a:off x="3546488" y="3561904"/>
            <a:ext cx="396000" cy="464400"/>
            <a:chOff x="-54063050" y="2296300"/>
            <a:chExt cx="279625" cy="317450"/>
          </a:xfrm>
          <a:solidFill>
            <a:schemeClr val="accent3"/>
          </a:solidFill>
        </p:grpSpPr>
        <p:sp>
          <p:nvSpPr>
            <p:cNvPr id="75" name="Google Shape;9812;p69">
              <a:extLst>
                <a:ext uri="{FF2B5EF4-FFF2-40B4-BE49-F238E27FC236}">
                  <a16:creationId xmlns:a16="http://schemas.microsoft.com/office/drawing/2014/main" id="{7BA72818-768B-492C-9408-3B4EBBF7B0D8}"/>
                </a:ext>
              </a:extLst>
            </p:cNvPr>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9813;p69">
              <a:extLst>
                <a:ext uri="{FF2B5EF4-FFF2-40B4-BE49-F238E27FC236}">
                  <a16:creationId xmlns:a16="http://schemas.microsoft.com/office/drawing/2014/main" id="{086D021C-5E61-4D91-9C0A-F6E086B30DC8}"/>
                </a:ext>
              </a:extLst>
            </p:cNvPr>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9814;p69">
              <a:extLst>
                <a:ext uri="{FF2B5EF4-FFF2-40B4-BE49-F238E27FC236}">
                  <a16:creationId xmlns:a16="http://schemas.microsoft.com/office/drawing/2014/main" id="{06B42D6E-7410-4A6F-AC6D-FFF499618185}"/>
                </a:ext>
              </a:extLst>
            </p:cNvPr>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9815;p69">
              <a:extLst>
                <a:ext uri="{FF2B5EF4-FFF2-40B4-BE49-F238E27FC236}">
                  <a16:creationId xmlns:a16="http://schemas.microsoft.com/office/drawing/2014/main" id="{40B4FFC4-F986-42AB-B9D9-1302BBA93BC1}"/>
                </a:ext>
              </a:extLst>
            </p:cNvPr>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 name="Google Shape;670;p53">
            <a:extLst>
              <a:ext uri="{FF2B5EF4-FFF2-40B4-BE49-F238E27FC236}">
                <a16:creationId xmlns:a16="http://schemas.microsoft.com/office/drawing/2014/main" id="{E62A6D14-DBDF-43A0-9B76-AB5C39301DC6}"/>
              </a:ext>
            </a:extLst>
          </p:cNvPr>
          <p:cNvGrpSpPr/>
          <p:nvPr/>
        </p:nvGrpSpPr>
        <p:grpSpPr>
          <a:xfrm>
            <a:off x="3465858" y="2420414"/>
            <a:ext cx="464400" cy="464400"/>
            <a:chOff x="7221392" y="4141662"/>
            <a:chExt cx="377860" cy="378238"/>
          </a:xfrm>
        </p:grpSpPr>
        <p:sp>
          <p:nvSpPr>
            <p:cNvPr id="80" name="Google Shape;671;p53">
              <a:extLst>
                <a:ext uri="{FF2B5EF4-FFF2-40B4-BE49-F238E27FC236}">
                  <a16:creationId xmlns:a16="http://schemas.microsoft.com/office/drawing/2014/main" id="{A5F9B44B-CCED-40A9-B7BB-71C091231D1F}"/>
                </a:ext>
              </a:extLst>
            </p:cNvPr>
            <p:cNvSpPr/>
            <p:nvPr/>
          </p:nvSpPr>
          <p:spPr>
            <a:xfrm>
              <a:off x="7266478" y="4141662"/>
              <a:ext cx="287851" cy="378238"/>
            </a:xfrm>
            <a:custGeom>
              <a:avLst/>
              <a:gdLst/>
              <a:ahLst/>
              <a:cxnLst/>
              <a:rect l="l" t="t" r="r" b="b"/>
              <a:pathLst>
                <a:path w="10675" h="14027" extrusionOk="0">
                  <a:moveTo>
                    <a:pt x="4163" y="833"/>
                  </a:moveTo>
                  <a:cubicBezTo>
                    <a:pt x="4357" y="833"/>
                    <a:pt x="4551" y="859"/>
                    <a:pt x="4739" y="915"/>
                  </a:cubicBezTo>
                  <a:cubicBezTo>
                    <a:pt x="5423" y="1108"/>
                    <a:pt x="6135" y="1208"/>
                    <a:pt x="6845" y="1208"/>
                  </a:cubicBezTo>
                  <a:cubicBezTo>
                    <a:pt x="7196" y="1208"/>
                    <a:pt x="7546" y="1184"/>
                    <a:pt x="7891" y="1134"/>
                  </a:cubicBezTo>
                  <a:cubicBezTo>
                    <a:pt x="8274" y="1629"/>
                    <a:pt x="8343" y="2306"/>
                    <a:pt x="8054" y="2870"/>
                  </a:cubicBezTo>
                  <a:cubicBezTo>
                    <a:pt x="7897" y="2795"/>
                    <a:pt x="7715" y="2751"/>
                    <a:pt x="7527" y="2751"/>
                  </a:cubicBezTo>
                  <a:lnTo>
                    <a:pt x="3147" y="2751"/>
                  </a:lnTo>
                  <a:cubicBezTo>
                    <a:pt x="2922" y="2751"/>
                    <a:pt x="2714" y="2814"/>
                    <a:pt x="2534" y="2915"/>
                  </a:cubicBezTo>
                  <a:cubicBezTo>
                    <a:pt x="2470" y="2808"/>
                    <a:pt x="2439" y="2690"/>
                    <a:pt x="2439" y="2557"/>
                  </a:cubicBezTo>
                  <a:cubicBezTo>
                    <a:pt x="2439" y="1611"/>
                    <a:pt x="3217" y="833"/>
                    <a:pt x="4163" y="833"/>
                  </a:cubicBezTo>
                  <a:close/>
                  <a:moveTo>
                    <a:pt x="7527" y="3572"/>
                  </a:moveTo>
                  <a:cubicBezTo>
                    <a:pt x="7753" y="3572"/>
                    <a:pt x="7935" y="3754"/>
                    <a:pt x="7935" y="3980"/>
                  </a:cubicBezTo>
                  <a:lnTo>
                    <a:pt x="7935" y="4801"/>
                  </a:lnTo>
                  <a:cubicBezTo>
                    <a:pt x="7935" y="5033"/>
                    <a:pt x="7753" y="5215"/>
                    <a:pt x="7527" y="5215"/>
                  </a:cubicBezTo>
                  <a:lnTo>
                    <a:pt x="6870" y="5215"/>
                  </a:lnTo>
                  <a:cubicBezTo>
                    <a:pt x="6393" y="5215"/>
                    <a:pt x="5942" y="4976"/>
                    <a:pt x="5679" y="4582"/>
                  </a:cubicBezTo>
                  <a:cubicBezTo>
                    <a:pt x="5604" y="4463"/>
                    <a:pt x="5473" y="4394"/>
                    <a:pt x="5334" y="4394"/>
                  </a:cubicBezTo>
                  <a:cubicBezTo>
                    <a:pt x="5196" y="4394"/>
                    <a:pt x="5071" y="4463"/>
                    <a:pt x="4996" y="4576"/>
                  </a:cubicBezTo>
                  <a:lnTo>
                    <a:pt x="4996" y="4582"/>
                  </a:lnTo>
                  <a:cubicBezTo>
                    <a:pt x="4727" y="4976"/>
                    <a:pt x="4281" y="5215"/>
                    <a:pt x="3805" y="5215"/>
                  </a:cubicBezTo>
                  <a:lnTo>
                    <a:pt x="3147" y="5215"/>
                  </a:lnTo>
                  <a:cubicBezTo>
                    <a:pt x="2922" y="5215"/>
                    <a:pt x="2734" y="5033"/>
                    <a:pt x="2734" y="4801"/>
                  </a:cubicBezTo>
                  <a:lnTo>
                    <a:pt x="2734" y="3980"/>
                  </a:lnTo>
                  <a:cubicBezTo>
                    <a:pt x="2734" y="3754"/>
                    <a:pt x="2922" y="3572"/>
                    <a:pt x="3147" y="3572"/>
                  </a:cubicBezTo>
                  <a:close/>
                  <a:moveTo>
                    <a:pt x="5334" y="5435"/>
                  </a:moveTo>
                  <a:cubicBezTo>
                    <a:pt x="5748" y="5817"/>
                    <a:pt x="6294" y="6036"/>
                    <a:pt x="6870" y="6036"/>
                  </a:cubicBezTo>
                  <a:lnTo>
                    <a:pt x="7391" y="6036"/>
                  </a:lnTo>
                  <a:lnTo>
                    <a:pt x="7391" y="6450"/>
                  </a:lnTo>
                  <a:cubicBezTo>
                    <a:pt x="7391" y="7576"/>
                    <a:pt x="6468" y="8500"/>
                    <a:pt x="5337" y="8500"/>
                  </a:cubicBezTo>
                  <a:cubicBezTo>
                    <a:pt x="5311" y="8500"/>
                    <a:pt x="5285" y="8500"/>
                    <a:pt x="5259" y="8499"/>
                  </a:cubicBezTo>
                  <a:cubicBezTo>
                    <a:pt x="4151" y="8455"/>
                    <a:pt x="3286" y="7527"/>
                    <a:pt x="3286" y="6418"/>
                  </a:cubicBezTo>
                  <a:lnTo>
                    <a:pt x="3286" y="6036"/>
                  </a:lnTo>
                  <a:lnTo>
                    <a:pt x="3805" y="6036"/>
                  </a:lnTo>
                  <a:cubicBezTo>
                    <a:pt x="4382" y="6036"/>
                    <a:pt x="4927" y="5817"/>
                    <a:pt x="5334" y="5435"/>
                  </a:cubicBezTo>
                  <a:close/>
                  <a:moveTo>
                    <a:pt x="5886" y="9257"/>
                  </a:moveTo>
                  <a:lnTo>
                    <a:pt x="5886" y="10128"/>
                  </a:lnTo>
                  <a:cubicBezTo>
                    <a:pt x="5886" y="10428"/>
                    <a:pt x="5641" y="10674"/>
                    <a:pt x="5334" y="10674"/>
                  </a:cubicBezTo>
                  <a:cubicBezTo>
                    <a:pt x="5034" y="10674"/>
                    <a:pt x="4790" y="10428"/>
                    <a:pt x="4790" y="10128"/>
                  </a:cubicBezTo>
                  <a:lnTo>
                    <a:pt x="4790" y="9257"/>
                  </a:lnTo>
                  <a:cubicBezTo>
                    <a:pt x="4964" y="9288"/>
                    <a:pt x="5146" y="9308"/>
                    <a:pt x="5334" y="9308"/>
                  </a:cubicBezTo>
                  <a:cubicBezTo>
                    <a:pt x="5522" y="9308"/>
                    <a:pt x="5704" y="9288"/>
                    <a:pt x="5886" y="9257"/>
                  </a:cubicBezTo>
                  <a:close/>
                  <a:moveTo>
                    <a:pt x="8073" y="10141"/>
                  </a:moveTo>
                  <a:cubicBezTo>
                    <a:pt x="9057" y="10141"/>
                    <a:pt x="9853" y="10937"/>
                    <a:pt x="9853" y="11921"/>
                  </a:cubicBezTo>
                  <a:lnTo>
                    <a:pt x="9853" y="13205"/>
                  </a:lnTo>
                  <a:lnTo>
                    <a:pt x="8756" y="13205"/>
                  </a:lnTo>
                  <a:lnTo>
                    <a:pt x="8756" y="12479"/>
                  </a:lnTo>
                  <a:cubicBezTo>
                    <a:pt x="8756" y="12265"/>
                    <a:pt x="8606" y="12083"/>
                    <a:pt x="8392" y="12059"/>
                  </a:cubicBezTo>
                  <a:cubicBezTo>
                    <a:pt x="8378" y="12057"/>
                    <a:pt x="8363" y="12057"/>
                    <a:pt x="8349" y="12057"/>
                  </a:cubicBezTo>
                  <a:cubicBezTo>
                    <a:pt x="8124" y="12057"/>
                    <a:pt x="7935" y="12242"/>
                    <a:pt x="7935" y="12467"/>
                  </a:cubicBezTo>
                  <a:lnTo>
                    <a:pt x="7935" y="13205"/>
                  </a:lnTo>
                  <a:lnTo>
                    <a:pt x="2734" y="13205"/>
                  </a:lnTo>
                  <a:lnTo>
                    <a:pt x="2734" y="12479"/>
                  </a:lnTo>
                  <a:cubicBezTo>
                    <a:pt x="2734" y="12265"/>
                    <a:pt x="2583" y="12083"/>
                    <a:pt x="2370" y="12059"/>
                  </a:cubicBezTo>
                  <a:cubicBezTo>
                    <a:pt x="2355" y="12057"/>
                    <a:pt x="2341" y="12057"/>
                    <a:pt x="2326" y="12057"/>
                  </a:cubicBezTo>
                  <a:cubicBezTo>
                    <a:pt x="2101" y="12057"/>
                    <a:pt x="1912" y="12242"/>
                    <a:pt x="1912" y="12467"/>
                  </a:cubicBezTo>
                  <a:lnTo>
                    <a:pt x="1912" y="13205"/>
                  </a:lnTo>
                  <a:lnTo>
                    <a:pt x="822" y="13205"/>
                  </a:lnTo>
                  <a:lnTo>
                    <a:pt x="822" y="11921"/>
                  </a:lnTo>
                  <a:cubicBezTo>
                    <a:pt x="822" y="10937"/>
                    <a:pt x="1618" y="10141"/>
                    <a:pt x="2601" y="10141"/>
                  </a:cubicBezTo>
                  <a:lnTo>
                    <a:pt x="3969" y="10141"/>
                  </a:lnTo>
                  <a:cubicBezTo>
                    <a:pt x="3969" y="10899"/>
                    <a:pt x="4582" y="11513"/>
                    <a:pt x="5334" y="11513"/>
                  </a:cubicBezTo>
                  <a:cubicBezTo>
                    <a:pt x="6092" y="11513"/>
                    <a:pt x="6708" y="10899"/>
                    <a:pt x="6708" y="10141"/>
                  </a:cubicBezTo>
                  <a:close/>
                  <a:moveTo>
                    <a:pt x="4163" y="0"/>
                  </a:moveTo>
                  <a:cubicBezTo>
                    <a:pt x="2759" y="0"/>
                    <a:pt x="1618" y="1140"/>
                    <a:pt x="1618" y="2545"/>
                  </a:cubicBezTo>
                  <a:cubicBezTo>
                    <a:pt x="1618" y="2915"/>
                    <a:pt x="1750" y="3272"/>
                    <a:pt x="1988" y="3554"/>
                  </a:cubicBezTo>
                  <a:cubicBezTo>
                    <a:pt x="1938" y="3685"/>
                    <a:pt x="1912" y="3824"/>
                    <a:pt x="1912" y="3968"/>
                  </a:cubicBezTo>
                  <a:lnTo>
                    <a:pt x="1912" y="4788"/>
                  </a:lnTo>
                  <a:cubicBezTo>
                    <a:pt x="1912" y="5215"/>
                    <a:pt x="2132" y="5591"/>
                    <a:pt x="2464" y="5817"/>
                  </a:cubicBezTo>
                  <a:lnTo>
                    <a:pt x="2464" y="6450"/>
                  </a:lnTo>
                  <a:cubicBezTo>
                    <a:pt x="2464" y="7533"/>
                    <a:pt x="3072" y="8487"/>
                    <a:pt x="3969" y="8975"/>
                  </a:cubicBezTo>
                  <a:lnTo>
                    <a:pt x="3969" y="9320"/>
                  </a:lnTo>
                  <a:lnTo>
                    <a:pt x="2601" y="9320"/>
                  </a:lnTo>
                  <a:cubicBezTo>
                    <a:pt x="1160" y="9320"/>
                    <a:pt x="1" y="10486"/>
                    <a:pt x="1" y="11921"/>
                  </a:cubicBezTo>
                  <a:lnTo>
                    <a:pt x="1" y="13619"/>
                  </a:lnTo>
                  <a:cubicBezTo>
                    <a:pt x="1" y="13844"/>
                    <a:pt x="183" y="14026"/>
                    <a:pt x="408" y="14026"/>
                  </a:cubicBezTo>
                  <a:lnTo>
                    <a:pt x="10267" y="14026"/>
                  </a:lnTo>
                  <a:cubicBezTo>
                    <a:pt x="10492" y="14026"/>
                    <a:pt x="10674" y="13844"/>
                    <a:pt x="10674" y="13619"/>
                  </a:cubicBezTo>
                  <a:lnTo>
                    <a:pt x="10674" y="11921"/>
                  </a:lnTo>
                  <a:cubicBezTo>
                    <a:pt x="10674" y="10486"/>
                    <a:pt x="9508" y="9320"/>
                    <a:pt x="8073" y="9320"/>
                  </a:cubicBezTo>
                  <a:lnTo>
                    <a:pt x="6708" y="9320"/>
                  </a:lnTo>
                  <a:lnTo>
                    <a:pt x="6708" y="8975"/>
                  </a:lnTo>
                  <a:cubicBezTo>
                    <a:pt x="7603" y="8487"/>
                    <a:pt x="8212" y="7533"/>
                    <a:pt x="8212" y="6450"/>
                  </a:cubicBezTo>
                  <a:lnTo>
                    <a:pt x="8212" y="5817"/>
                  </a:lnTo>
                  <a:cubicBezTo>
                    <a:pt x="8543" y="5591"/>
                    <a:pt x="8756" y="5215"/>
                    <a:pt x="8756" y="4788"/>
                  </a:cubicBezTo>
                  <a:lnTo>
                    <a:pt x="8756" y="3968"/>
                  </a:lnTo>
                  <a:cubicBezTo>
                    <a:pt x="8756" y="3786"/>
                    <a:pt x="8719" y="3616"/>
                    <a:pt x="8650" y="3460"/>
                  </a:cubicBezTo>
                  <a:cubicBezTo>
                    <a:pt x="8681" y="3416"/>
                    <a:pt x="8707" y="3372"/>
                    <a:pt x="8731" y="3329"/>
                  </a:cubicBezTo>
                  <a:cubicBezTo>
                    <a:pt x="9277" y="2375"/>
                    <a:pt x="9114" y="1172"/>
                    <a:pt x="8343" y="396"/>
                  </a:cubicBezTo>
                  <a:cubicBezTo>
                    <a:pt x="8267" y="319"/>
                    <a:pt x="8162" y="276"/>
                    <a:pt x="8054" y="276"/>
                  </a:cubicBezTo>
                  <a:cubicBezTo>
                    <a:pt x="8029" y="276"/>
                    <a:pt x="8004" y="278"/>
                    <a:pt x="7979" y="283"/>
                  </a:cubicBezTo>
                  <a:cubicBezTo>
                    <a:pt x="7610" y="343"/>
                    <a:pt x="7235" y="373"/>
                    <a:pt x="6859" y="373"/>
                  </a:cubicBezTo>
                  <a:cubicBezTo>
                    <a:pt x="6221" y="373"/>
                    <a:pt x="5580" y="286"/>
                    <a:pt x="4964" y="113"/>
                  </a:cubicBezTo>
                  <a:cubicBezTo>
                    <a:pt x="4707" y="38"/>
                    <a:pt x="4438" y="0"/>
                    <a:pt x="41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672;p53">
              <a:extLst>
                <a:ext uri="{FF2B5EF4-FFF2-40B4-BE49-F238E27FC236}">
                  <a16:creationId xmlns:a16="http://schemas.microsoft.com/office/drawing/2014/main" id="{7DEA3AB0-EC3A-4B17-81E5-26FAD85605F2}"/>
                </a:ext>
              </a:extLst>
            </p:cNvPr>
            <p:cNvSpPr/>
            <p:nvPr/>
          </p:nvSpPr>
          <p:spPr>
            <a:xfrm>
              <a:off x="7221392" y="4204436"/>
              <a:ext cx="49184" cy="147472"/>
            </a:xfrm>
            <a:custGeom>
              <a:avLst/>
              <a:gdLst/>
              <a:ahLst/>
              <a:cxnLst/>
              <a:rect l="l" t="t" r="r" b="b"/>
              <a:pathLst>
                <a:path w="1824" h="5469" extrusionOk="0">
                  <a:moveTo>
                    <a:pt x="1376" y="1"/>
                  </a:moveTo>
                  <a:cubicBezTo>
                    <a:pt x="1271" y="1"/>
                    <a:pt x="1166" y="41"/>
                    <a:pt x="1085" y="122"/>
                  </a:cubicBezTo>
                  <a:cubicBezTo>
                    <a:pt x="388" y="819"/>
                    <a:pt x="0" y="1745"/>
                    <a:pt x="0" y="2737"/>
                  </a:cubicBezTo>
                  <a:cubicBezTo>
                    <a:pt x="0" y="3720"/>
                    <a:pt x="388" y="4654"/>
                    <a:pt x="1085" y="5349"/>
                  </a:cubicBezTo>
                  <a:cubicBezTo>
                    <a:pt x="1166" y="5431"/>
                    <a:pt x="1273" y="5468"/>
                    <a:pt x="1372" y="5468"/>
                  </a:cubicBezTo>
                  <a:cubicBezTo>
                    <a:pt x="1479" y="5468"/>
                    <a:pt x="1585" y="5431"/>
                    <a:pt x="1667" y="5349"/>
                  </a:cubicBezTo>
                  <a:cubicBezTo>
                    <a:pt x="1823" y="5187"/>
                    <a:pt x="1823" y="4930"/>
                    <a:pt x="1667" y="4767"/>
                  </a:cubicBezTo>
                  <a:cubicBezTo>
                    <a:pt x="1122" y="4227"/>
                    <a:pt x="821" y="3501"/>
                    <a:pt x="821" y="2737"/>
                  </a:cubicBezTo>
                  <a:cubicBezTo>
                    <a:pt x="821" y="1965"/>
                    <a:pt x="1122" y="1244"/>
                    <a:pt x="1667" y="706"/>
                  </a:cubicBezTo>
                  <a:cubicBezTo>
                    <a:pt x="1823" y="542"/>
                    <a:pt x="1823" y="286"/>
                    <a:pt x="1667" y="122"/>
                  </a:cubicBezTo>
                  <a:cubicBezTo>
                    <a:pt x="1585" y="41"/>
                    <a:pt x="1480" y="1"/>
                    <a:pt x="13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673;p53">
              <a:extLst>
                <a:ext uri="{FF2B5EF4-FFF2-40B4-BE49-F238E27FC236}">
                  <a16:creationId xmlns:a16="http://schemas.microsoft.com/office/drawing/2014/main" id="{73B68D11-F673-4ED0-B90A-0237A8DD52BE}"/>
                </a:ext>
              </a:extLst>
            </p:cNvPr>
            <p:cNvSpPr/>
            <p:nvPr/>
          </p:nvSpPr>
          <p:spPr>
            <a:xfrm>
              <a:off x="7260222" y="4235823"/>
              <a:ext cx="41607" cy="84805"/>
            </a:xfrm>
            <a:custGeom>
              <a:avLst/>
              <a:gdLst/>
              <a:ahLst/>
              <a:cxnLst/>
              <a:rect l="l" t="t" r="r" b="b"/>
              <a:pathLst>
                <a:path w="1543" h="3145" extrusionOk="0">
                  <a:moveTo>
                    <a:pt x="1095" y="1"/>
                  </a:moveTo>
                  <a:cubicBezTo>
                    <a:pt x="990" y="1"/>
                    <a:pt x="885" y="40"/>
                    <a:pt x="803" y="118"/>
                  </a:cubicBezTo>
                  <a:cubicBezTo>
                    <a:pt x="1" y="920"/>
                    <a:pt x="1" y="2224"/>
                    <a:pt x="803" y="3026"/>
                  </a:cubicBezTo>
                  <a:cubicBezTo>
                    <a:pt x="885" y="3105"/>
                    <a:pt x="990" y="3144"/>
                    <a:pt x="1095" y="3144"/>
                  </a:cubicBezTo>
                  <a:cubicBezTo>
                    <a:pt x="1200" y="3144"/>
                    <a:pt x="1305" y="3105"/>
                    <a:pt x="1386" y="3026"/>
                  </a:cubicBezTo>
                  <a:cubicBezTo>
                    <a:pt x="1543" y="2863"/>
                    <a:pt x="1543" y="2606"/>
                    <a:pt x="1386" y="2443"/>
                  </a:cubicBezTo>
                  <a:cubicBezTo>
                    <a:pt x="903" y="1961"/>
                    <a:pt x="903" y="1183"/>
                    <a:pt x="1386" y="702"/>
                  </a:cubicBezTo>
                  <a:cubicBezTo>
                    <a:pt x="1543" y="538"/>
                    <a:pt x="1543" y="281"/>
                    <a:pt x="1386" y="118"/>
                  </a:cubicBezTo>
                  <a:cubicBezTo>
                    <a:pt x="1305" y="40"/>
                    <a:pt x="1200" y="1"/>
                    <a:pt x="10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674;p53">
              <a:extLst>
                <a:ext uri="{FF2B5EF4-FFF2-40B4-BE49-F238E27FC236}">
                  <a16:creationId xmlns:a16="http://schemas.microsoft.com/office/drawing/2014/main" id="{322F59DA-0002-4912-9961-A76BB5118923}"/>
                </a:ext>
              </a:extLst>
            </p:cNvPr>
            <p:cNvSpPr/>
            <p:nvPr/>
          </p:nvSpPr>
          <p:spPr>
            <a:xfrm>
              <a:off x="7550230" y="4204436"/>
              <a:ext cx="49022" cy="147472"/>
            </a:xfrm>
            <a:custGeom>
              <a:avLst/>
              <a:gdLst/>
              <a:ahLst/>
              <a:cxnLst/>
              <a:rect l="l" t="t" r="r" b="b"/>
              <a:pathLst>
                <a:path w="1818" h="5469" extrusionOk="0">
                  <a:moveTo>
                    <a:pt x="449" y="1"/>
                  </a:moveTo>
                  <a:cubicBezTo>
                    <a:pt x="344" y="1"/>
                    <a:pt x="239" y="41"/>
                    <a:pt x="157" y="122"/>
                  </a:cubicBezTo>
                  <a:cubicBezTo>
                    <a:pt x="1" y="286"/>
                    <a:pt x="1" y="542"/>
                    <a:pt x="157" y="706"/>
                  </a:cubicBezTo>
                  <a:cubicBezTo>
                    <a:pt x="703" y="1244"/>
                    <a:pt x="998" y="1965"/>
                    <a:pt x="998" y="2737"/>
                  </a:cubicBezTo>
                  <a:cubicBezTo>
                    <a:pt x="998" y="3501"/>
                    <a:pt x="703" y="4227"/>
                    <a:pt x="157" y="4767"/>
                  </a:cubicBezTo>
                  <a:cubicBezTo>
                    <a:pt x="1" y="4930"/>
                    <a:pt x="1" y="5187"/>
                    <a:pt x="157" y="5349"/>
                  </a:cubicBezTo>
                  <a:cubicBezTo>
                    <a:pt x="238" y="5431"/>
                    <a:pt x="345" y="5468"/>
                    <a:pt x="446" y="5468"/>
                  </a:cubicBezTo>
                  <a:cubicBezTo>
                    <a:pt x="553" y="5468"/>
                    <a:pt x="660" y="5431"/>
                    <a:pt x="741" y="5349"/>
                  </a:cubicBezTo>
                  <a:cubicBezTo>
                    <a:pt x="1436" y="4654"/>
                    <a:pt x="1818" y="3720"/>
                    <a:pt x="1818" y="2737"/>
                  </a:cubicBezTo>
                  <a:cubicBezTo>
                    <a:pt x="1818" y="1745"/>
                    <a:pt x="1436" y="819"/>
                    <a:pt x="741" y="122"/>
                  </a:cubicBezTo>
                  <a:cubicBezTo>
                    <a:pt x="659" y="41"/>
                    <a:pt x="554" y="1"/>
                    <a:pt x="4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675;p53">
              <a:extLst>
                <a:ext uri="{FF2B5EF4-FFF2-40B4-BE49-F238E27FC236}">
                  <a16:creationId xmlns:a16="http://schemas.microsoft.com/office/drawing/2014/main" id="{721240EF-8F80-4A93-A94A-CF3A9FB208A8}"/>
                </a:ext>
              </a:extLst>
            </p:cNvPr>
            <p:cNvSpPr/>
            <p:nvPr/>
          </p:nvSpPr>
          <p:spPr>
            <a:xfrm>
              <a:off x="7518816" y="4235823"/>
              <a:ext cx="41580" cy="84805"/>
            </a:xfrm>
            <a:custGeom>
              <a:avLst/>
              <a:gdLst/>
              <a:ahLst/>
              <a:cxnLst/>
              <a:rect l="l" t="t" r="r" b="b"/>
              <a:pathLst>
                <a:path w="1542" h="3145" extrusionOk="0">
                  <a:moveTo>
                    <a:pt x="452" y="1"/>
                  </a:moveTo>
                  <a:cubicBezTo>
                    <a:pt x="347" y="1"/>
                    <a:pt x="241" y="40"/>
                    <a:pt x="162" y="118"/>
                  </a:cubicBezTo>
                  <a:cubicBezTo>
                    <a:pt x="0" y="281"/>
                    <a:pt x="0" y="538"/>
                    <a:pt x="162" y="702"/>
                  </a:cubicBezTo>
                  <a:cubicBezTo>
                    <a:pt x="639" y="1183"/>
                    <a:pt x="639" y="1961"/>
                    <a:pt x="162" y="2443"/>
                  </a:cubicBezTo>
                  <a:cubicBezTo>
                    <a:pt x="0" y="2606"/>
                    <a:pt x="0" y="2863"/>
                    <a:pt x="162" y="3026"/>
                  </a:cubicBezTo>
                  <a:cubicBezTo>
                    <a:pt x="241" y="3105"/>
                    <a:pt x="347" y="3144"/>
                    <a:pt x="452" y="3144"/>
                  </a:cubicBezTo>
                  <a:cubicBezTo>
                    <a:pt x="557" y="3144"/>
                    <a:pt x="662" y="3105"/>
                    <a:pt x="740" y="3026"/>
                  </a:cubicBezTo>
                  <a:cubicBezTo>
                    <a:pt x="1542" y="2224"/>
                    <a:pt x="1542" y="920"/>
                    <a:pt x="740" y="118"/>
                  </a:cubicBezTo>
                  <a:cubicBezTo>
                    <a:pt x="662" y="40"/>
                    <a:pt x="557" y="1"/>
                    <a:pt x="4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642;p53">
            <a:extLst>
              <a:ext uri="{FF2B5EF4-FFF2-40B4-BE49-F238E27FC236}">
                <a16:creationId xmlns:a16="http://schemas.microsoft.com/office/drawing/2014/main" id="{B60FC579-3F59-488B-9898-4131B3A4460E}"/>
              </a:ext>
            </a:extLst>
          </p:cNvPr>
          <p:cNvGrpSpPr/>
          <p:nvPr/>
        </p:nvGrpSpPr>
        <p:grpSpPr>
          <a:xfrm>
            <a:off x="5213743" y="3533326"/>
            <a:ext cx="464400" cy="464400"/>
            <a:chOff x="8014487" y="3526320"/>
            <a:chExt cx="377914" cy="377914"/>
          </a:xfrm>
        </p:grpSpPr>
        <p:sp>
          <p:nvSpPr>
            <p:cNvPr id="86" name="Google Shape;643;p53">
              <a:extLst>
                <a:ext uri="{FF2B5EF4-FFF2-40B4-BE49-F238E27FC236}">
                  <a16:creationId xmlns:a16="http://schemas.microsoft.com/office/drawing/2014/main" id="{76E6126E-754F-4AB2-B194-E680B50301F0}"/>
                </a:ext>
              </a:extLst>
            </p:cNvPr>
            <p:cNvSpPr/>
            <p:nvPr/>
          </p:nvSpPr>
          <p:spPr>
            <a:xfrm>
              <a:off x="8014649" y="3527075"/>
              <a:ext cx="377753" cy="376404"/>
            </a:xfrm>
            <a:custGeom>
              <a:avLst/>
              <a:gdLst/>
              <a:ahLst/>
              <a:cxnLst/>
              <a:rect l="l" t="t" r="r" b="b"/>
              <a:pathLst>
                <a:path w="14009" h="13959" extrusionOk="0">
                  <a:moveTo>
                    <a:pt x="6593" y="1659"/>
                  </a:moveTo>
                  <a:lnTo>
                    <a:pt x="6593" y="2480"/>
                  </a:lnTo>
                  <a:cubicBezTo>
                    <a:pt x="4432" y="2680"/>
                    <a:pt x="2702" y="4404"/>
                    <a:pt x="2508" y="6573"/>
                  </a:cubicBezTo>
                  <a:lnTo>
                    <a:pt x="1681" y="6573"/>
                  </a:lnTo>
                  <a:cubicBezTo>
                    <a:pt x="1881" y="3953"/>
                    <a:pt x="3974" y="1859"/>
                    <a:pt x="6593" y="1659"/>
                  </a:cubicBezTo>
                  <a:close/>
                  <a:moveTo>
                    <a:pt x="7414" y="1659"/>
                  </a:moveTo>
                  <a:cubicBezTo>
                    <a:pt x="10029" y="1859"/>
                    <a:pt x="12121" y="3953"/>
                    <a:pt x="12322" y="6573"/>
                  </a:cubicBezTo>
                  <a:lnTo>
                    <a:pt x="11501" y="6573"/>
                  </a:lnTo>
                  <a:cubicBezTo>
                    <a:pt x="11307" y="4404"/>
                    <a:pt x="9577" y="2680"/>
                    <a:pt x="7414" y="2480"/>
                  </a:cubicBezTo>
                  <a:lnTo>
                    <a:pt x="7414" y="1659"/>
                  </a:lnTo>
                  <a:close/>
                  <a:moveTo>
                    <a:pt x="7414" y="3307"/>
                  </a:moveTo>
                  <a:cubicBezTo>
                    <a:pt x="9126" y="3495"/>
                    <a:pt x="10486" y="4861"/>
                    <a:pt x="10674" y="6573"/>
                  </a:cubicBezTo>
                  <a:lnTo>
                    <a:pt x="10298" y="6573"/>
                  </a:lnTo>
                  <a:cubicBezTo>
                    <a:pt x="10084" y="6573"/>
                    <a:pt x="9902" y="6723"/>
                    <a:pt x="9878" y="6935"/>
                  </a:cubicBezTo>
                  <a:cubicBezTo>
                    <a:pt x="9853" y="7180"/>
                    <a:pt x="10047" y="7394"/>
                    <a:pt x="10286" y="7394"/>
                  </a:cubicBezTo>
                  <a:lnTo>
                    <a:pt x="10674" y="7394"/>
                  </a:lnTo>
                  <a:cubicBezTo>
                    <a:pt x="10486" y="9098"/>
                    <a:pt x="9126" y="10464"/>
                    <a:pt x="7414" y="10652"/>
                  </a:cubicBezTo>
                  <a:lnTo>
                    <a:pt x="7414" y="10264"/>
                  </a:lnTo>
                  <a:cubicBezTo>
                    <a:pt x="7414" y="10040"/>
                    <a:pt x="7227" y="9854"/>
                    <a:pt x="7000" y="9854"/>
                  </a:cubicBezTo>
                  <a:cubicBezTo>
                    <a:pt x="6986" y="9854"/>
                    <a:pt x="6972" y="9855"/>
                    <a:pt x="6957" y="9856"/>
                  </a:cubicBezTo>
                  <a:cubicBezTo>
                    <a:pt x="6744" y="9882"/>
                    <a:pt x="6593" y="10064"/>
                    <a:pt x="6593" y="10276"/>
                  </a:cubicBezTo>
                  <a:lnTo>
                    <a:pt x="6593" y="10652"/>
                  </a:lnTo>
                  <a:cubicBezTo>
                    <a:pt x="4883" y="10464"/>
                    <a:pt x="3523" y="9098"/>
                    <a:pt x="3329" y="7394"/>
                  </a:cubicBezTo>
                  <a:lnTo>
                    <a:pt x="3705" y="7394"/>
                  </a:lnTo>
                  <a:cubicBezTo>
                    <a:pt x="3917" y="7394"/>
                    <a:pt x="4105" y="7236"/>
                    <a:pt x="4125" y="7030"/>
                  </a:cubicBezTo>
                  <a:cubicBezTo>
                    <a:pt x="4156" y="6779"/>
                    <a:pt x="3961" y="6573"/>
                    <a:pt x="3717" y="6573"/>
                  </a:cubicBezTo>
                  <a:lnTo>
                    <a:pt x="3329" y="6573"/>
                  </a:lnTo>
                  <a:cubicBezTo>
                    <a:pt x="3523" y="4861"/>
                    <a:pt x="4883" y="3495"/>
                    <a:pt x="6593" y="3307"/>
                  </a:cubicBezTo>
                  <a:lnTo>
                    <a:pt x="6593" y="3683"/>
                  </a:lnTo>
                  <a:cubicBezTo>
                    <a:pt x="6593" y="3897"/>
                    <a:pt x="6744" y="4077"/>
                    <a:pt x="6957" y="4103"/>
                  </a:cubicBezTo>
                  <a:cubicBezTo>
                    <a:pt x="6972" y="4105"/>
                    <a:pt x="6987" y="4105"/>
                    <a:pt x="7002" y="4105"/>
                  </a:cubicBezTo>
                  <a:cubicBezTo>
                    <a:pt x="7227" y="4105"/>
                    <a:pt x="7414" y="3926"/>
                    <a:pt x="7414" y="3695"/>
                  </a:cubicBezTo>
                  <a:lnTo>
                    <a:pt x="7414" y="3307"/>
                  </a:lnTo>
                  <a:close/>
                  <a:moveTo>
                    <a:pt x="2508" y="7394"/>
                  </a:moveTo>
                  <a:cubicBezTo>
                    <a:pt x="2702" y="9556"/>
                    <a:pt x="4432" y="11279"/>
                    <a:pt x="6593" y="11479"/>
                  </a:cubicBezTo>
                  <a:lnTo>
                    <a:pt x="6593" y="12301"/>
                  </a:lnTo>
                  <a:cubicBezTo>
                    <a:pt x="3974" y="12101"/>
                    <a:pt x="1881" y="10007"/>
                    <a:pt x="1681" y="7394"/>
                  </a:cubicBezTo>
                  <a:close/>
                  <a:moveTo>
                    <a:pt x="12322" y="7394"/>
                  </a:moveTo>
                  <a:cubicBezTo>
                    <a:pt x="12121" y="10007"/>
                    <a:pt x="10029" y="12101"/>
                    <a:pt x="7414" y="12301"/>
                  </a:cubicBezTo>
                  <a:lnTo>
                    <a:pt x="7414" y="11479"/>
                  </a:lnTo>
                  <a:cubicBezTo>
                    <a:pt x="9577" y="11279"/>
                    <a:pt x="11307" y="9556"/>
                    <a:pt x="11501" y="7394"/>
                  </a:cubicBezTo>
                  <a:close/>
                  <a:moveTo>
                    <a:pt x="6998" y="1"/>
                  </a:moveTo>
                  <a:cubicBezTo>
                    <a:pt x="6772" y="1"/>
                    <a:pt x="6593" y="184"/>
                    <a:pt x="6593" y="412"/>
                  </a:cubicBezTo>
                  <a:lnTo>
                    <a:pt x="6593" y="837"/>
                  </a:lnTo>
                  <a:cubicBezTo>
                    <a:pt x="5103" y="932"/>
                    <a:pt x="3711" y="1558"/>
                    <a:pt x="2645" y="2624"/>
                  </a:cubicBezTo>
                  <a:cubicBezTo>
                    <a:pt x="1580" y="3689"/>
                    <a:pt x="953" y="5081"/>
                    <a:pt x="859" y="6573"/>
                  </a:cubicBezTo>
                  <a:lnTo>
                    <a:pt x="446" y="6573"/>
                  </a:lnTo>
                  <a:cubicBezTo>
                    <a:pt x="232" y="6573"/>
                    <a:pt x="50" y="6723"/>
                    <a:pt x="26" y="6935"/>
                  </a:cubicBezTo>
                  <a:cubicBezTo>
                    <a:pt x="0" y="7180"/>
                    <a:pt x="188" y="7394"/>
                    <a:pt x="434" y="7394"/>
                  </a:cubicBezTo>
                  <a:lnTo>
                    <a:pt x="859" y="7394"/>
                  </a:lnTo>
                  <a:cubicBezTo>
                    <a:pt x="953" y="8879"/>
                    <a:pt x="1580" y="10270"/>
                    <a:pt x="2645" y="11335"/>
                  </a:cubicBezTo>
                  <a:cubicBezTo>
                    <a:pt x="3711" y="12401"/>
                    <a:pt x="5103" y="13027"/>
                    <a:pt x="6593" y="13128"/>
                  </a:cubicBezTo>
                  <a:lnTo>
                    <a:pt x="6593" y="13542"/>
                  </a:lnTo>
                  <a:cubicBezTo>
                    <a:pt x="6593" y="13749"/>
                    <a:pt x="6744" y="13937"/>
                    <a:pt x="6957" y="13955"/>
                  </a:cubicBezTo>
                  <a:cubicBezTo>
                    <a:pt x="6975" y="13957"/>
                    <a:pt x="6992" y="13959"/>
                    <a:pt x="7010" y="13959"/>
                  </a:cubicBezTo>
                  <a:cubicBezTo>
                    <a:pt x="7232" y="13959"/>
                    <a:pt x="7414" y="13775"/>
                    <a:pt x="7414" y="13548"/>
                  </a:cubicBezTo>
                  <a:lnTo>
                    <a:pt x="7414" y="13128"/>
                  </a:lnTo>
                  <a:cubicBezTo>
                    <a:pt x="8907" y="13027"/>
                    <a:pt x="10292" y="12401"/>
                    <a:pt x="11357" y="11335"/>
                  </a:cubicBezTo>
                  <a:cubicBezTo>
                    <a:pt x="12422" y="10270"/>
                    <a:pt x="13049" y="8879"/>
                    <a:pt x="13150" y="7394"/>
                  </a:cubicBezTo>
                  <a:lnTo>
                    <a:pt x="13563" y="7394"/>
                  </a:lnTo>
                  <a:cubicBezTo>
                    <a:pt x="13769" y="7394"/>
                    <a:pt x="13958" y="7236"/>
                    <a:pt x="13983" y="7030"/>
                  </a:cubicBezTo>
                  <a:cubicBezTo>
                    <a:pt x="14009" y="6779"/>
                    <a:pt x="13813" y="6573"/>
                    <a:pt x="13569" y="6573"/>
                  </a:cubicBezTo>
                  <a:lnTo>
                    <a:pt x="13150" y="6573"/>
                  </a:lnTo>
                  <a:cubicBezTo>
                    <a:pt x="13049" y="5081"/>
                    <a:pt x="12422" y="3689"/>
                    <a:pt x="11357" y="2624"/>
                  </a:cubicBezTo>
                  <a:cubicBezTo>
                    <a:pt x="10292" y="1558"/>
                    <a:pt x="8907" y="932"/>
                    <a:pt x="7414" y="837"/>
                  </a:cubicBezTo>
                  <a:lnTo>
                    <a:pt x="7414" y="424"/>
                  </a:lnTo>
                  <a:cubicBezTo>
                    <a:pt x="7414" y="212"/>
                    <a:pt x="7258" y="24"/>
                    <a:pt x="7052" y="4"/>
                  </a:cubicBezTo>
                  <a:cubicBezTo>
                    <a:pt x="7034" y="2"/>
                    <a:pt x="7016" y="1"/>
                    <a:pt x="69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644;p53">
              <a:extLst>
                <a:ext uri="{FF2B5EF4-FFF2-40B4-BE49-F238E27FC236}">
                  <a16:creationId xmlns:a16="http://schemas.microsoft.com/office/drawing/2014/main" id="{288A5E52-5B86-40ED-A11F-3627B4354198}"/>
                </a:ext>
              </a:extLst>
            </p:cNvPr>
            <p:cNvSpPr/>
            <p:nvPr/>
          </p:nvSpPr>
          <p:spPr>
            <a:xfrm>
              <a:off x="8148179" y="3659527"/>
              <a:ext cx="110691" cy="110718"/>
            </a:xfrm>
            <a:custGeom>
              <a:avLst/>
              <a:gdLst/>
              <a:ahLst/>
              <a:cxnLst/>
              <a:rect l="l" t="t" r="r" b="b"/>
              <a:pathLst>
                <a:path w="4105" h="4106" extrusionOk="0">
                  <a:moveTo>
                    <a:pt x="2049" y="820"/>
                  </a:moveTo>
                  <a:cubicBezTo>
                    <a:pt x="2732" y="820"/>
                    <a:pt x="3284" y="1378"/>
                    <a:pt x="3284" y="2055"/>
                  </a:cubicBezTo>
                  <a:cubicBezTo>
                    <a:pt x="3284" y="2732"/>
                    <a:pt x="2732" y="3284"/>
                    <a:pt x="2049" y="3284"/>
                  </a:cubicBezTo>
                  <a:cubicBezTo>
                    <a:pt x="1372" y="3284"/>
                    <a:pt x="821" y="2732"/>
                    <a:pt x="821" y="2055"/>
                  </a:cubicBezTo>
                  <a:cubicBezTo>
                    <a:pt x="821" y="1378"/>
                    <a:pt x="1372" y="820"/>
                    <a:pt x="2049" y="820"/>
                  </a:cubicBezTo>
                  <a:close/>
                  <a:moveTo>
                    <a:pt x="2049" y="0"/>
                  </a:moveTo>
                  <a:cubicBezTo>
                    <a:pt x="921" y="0"/>
                    <a:pt x="0" y="921"/>
                    <a:pt x="0" y="2055"/>
                  </a:cubicBezTo>
                  <a:cubicBezTo>
                    <a:pt x="0" y="3189"/>
                    <a:pt x="921" y="4105"/>
                    <a:pt x="2049" y="4105"/>
                  </a:cubicBezTo>
                  <a:cubicBezTo>
                    <a:pt x="3183" y="4105"/>
                    <a:pt x="4105" y="3189"/>
                    <a:pt x="4105" y="2055"/>
                  </a:cubicBezTo>
                  <a:cubicBezTo>
                    <a:pt x="4105" y="921"/>
                    <a:pt x="3183" y="0"/>
                    <a:pt x="20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645;p53">
              <a:extLst>
                <a:ext uri="{FF2B5EF4-FFF2-40B4-BE49-F238E27FC236}">
                  <a16:creationId xmlns:a16="http://schemas.microsoft.com/office/drawing/2014/main" id="{F52761DE-D989-41E8-B508-05222FF97C1C}"/>
                </a:ext>
              </a:extLst>
            </p:cNvPr>
            <p:cNvSpPr/>
            <p:nvPr/>
          </p:nvSpPr>
          <p:spPr>
            <a:xfrm>
              <a:off x="8192429" y="3703777"/>
              <a:ext cx="22165" cy="22165"/>
            </a:xfrm>
            <a:custGeom>
              <a:avLst/>
              <a:gdLst/>
              <a:ahLst/>
              <a:cxnLst/>
              <a:rect l="l" t="t" r="r" b="b"/>
              <a:pathLst>
                <a:path w="822" h="822" extrusionOk="0">
                  <a:moveTo>
                    <a:pt x="408" y="0"/>
                  </a:moveTo>
                  <a:cubicBezTo>
                    <a:pt x="182" y="0"/>
                    <a:pt x="0" y="188"/>
                    <a:pt x="0" y="414"/>
                  </a:cubicBezTo>
                  <a:cubicBezTo>
                    <a:pt x="0" y="640"/>
                    <a:pt x="182" y="822"/>
                    <a:pt x="408" y="822"/>
                  </a:cubicBezTo>
                  <a:cubicBezTo>
                    <a:pt x="633" y="822"/>
                    <a:pt x="821" y="640"/>
                    <a:pt x="821" y="414"/>
                  </a:cubicBezTo>
                  <a:cubicBezTo>
                    <a:pt x="821" y="188"/>
                    <a:pt x="633"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646;p53">
              <a:extLst>
                <a:ext uri="{FF2B5EF4-FFF2-40B4-BE49-F238E27FC236}">
                  <a16:creationId xmlns:a16="http://schemas.microsoft.com/office/drawing/2014/main" id="{EE1C50BD-22FC-4E24-9693-42C58BD5A045}"/>
                </a:ext>
              </a:extLst>
            </p:cNvPr>
            <p:cNvSpPr/>
            <p:nvPr/>
          </p:nvSpPr>
          <p:spPr>
            <a:xfrm>
              <a:off x="8014487" y="3526320"/>
              <a:ext cx="96670" cy="95968"/>
            </a:xfrm>
            <a:custGeom>
              <a:avLst/>
              <a:gdLst/>
              <a:ahLst/>
              <a:cxnLst/>
              <a:rect l="l" t="t" r="r" b="b"/>
              <a:pathLst>
                <a:path w="3585" h="3559" extrusionOk="0">
                  <a:moveTo>
                    <a:pt x="414" y="1"/>
                  </a:moveTo>
                  <a:cubicBezTo>
                    <a:pt x="182" y="1"/>
                    <a:pt x="0" y="183"/>
                    <a:pt x="0" y="408"/>
                  </a:cubicBezTo>
                  <a:lnTo>
                    <a:pt x="0" y="3147"/>
                  </a:lnTo>
                  <a:cubicBezTo>
                    <a:pt x="0" y="3374"/>
                    <a:pt x="184" y="3558"/>
                    <a:pt x="406" y="3558"/>
                  </a:cubicBezTo>
                  <a:cubicBezTo>
                    <a:pt x="423" y="3558"/>
                    <a:pt x="440" y="3557"/>
                    <a:pt x="458" y="3555"/>
                  </a:cubicBezTo>
                  <a:cubicBezTo>
                    <a:pt x="671" y="3535"/>
                    <a:pt x="822" y="3347"/>
                    <a:pt x="822" y="3141"/>
                  </a:cubicBezTo>
                  <a:lnTo>
                    <a:pt x="822" y="822"/>
                  </a:lnTo>
                  <a:lnTo>
                    <a:pt x="3140" y="822"/>
                  </a:lnTo>
                  <a:cubicBezTo>
                    <a:pt x="3347" y="822"/>
                    <a:pt x="3535" y="665"/>
                    <a:pt x="3553" y="458"/>
                  </a:cubicBezTo>
                  <a:cubicBezTo>
                    <a:pt x="3585" y="208"/>
                    <a:pt x="3391" y="1"/>
                    <a:pt x="3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647;p53">
              <a:extLst>
                <a:ext uri="{FF2B5EF4-FFF2-40B4-BE49-F238E27FC236}">
                  <a16:creationId xmlns:a16="http://schemas.microsoft.com/office/drawing/2014/main" id="{87F815C9-83A0-4EAC-9CB8-6C3733D6B236}"/>
                </a:ext>
              </a:extLst>
            </p:cNvPr>
            <p:cNvSpPr/>
            <p:nvPr/>
          </p:nvSpPr>
          <p:spPr>
            <a:xfrm>
              <a:off x="8014487" y="3808293"/>
              <a:ext cx="96670" cy="95941"/>
            </a:xfrm>
            <a:custGeom>
              <a:avLst/>
              <a:gdLst/>
              <a:ahLst/>
              <a:cxnLst/>
              <a:rect l="l" t="t" r="r" b="b"/>
              <a:pathLst>
                <a:path w="3585" h="3558" extrusionOk="0">
                  <a:moveTo>
                    <a:pt x="408" y="0"/>
                  </a:moveTo>
                  <a:cubicBezTo>
                    <a:pt x="186" y="0"/>
                    <a:pt x="0" y="184"/>
                    <a:pt x="0" y="411"/>
                  </a:cubicBezTo>
                  <a:lnTo>
                    <a:pt x="0" y="3150"/>
                  </a:lnTo>
                  <a:cubicBezTo>
                    <a:pt x="0" y="3376"/>
                    <a:pt x="182" y="3558"/>
                    <a:pt x="414" y="3558"/>
                  </a:cubicBezTo>
                  <a:lnTo>
                    <a:pt x="3147" y="3558"/>
                  </a:lnTo>
                  <a:cubicBezTo>
                    <a:pt x="3391" y="3558"/>
                    <a:pt x="3585" y="3350"/>
                    <a:pt x="3553" y="3101"/>
                  </a:cubicBezTo>
                  <a:cubicBezTo>
                    <a:pt x="3535" y="2893"/>
                    <a:pt x="3347" y="2737"/>
                    <a:pt x="3140" y="2737"/>
                  </a:cubicBezTo>
                  <a:lnTo>
                    <a:pt x="822" y="2737"/>
                  </a:lnTo>
                  <a:lnTo>
                    <a:pt x="822" y="425"/>
                  </a:lnTo>
                  <a:cubicBezTo>
                    <a:pt x="822" y="211"/>
                    <a:pt x="671" y="23"/>
                    <a:pt x="458" y="3"/>
                  </a:cubicBezTo>
                  <a:cubicBezTo>
                    <a:pt x="441" y="1"/>
                    <a:pt x="42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648;p53">
              <a:extLst>
                <a:ext uri="{FF2B5EF4-FFF2-40B4-BE49-F238E27FC236}">
                  <a16:creationId xmlns:a16="http://schemas.microsoft.com/office/drawing/2014/main" id="{54E82846-9C57-4492-A5BB-3652422FBAC8}"/>
                </a:ext>
              </a:extLst>
            </p:cNvPr>
            <p:cNvSpPr/>
            <p:nvPr/>
          </p:nvSpPr>
          <p:spPr>
            <a:xfrm>
              <a:off x="8295840" y="3808293"/>
              <a:ext cx="96562" cy="95941"/>
            </a:xfrm>
            <a:custGeom>
              <a:avLst/>
              <a:gdLst/>
              <a:ahLst/>
              <a:cxnLst/>
              <a:rect l="l" t="t" r="r" b="b"/>
              <a:pathLst>
                <a:path w="3581" h="3558" extrusionOk="0">
                  <a:moveTo>
                    <a:pt x="3173" y="0"/>
                  </a:moveTo>
                  <a:cubicBezTo>
                    <a:pt x="3156" y="0"/>
                    <a:pt x="3139" y="1"/>
                    <a:pt x="3122" y="3"/>
                  </a:cubicBezTo>
                  <a:cubicBezTo>
                    <a:pt x="2916" y="23"/>
                    <a:pt x="2759" y="211"/>
                    <a:pt x="2759" y="425"/>
                  </a:cubicBezTo>
                  <a:lnTo>
                    <a:pt x="2759" y="2737"/>
                  </a:lnTo>
                  <a:lnTo>
                    <a:pt x="446" y="2737"/>
                  </a:lnTo>
                  <a:cubicBezTo>
                    <a:pt x="234" y="2737"/>
                    <a:pt x="52" y="2893"/>
                    <a:pt x="26" y="3101"/>
                  </a:cubicBezTo>
                  <a:cubicBezTo>
                    <a:pt x="1" y="3350"/>
                    <a:pt x="189" y="3558"/>
                    <a:pt x="434" y="3558"/>
                  </a:cubicBezTo>
                  <a:lnTo>
                    <a:pt x="3173" y="3558"/>
                  </a:lnTo>
                  <a:cubicBezTo>
                    <a:pt x="3399" y="3558"/>
                    <a:pt x="3581" y="3376"/>
                    <a:pt x="3581" y="3150"/>
                  </a:cubicBezTo>
                  <a:lnTo>
                    <a:pt x="3581" y="411"/>
                  </a:lnTo>
                  <a:cubicBezTo>
                    <a:pt x="3581" y="184"/>
                    <a:pt x="3401" y="0"/>
                    <a:pt x="31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649;p53">
              <a:extLst>
                <a:ext uri="{FF2B5EF4-FFF2-40B4-BE49-F238E27FC236}">
                  <a16:creationId xmlns:a16="http://schemas.microsoft.com/office/drawing/2014/main" id="{E96D80DC-069F-4DA6-85B7-3A8C6EE66EA1}"/>
                </a:ext>
              </a:extLst>
            </p:cNvPr>
            <p:cNvSpPr/>
            <p:nvPr/>
          </p:nvSpPr>
          <p:spPr>
            <a:xfrm>
              <a:off x="8295840" y="3526320"/>
              <a:ext cx="96562" cy="95968"/>
            </a:xfrm>
            <a:custGeom>
              <a:avLst/>
              <a:gdLst/>
              <a:ahLst/>
              <a:cxnLst/>
              <a:rect l="l" t="t" r="r" b="b"/>
              <a:pathLst>
                <a:path w="3581" h="3559" extrusionOk="0">
                  <a:moveTo>
                    <a:pt x="446" y="1"/>
                  </a:moveTo>
                  <a:cubicBezTo>
                    <a:pt x="234" y="1"/>
                    <a:pt x="52" y="157"/>
                    <a:pt x="26" y="365"/>
                  </a:cubicBezTo>
                  <a:cubicBezTo>
                    <a:pt x="1" y="616"/>
                    <a:pt x="189" y="822"/>
                    <a:pt x="434" y="822"/>
                  </a:cubicBezTo>
                  <a:lnTo>
                    <a:pt x="2759" y="822"/>
                  </a:lnTo>
                  <a:lnTo>
                    <a:pt x="2759" y="3141"/>
                  </a:lnTo>
                  <a:cubicBezTo>
                    <a:pt x="2759" y="3347"/>
                    <a:pt x="2916" y="3535"/>
                    <a:pt x="3122" y="3555"/>
                  </a:cubicBezTo>
                  <a:cubicBezTo>
                    <a:pt x="3140" y="3557"/>
                    <a:pt x="3158" y="3558"/>
                    <a:pt x="3175" y="3558"/>
                  </a:cubicBezTo>
                  <a:cubicBezTo>
                    <a:pt x="3402" y="3558"/>
                    <a:pt x="3581" y="3374"/>
                    <a:pt x="3581" y="3147"/>
                  </a:cubicBezTo>
                  <a:lnTo>
                    <a:pt x="3581" y="408"/>
                  </a:lnTo>
                  <a:cubicBezTo>
                    <a:pt x="3581" y="183"/>
                    <a:pt x="3399" y="1"/>
                    <a:pt x="3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50287556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580"/>
        <p:cNvGrpSpPr/>
        <p:nvPr/>
      </p:nvGrpSpPr>
      <p:grpSpPr>
        <a:xfrm>
          <a:off x="0" y="0"/>
          <a:ext cx="0" cy="0"/>
          <a:chOff x="0" y="0"/>
          <a:chExt cx="0" cy="0"/>
        </a:xfrm>
      </p:grpSpPr>
      <p:sp>
        <p:nvSpPr>
          <p:cNvPr id="581" name="Google Shape;581;p5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Game Loop</a:t>
            </a:r>
            <a:endParaRPr dirty="0"/>
          </a:p>
        </p:txBody>
      </p:sp>
      <p:sp>
        <p:nvSpPr>
          <p:cNvPr id="582" name="Google Shape;582;p51"/>
          <p:cNvSpPr/>
          <p:nvPr/>
        </p:nvSpPr>
        <p:spPr>
          <a:xfrm>
            <a:off x="583800" y="1350190"/>
            <a:ext cx="1366187" cy="140910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100"/>
          </a:p>
        </p:txBody>
      </p:sp>
      <p:sp>
        <p:nvSpPr>
          <p:cNvPr id="583" name="Google Shape;583;p51"/>
          <p:cNvSpPr txBox="1"/>
          <p:nvPr/>
        </p:nvSpPr>
        <p:spPr>
          <a:xfrm>
            <a:off x="648268" y="1960313"/>
            <a:ext cx="1237251"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dirty="0">
                <a:solidFill>
                  <a:schemeClr val="lt1"/>
                </a:solidFill>
                <a:latin typeface="Russo One"/>
                <a:ea typeface="Russo One"/>
                <a:cs typeface="Russo One"/>
                <a:sym typeface="Russo One"/>
              </a:rPr>
              <a:t>Observe Guards</a:t>
            </a:r>
            <a:endParaRPr sz="900" b="1" dirty="0">
              <a:solidFill>
                <a:schemeClr val="lt1"/>
              </a:solidFill>
              <a:latin typeface="Russo One"/>
              <a:ea typeface="Russo One"/>
              <a:cs typeface="Russo One"/>
              <a:sym typeface="Russo One"/>
            </a:endParaRPr>
          </a:p>
        </p:txBody>
      </p:sp>
      <p:sp>
        <p:nvSpPr>
          <p:cNvPr id="584" name="Google Shape;584;p51"/>
          <p:cNvSpPr txBox="1"/>
          <p:nvPr/>
        </p:nvSpPr>
        <p:spPr>
          <a:xfrm>
            <a:off x="648268" y="2209440"/>
            <a:ext cx="1237251"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dirty="0">
                <a:solidFill>
                  <a:schemeClr val="lt1"/>
                </a:solidFill>
                <a:latin typeface="Jura"/>
                <a:ea typeface="Jura"/>
                <a:cs typeface="Jura"/>
                <a:sym typeface="Jura"/>
              </a:rPr>
              <a:t>Watch and analyze guard routes and movement</a:t>
            </a:r>
            <a:endParaRPr sz="800" dirty="0">
              <a:solidFill>
                <a:schemeClr val="lt1"/>
              </a:solidFill>
              <a:latin typeface="Jura"/>
              <a:ea typeface="Jura"/>
              <a:cs typeface="Jura"/>
              <a:sym typeface="Jura"/>
            </a:endParaRPr>
          </a:p>
        </p:txBody>
      </p:sp>
      <p:sp>
        <p:nvSpPr>
          <p:cNvPr id="44" name="Google Shape;582;p51">
            <a:extLst>
              <a:ext uri="{FF2B5EF4-FFF2-40B4-BE49-F238E27FC236}">
                <a16:creationId xmlns:a16="http://schemas.microsoft.com/office/drawing/2014/main" id="{6BD3363A-65A5-42CF-98EA-C62B92A24412}"/>
              </a:ext>
            </a:extLst>
          </p:cNvPr>
          <p:cNvSpPr/>
          <p:nvPr/>
        </p:nvSpPr>
        <p:spPr>
          <a:xfrm>
            <a:off x="583800" y="3125231"/>
            <a:ext cx="1366187" cy="140910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100"/>
          </a:p>
        </p:txBody>
      </p:sp>
      <p:sp>
        <p:nvSpPr>
          <p:cNvPr id="45" name="Google Shape;583;p51">
            <a:extLst>
              <a:ext uri="{FF2B5EF4-FFF2-40B4-BE49-F238E27FC236}">
                <a16:creationId xmlns:a16="http://schemas.microsoft.com/office/drawing/2014/main" id="{93C4ABDC-8F73-4D56-A0B9-7BB195F0320E}"/>
              </a:ext>
            </a:extLst>
          </p:cNvPr>
          <p:cNvSpPr txBox="1"/>
          <p:nvPr/>
        </p:nvSpPr>
        <p:spPr>
          <a:xfrm>
            <a:off x="648268" y="3735354"/>
            <a:ext cx="1237251"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dirty="0">
                <a:solidFill>
                  <a:schemeClr val="lt1"/>
                </a:solidFill>
                <a:latin typeface="Russo One"/>
                <a:ea typeface="Russo One"/>
                <a:cs typeface="Russo One"/>
                <a:sym typeface="Russo One"/>
              </a:rPr>
              <a:t>Plan Movement</a:t>
            </a:r>
            <a:endParaRPr sz="900" b="1" dirty="0">
              <a:solidFill>
                <a:schemeClr val="lt1"/>
              </a:solidFill>
              <a:latin typeface="Russo One"/>
              <a:ea typeface="Russo One"/>
              <a:cs typeface="Russo One"/>
              <a:sym typeface="Russo One"/>
            </a:endParaRPr>
          </a:p>
        </p:txBody>
      </p:sp>
      <p:sp>
        <p:nvSpPr>
          <p:cNvPr id="46" name="Google Shape;584;p51">
            <a:extLst>
              <a:ext uri="{FF2B5EF4-FFF2-40B4-BE49-F238E27FC236}">
                <a16:creationId xmlns:a16="http://schemas.microsoft.com/office/drawing/2014/main" id="{922B42BD-9D9C-4D42-B298-050E7B942B48}"/>
              </a:ext>
            </a:extLst>
          </p:cNvPr>
          <p:cNvSpPr txBox="1"/>
          <p:nvPr/>
        </p:nvSpPr>
        <p:spPr>
          <a:xfrm>
            <a:off x="648268" y="3984481"/>
            <a:ext cx="1237251"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dirty="0">
                <a:solidFill>
                  <a:schemeClr val="lt1"/>
                </a:solidFill>
                <a:latin typeface="Jura"/>
                <a:ea typeface="Jura"/>
                <a:cs typeface="Jura"/>
                <a:sym typeface="Jura"/>
              </a:rPr>
              <a:t>Choose a safe path and time your move</a:t>
            </a:r>
            <a:endParaRPr sz="800" dirty="0">
              <a:solidFill>
                <a:schemeClr val="lt1"/>
              </a:solidFill>
              <a:latin typeface="Jura"/>
              <a:ea typeface="Jura"/>
              <a:cs typeface="Jura"/>
              <a:sym typeface="Jura"/>
            </a:endParaRPr>
          </a:p>
        </p:txBody>
      </p:sp>
      <p:sp>
        <p:nvSpPr>
          <p:cNvPr id="50" name="Google Shape;582;p51">
            <a:extLst>
              <a:ext uri="{FF2B5EF4-FFF2-40B4-BE49-F238E27FC236}">
                <a16:creationId xmlns:a16="http://schemas.microsoft.com/office/drawing/2014/main" id="{5C4D35C9-B38B-4DD8-84D8-337D3F14CA56}"/>
              </a:ext>
            </a:extLst>
          </p:cNvPr>
          <p:cNvSpPr/>
          <p:nvPr/>
        </p:nvSpPr>
        <p:spPr>
          <a:xfrm>
            <a:off x="2674352" y="1350190"/>
            <a:ext cx="1366187" cy="1438379"/>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100"/>
          </a:p>
        </p:txBody>
      </p:sp>
      <p:sp>
        <p:nvSpPr>
          <p:cNvPr id="51" name="Google Shape;583;p51">
            <a:extLst>
              <a:ext uri="{FF2B5EF4-FFF2-40B4-BE49-F238E27FC236}">
                <a16:creationId xmlns:a16="http://schemas.microsoft.com/office/drawing/2014/main" id="{192BE736-3273-467B-BE2C-9478D87E6D85}"/>
              </a:ext>
            </a:extLst>
          </p:cNvPr>
          <p:cNvSpPr txBox="1"/>
          <p:nvPr/>
        </p:nvSpPr>
        <p:spPr>
          <a:xfrm>
            <a:off x="2738820" y="1960314"/>
            <a:ext cx="1237251"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dirty="0">
                <a:solidFill>
                  <a:schemeClr val="lt1"/>
                </a:solidFill>
                <a:latin typeface="Russo One"/>
                <a:ea typeface="Russo One"/>
                <a:cs typeface="Russo One"/>
                <a:sym typeface="Russo One"/>
              </a:rPr>
              <a:t>Distract or Lure</a:t>
            </a:r>
            <a:endParaRPr sz="900" b="1" dirty="0">
              <a:solidFill>
                <a:schemeClr val="lt1"/>
              </a:solidFill>
              <a:latin typeface="Russo One"/>
              <a:ea typeface="Russo One"/>
              <a:cs typeface="Russo One"/>
              <a:sym typeface="Russo One"/>
            </a:endParaRPr>
          </a:p>
        </p:txBody>
      </p:sp>
      <p:sp>
        <p:nvSpPr>
          <p:cNvPr id="52" name="Google Shape;584;p51">
            <a:extLst>
              <a:ext uri="{FF2B5EF4-FFF2-40B4-BE49-F238E27FC236}">
                <a16:creationId xmlns:a16="http://schemas.microsoft.com/office/drawing/2014/main" id="{6AE774FD-F747-40C3-A6CC-C3211B124D0F}"/>
              </a:ext>
            </a:extLst>
          </p:cNvPr>
          <p:cNvSpPr txBox="1"/>
          <p:nvPr/>
        </p:nvSpPr>
        <p:spPr>
          <a:xfrm>
            <a:off x="2738820" y="2209441"/>
            <a:ext cx="1237251"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800" dirty="0">
                <a:solidFill>
                  <a:schemeClr val="lt1"/>
                </a:solidFill>
                <a:latin typeface="Jura"/>
                <a:ea typeface="Jura"/>
                <a:cs typeface="Jura"/>
                <a:sym typeface="Jura"/>
              </a:rPr>
              <a:t>Throw objects or cause noise to mislead guards.</a:t>
            </a:r>
          </a:p>
        </p:txBody>
      </p:sp>
      <p:sp>
        <p:nvSpPr>
          <p:cNvPr id="56" name="Google Shape;582;p51">
            <a:extLst>
              <a:ext uri="{FF2B5EF4-FFF2-40B4-BE49-F238E27FC236}">
                <a16:creationId xmlns:a16="http://schemas.microsoft.com/office/drawing/2014/main" id="{4D838CB7-591F-4CCE-B3F5-F367BBE56DB2}"/>
              </a:ext>
            </a:extLst>
          </p:cNvPr>
          <p:cNvSpPr/>
          <p:nvPr/>
        </p:nvSpPr>
        <p:spPr>
          <a:xfrm>
            <a:off x="2674352" y="3125231"/>
            <a:ext cx="1366187" cy="140910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100"/>
          </a:p>
        </p:txBody>
      </p:sp>
      <p:sp>
        <p:nvSpPr>
          <p:cNvPr id="57" name="Google Shape;583;p51">
            <a:extLst>
              <a:ext uri="{FF2B5EF4-FFF2-40B4-BE49-F238E27FC236}">
                <a16:creationId xmlns:a16="http://schemas.microsoft.com/office/drawing/2014/main" id="{4ADD8A15-50E1-4E06-B49B-6B66C8F6E3D6}"/>
              </a:ext>
            </a:extLst>
          </p:cNvPr>
          <p:cNvSpPr txBox="1"/>
          <p:nvPr/>
        </p:nvSpPr>
        <p:spPr>
          <a:xfrm>
            <a:off x="2738820" y="3735354"/>
            <a:ext cx="1237251"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dirty="0">
                <a:solidFill>
                  <a:schemeClr val="lt1"/>
                </a:solidFill>
                <a:latin typeface="Russo One"/>
                <a:ea typeface="Russo One"/>
                <a:cs typeface="Russo One"/>
                <a:sym typeface="Russo One"/>
              </a:rPr>
              <a:t>Move Undetected</a:t>
            </a:r>
            <a:endParaRPr sz="900" b="1" dirty="0">
              <a:solidFill>
                <a:schemeClr val="lt1"/>
              </a:solidFill>
              <a:latin typeface="Russo One"/>
              <a:ea typeface="Russo One"/>
              <a:cs typeface="Russo One"/>
              <a:sym typeface="Russo One"/>
            </a:endParaRPr>
          </a:p>
        </p:txBody>
      </p:sp>
      <p:sp>
        <p:nvSpPr>
          <p:cNvPr id="58" name="Google Shape;584;p51">
            <a:extLst>
              <a:ext uri="{FF2B5EF4-FFF2-40B4-BE49-F238E27FC236}">
                <a16:creationId xmlns:a16="http://schemas.microsoft.com/office/drawing/2014/main" id="{7BC6D9B5-33BA-41B8-B04B-2741B3740531}"/>
              </a:ext>
            </a:extLst>
          </p:cNvPr>
          <p:cNvSpPr txBox="1"/>
          <p:nvPr/>
        </p:nvSpPr>
        <p:spPr>
          <a:xfrm>
            <a:off x="2738820" y="3984481"/>
            <a:ext cx="1237251"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800" dirty="0">
                <a:solidFill>
                  <a:schemeClr val="lt1"/>
                </a:solidFill>
                <a:latin typeface="Jura"/>
                <a:ea typeface="Jura"/>
                <a:cs typeface="Jura"/>
                <a:sym typeface="Jura"/>
              </a:rPr>
              <a:t>Walk, run, hide, or crawl depending on situation to stay undetected</a:t>
            </a:r>
          </a:p>
        </p:txBody>
      </p:sp>
      <p:cxnSp>
        <p:nvCxnSpPr>
          <p:cNvPr id="68" name="Connector: Elbow 67">
            <a:extLst>
              <a:ext uri="{FF2B5EF4-FFF2-40B4-BE49-F238E27FC236}">
                <a16:creationId xmlns:a16="http://schemas.microsoft.com/office/drawing/2014/main" id="{57D55287-B52E-4BD7-814A-B423435C0EE3}"/>
              </a:ext>
            </a:extLst>
          </p:cNvPr>
          <p:cNvCxnSpPr>
            <a:cxnSpLocks/>
            <a:stCxn id="44" idx="3"/>
            <a:endCxn id="50" idx="1"/>
          </p:cNvCxnSpPr>
          <p:nvPr/>
        </p:nvCxnSpPr>
        <p:spPr>
          <a:xfrm flipV="1">
            <a:off x="1949987" y="2069380"/>
            <a:ext cx="724365" cy="1760401"/>
          </a:xfrm>
          <a:prstGeom prst="bentConnector3">
            <a:avLst>
              <a:gd name="adj1" fmla="val 50000"/>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D998C846-28D3-49BC-991A-E382EE411111}"/>
              </a:ext>
            </a:extLst>
          </p:cNvPr>
          <p:cNvCxnSpPr>
            <a:cxnSpLocks/>
            <a:stCxn id="582" idx="2"/>
            <a:endCxn id="44" idx="0"/>
          </p:cNvCxnSpPr>
          <p:nvPr/>
        </p:nvCxnSpPr>
        <p:spPr>
          <a:xfrm>
            <a:off x="1266894" y="2759290"/>
            <a:ext cx="0" cy="365941"/>
          </a:xfrm>
          <a:prstGeom prst="straightConnector1">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15986E3A-B9AE-4D86-A236-5E01B852BCD1}"/>
              </a:ext>
            </a:extLst>
          </p:cNvPr>
          <p:cNvCxnSpPr>
            <a:stCxn id="50" idx="2"/>
            <a:endCxn id="56" idx="0"/>
          </p:cNvCxnSpPr>
          <p:nvPr/>
        </p:nvCxnSpPr>
        <p:spPr>
          <a:xfrm>
            <a:off x="3357446" y="2788569"/>
            <a:ext cx="0" cy="336662"/>
          </a:xfrm>
          <a:prstGeom prst="straightConnector1">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sp>
        <p:nvSpPr>
          <p:cNvPr id="83" name="Google Shape;582;p51">
            <a:extLst>
              <a:ext uri="{FF2B5EF4-FFF2-40B4-BE49-F238E27FC236}">
                <a16:creationId xmlns:a16="http://schemas.microsoft.com/office/drawing/2014/main" id="{EF4616BB-EAE3-4913-A1A5-D2CC54725A63}"/>
              </a:ext>
            </a:extLst>
          </p:cNvPr>
          <p:cNvSpPr/>
          <p:nvPr/>
        </p:nvSpPr>
        <p:spPr>
          <a:xfrm>
            <a:off x="6478042" y="1001622"/>
            <a:ext cx="1366187" cy="140910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100"/>
          </a:p>
        </p:txBody>
      </p:sp>
      <p:sp>
        <p:nvSpPr>
          <p:cNvPr id="84" name="Google Shape;583;p51">
            <a:extLst>
              <a:ext uri="{FF2B5EF4-FFF2-40B4-BE49-F238E27FC236}">
                <a16:creationId xmlns:a16="http://schemas.microsoft.com/office/drawing/2014/main" id="{9230C0E0-012B-44C3-96CC-E85F88F82C32}"/>
              </a:ext>
            </a:extLst>
          </p:cNvPr>
          <p:cNvSpPr txBox="1"/>
          <p:nvPr/>
        </p:nvSpPr>
        <p:spPr>
          <a:xfrm>
            <a:off x="6542510" y="1611745"/>
            <a:ext cx="1237251"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dirty="0">
                <a:solidFill>
                  <a:schemeClr val="lt1"/>
                </a:solidFill>
                <a:latin typeface="Russo One"/>
                <a:ea typeface="Russo One"/>
                <a:cs typeface="Russo One"/>
                <a:sym typeface="Russo One"/>
              </a:rPr>
              <a:t>Chase Mode</a:t>
            </a:r>
            <a:endParaRPr sz="900" b="1" dirty="0">
              <a:solidFill>
                <a:schemeClr val="lt1"/>
              </a:solidFill>
              <a:latin typeface="Russo One"/>
              <a:ea typeface="Russo One"/>
              <a:cs typeface="Russo One"/>
              <a:sym typeface="Russo One"/>
            </a:endParaRPr>
          </a:p>
        </p:txBody>
      </p:sp>
      <p:sp>
        <p:nvSpPr>
          <p:cNvPr id="85" name="Google Shape;584;p51">
            <a:extLst>
              <a:ext uri="{FF2B5EF4-FFF2-40B4-BE49-F238E27FC236}">
                <a16:creationId xmlns:a16="http://schemas.microsoft.com/office/drawing/2014/main" id="{88AD6419-36CE-4E17-AB7D-99EFA4283817}"/>
              </a:ext>
            </a:extLst>
          </p:cNvPr>
          <p:cNvSpPr txBox="1"/>
          <p:nvPr/>
        </p:nvSpPr>
        <p:spPr>
          <a:xfrm>
            <a:off x="6542510" y="1860872"/>
            <a:ext cx="1237251"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800" dirty="0">
                <a:solidFill>
                  <a:schemeClr val="lt1"/>
                </a:solidFill>
                <a:latin typeface="Jura"/>
                <a:ea typeface="Jura"/>
                <a:cs typeface="Jura"/>
                <a:sym typeface="Jura"/>
              </a:rPr>
              <a:t>If detected by guards, they will track and chase you</a:t>
            </a:r>
          </a:p>
        </p:txBody>
      </p:sp>
      <p:sp>
        <p:nvSpPr>
          <p:cNvPr id="89" name="Google Shape;582;p51">
            <a:extLst>
              <a:ext uri="{FF2B5EF4-FFF2-40B4-BE49-F238E27FC236}">
                <a16:creationId xmlns:a16="http://schemas.microsoft.com/office/drawing/2014/main" id="{FD639646-BD80-4EB1-BD27-D70D35A2F9A3}"/>
              </a:ext>
            </a:extLst>
          </p:cNvPr>
          <p:cNvSpPr/>
          <p:nvPr/>
        </p:nvSpPr>
        <p:spPr>
          <a:xfrm>
            <a:off x="6480667" y="2782394"/>
            <a:ext cx="1366187" cy="140910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100"/>
          </a:p>
        </p:txBody>
      </p:sp>
      <p:sp>
        <p:nvSpPr>
          <p:cNvPr id="90" name="Google Shape;583;p51">
            <a:extLst>
              <a:ext uri="{FF2B5EF4-FFF2-40B4-BE49-F238E27FC236}">
                <a16:creationId xmlns:a16="http://schemas.microsoft.com/office/drawing/2014/main" id="{A030C028-522E-4AA7-8D00-25E30D19FFB1}"/>
              </a:ext>
            </a:extLst>
          </p:cNvPr>
          <p:cNvSpPr txBox="1"/>
          <p:nvPr/>
        </p:nvSpPr>
        <p:spPr>
          <a:xfrm>
            <a:off x="6545135" y="3392517"/>
            <a:ext cx="1237251"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dirty="0">
                <a:solidFill>
                  <a:schemeClr val="lt1"/>
                </a:solidFill>
                <a:latin typeface="Russo One"/>
                <a:ea typeface="Russo One"/>
                <a:cs typeface="Russo One"/>
                <a:sym typeface="Russo One"/>
              </a:rPr>
              <a:t>Hide or Break LOS</a:t>
            </a:r>
            <a:endParaRPr sz="900" b="1" dirty="0">
              <a:solidFill>
                <a:schemeClr val="lt1"/>
              </a:solidFill>
              <a:latin typeface="Russo One"/>
              <a:ea typeface="Russo One"/>
              <a:cs typeface="Russo One"/>
              <a:sym typeface="Russo One"/>
            </a:endParaRPr>
          </a:p>
        </p:txBody>
      </p:sp>
      <p:sp>
        <p:nvSpPr>
          <p:cNvPr id="91" name="Google Shape;584;p51">
            <a:extLst>
              <a:ext uri="{FF2B5EF4-FFF2-40B4-BE49-F238E27FC236}">
                <a16:creationId xmlns:a16="http://schemas.microsoft.com/office/drawing/2014/main" id="{C9FFE3E9-1841-4190-83CD-FE39AC0608E9}"/>
              </a:ext>
            </a:extLst>
          </p:cNvPr>
          <p:cNvSpPr txBox="1"/>
          <p:nvPr/>
        </p:nvSpPr>
        <p:spPr>
          <a:xfrm>
            <a:off x="6545135" y="3641644"/>
            <a:ext cx="1237251"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800" dirty="0">
                <a:solidFill>
                  <a:schemeClr val="lt1"/>
                </a:solidFill>
                <a:latin typeface="Jura"/>
                <a:ea typeface="Jura"/>
                <a:cs typeface="Jura"/>
                <a:sym typeface="Jura"/>
              </a:rPr>
              <a:t>Hide or outmaneuver the guard in any way</a:t>
            </a:r>
          </a:p>
        </p:txBody>
      </p:sp>
      <p:grpSp>
        <p:nvGrpSpPr>
          <p:cNvPr id="28" name="Group 27">
            <a:extLst>
              <a:ext uri="{FF2B5EF4-FFF2-40B4-BE49-F238E27FC236}">
                <a16:creationId xmlns:a16="http://schemas.microsoft.com/office/drawing/2014/main" id="{4F6EAD21-24E6-40BF-A361-4846F9559795}"/>
              </a:ext>
            </a:extLst>
          </p:cNvPr>
          <p:cNvGrpSpPr/>
          <p:nvPr/>
        </p:nvGrpSpPr>
        <p:grpSpPr>
          <a:xfrm>
            <a:off x="5476320" y="3658470"/>
            <a:ext cx="765386" cy="342623"/>
            <a:chOff x="6973212" y="2007724"/>
            <a:chExt cx="765386" cy="342623"/>
          </a:xfrm>
        </p:grpSpPr>
        <p:sp>
          <p:nvSpPr>
            <p:cNvPr id="102" name="Google Shape;582;p51">
              <a:extLst>
                <a:ext uri="{FF2B5EF4-FFF2-40B4-BE49-F238E27FC236}">
                  <a16:creationId xmlns:a16="http://schemas.microsoft.com/office/drawing/2014/main" id="{CC4ED611-BF0E-432C-92EB-6DC51A57D5CF}"/>
                </a:ext>
              </a:extLst>
            </p:cNvPr>
            <p:cNvSpPr/>
            <p:nvPr/>
          </p:nvSpPr>
          <p:spPr>
            <a:xfrm>
              <a:off x="6973212" y="2007724"/>
              <a:ext cx="765386" cy="342623"/>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100"/>
            </a:p>
          </p:txBody>
        </p:sp>
        <p:sp>
          <p:nvSpPr>
            <p:cNvPr id="103" name="Google Shape;583;p51">
              <a:extLst>
                <a:ext uri="{FF2B5EF4-FFF2-40B4-BE49-F238E27FC236}">
                  <a16:creationId xmlns:a16="http://schemas.microsoft.com/office/drawing/2014/main" id="{41F17CC3-269C-417B-BAEF-CD6396D8FDFF}"/>
                </a:ext>
              </a:extLst>
            </p:cNvPr>
            <p:cNvSpPr txBox="1"/>
            <p:nvPr/>
          </p:nvSpPr>
          <p:spPr>
            <a:xfrm>
              <a:off x="6973212" y="2037003"/>
              <a:ext cx="765386"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dirty="0">
                  <a:solidFill>
                    <a:schemeClr val="lt1"/>
                  </a:solidFill>
                  <a:latin typeface="Russo One"/>
                  <a:ea typeface="Russo One"/>
                  <a:cs typeface="Russo One"/>
                  <a:sym typeface="Russo One"/>
                </a:rPr>
                <a:t>Detected</a:t>
              </a:r>
              <a:endParaRPr sz="900" b="1" dirty="0">
                <a:solidFill>
                  <a:schemeClr val="lt1"/>
                </a:solidFill>
                <a:latin typeface="Russo One"/>
                <a:ea typeface="Russo One"/>
                <a:cs typeface="Russo One"/>
                <a:sym typeface="Russo One"/>
              </a:endParaRPr>
            </a:p>
          </p:txBody>
        </p:sp>
      </p:grpSp>
      <p:cxnSp>
        <p:nvCxnSpPr>
          <p:cNvPr id="109" name="Connector: Elbow 108">
            <a:extLst>
              <a:ext uri="{FF2B5EF4-FFF2-40B4-BE49-F238E27FC236}">
                <a16:creationId xmlns:a16="http://schemas.microsoft.com/office/drawing/2014/main" id="{F54CF4C7-A984-486E-B908-198A13FF2F08}"/>
              </a:ext>
            </a:extLst>
          </p:cNvPr>
          <p:cNvCxnSpPr>
            <a:cxnSpLocks/>
            <a:stCxn id="56" idx="3"/>
            <a:endCxn id="102" idx="1"/>
          </p:cNvCxnSpPr>
          <p:nvPr/>
        </p:nvCxnSpPr>
        <p:spPr>
          <a:xfrm>
            <a:off x="4040539" y="3829781"/>
            <a:ext cx="1435781" cy="1"/>
          </a:xfrm>
          <a:prstGeom prst="bentConnector3">
            <a:avLst>
              <a:gd name="adj1" fmla="val 50000"/>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nector: Elbow 113">
            <a:extLst>
              <a:ext uri="{FF2B5EF4-FFF2-40B4-BE49-F238E27FC236}">
                <a16:creationId xmlns:a16="http://schemas.microsoft.com/office/drawing/2014/main" id="{5DAFEA13-912F-4446-85CA-2BB71C4CD0DC}"/>
              </a:ext>
            </a:extLst>
          </p:cNvPr>
          <p:cNvCxnSpPr>
            <a:cxnSpLocks/>
            <a:stCxn id="103" idx="0"/>
            <a:endCxn id="83" idx="1"/>
          </p:cNvCxnSpPr>
          <p:nvPr/>
        </p:nvCxnSpPr>
        <p:spPr>
          <a:xfrm rot="5400000" flipH="1" flipV="1">
            <a:off x="5177739" y="2387447"/>
            <a:ext cx="1981577" cy="619029"/>
          </a:xfrm>
          <a:prstGeom prst="bentConnector2">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nvGrpSpPr>
          <p:cNvPr id="118" name="Group 117">
            <a:extLst>
              <a:ext uri="{FF2B5EF4-FFF2-40B4-BE49-F238E27FC236}">
                <a16:creationId xmlns:a16="http://schemas.microsoft.com/office/drawing/2014/main" id="{3A4E198F-7398-4FE6-984C-FBAFF5D4BB36}"/>
              </a:ext>
            </a:extLst>
          </p:cNvPr>
          <p:cNvGrpSpPr/>
          <p:nvPr/>
        </p:nvGrpSpPr>
        <p:grpSpPr>
          <a:xfrm>
            <a:off x="4266742" y="4106952"/>
            <a:ext cx="913780" cy="342623"/>
            <a:chOff x="6973212" y="2007724"/>
            <a:chExt cx="765386" cy="342623"/>
          </a:xfrm>
        </p:grpSpPr>
        <p:sp>
          <p:nvSpPr>
            <p:cNvPr id="119" name="Google Shape;582;p51">
              <a:extLst>
                <a:ext uri="{FF2B5EF4-FFF2-40B4-BE49-F238E27FC236}">
                  <a16:creationId xmlns:a16="http://schemas.microsoft.com/office/drawing/2014/main" id="{1670EE91-65BA-40EC-80E6-CEF4A16F7495}"/>
                </a:ext>
              </a:extLst>
            </p:cNvPr>
            <p:cNvSpPr/>
            <p:nvPr/>
          </p:nvSpPr>
          <p:spPr>
            <a:xfrm>
              <a:off x="6973212" y="2007724"/>
              <a:ext cx="765386" cy="342623"/>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100"/>
            </a:p>
          </p:txBody>
        </p:sp>
        <p:sp>
          <p:nvSpPr>
            <p:cNvPr id="120" name="Google Shape;583;p51">
              <a:extLst>
                <a:ext uri="{FF2B5EF4-FFF2-40B4-BE49-F238E27FC236}">
                  <a16:creationId xmlns:a16="http://schemas.microsoft.com/office/drawing/2014/main" id="{2697795C-62C3-4D34-98A6-9A603873BC43}"/>
                </a:ext>
              </a:extLst>
            </p:cNvPr>
            <p:cNvSpPr txBox="1"/>
            <p:nvPr/>
          </p:nvSpPr>
          <p:spPr>
            <a:xfrm>
              <a:off x="6973212" y="2037003"/>
              <a:ext cx="765386"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dirty="0">
                  <a:solidFill>
                    <a:schemeClr val="lt1"/>
                  </a:solidFill>
                  <a:latin typeface="Russo One"/>
                  <a:ea typeface="Russo One"/>
                  <a:cs typeface="Russo One"/>
                  <a:sym typeface="Russo One"/>
                </a:rPr>
                <a:t>Undetected</a:t>
              </a:r>
              <a:endParaRPr sz="900" b="1" dirty="0">
                <a:solidFill>
                  <a:schemeClr val="lt1"/>
                </a:solidFill>
                <a:latin typeface="Russo One"/>
                <a:ea typeface="Russo One"/>
                <a:cs typeface="Russo One"/>
                <a:sym typeface="Russo One"/>
              </a:endParaRPr>
            </a:p>
          </p:txBody>
        </p:sp>
      </p:grpSp>
      <p:cxnSp>
        <p:nvCxnSpPr>
          <p:cNvPr id="121" name="Connector: Elbow 120">
            <a:extLst>
              <a:ext uri="{FF2B5EF4-FFF2-40B4-BE49-F238E27FC236}">
                <a16:creationId xmlns:a16="http://schemas.microsoft.com/office/drawing/2014/main" id="{905F793D-4890-4035-B74A-12199B6E586D}"/>
              </a:ext>
            </a:extLst>
          </p:cNvPr>
          <p:cNvCxnSpPr>
            <a:cxnSpLocks/>
            <a:stCxn id="56" idx="3"/>
            <a:endCxn id="119" idx="0"/>
          </p:cNvCxnSpPr>
          <p:nvPr/>
        </p:nvCxnSpPr>
        <p:spPr>
          <a:xfrm>
            <a:off x="4040539" y="3829781"/>
            <a:ext cx="683093" cy="277171"/>
          </a:xfrm>
          <a:prstGeom prst="bentConnector2">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nector: Elbow 123">
            <a:extLst>
              <a:ext uri="{FF2B5EF4-FFF2-40B4-BE49-F238E27FC236}">
                <a16:creationId xmlns:a16="http://schemas.microsoft.com/office/drawing/2014/main" id="{C70F412F-4D83-41AE-8FB4-52BFBE081BE7}"/>
              </a:ext>
            </a:extLst>
          </p:cNvPr>
          <p:cNvCxnSpPr>
            <a:cxnSpLocks/>
            <a:stCxn id="119" idx="2"/>
            <a:endCxn id="582" idx="0"/>
          </p:cNvCxnSpPr>
          <p:nvPr/>
        </p:nvCxnSpPr>
        <p:spPr>
          <a:xfrm rot="5400000" flipH="1">
            <a:off x="1445570" y="1171514"/>
            <a:ext cx="3099385" cy="3456738"/>
          </a:xfrm>
          <a:prstGeom prst="bentConnector5">
            <a:avLst>
              <a:gd name="adj1" fmla="val -9999"/>
              <a:gd name="adj2" fmla="val 127654"/>
              <a:gd name="adj3" fmla="val 107376"/>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nvGrpSpPr>
          <p:cNvPr id="129" name="Group 128">
            <a:extLst>
              <a:ext uri="{FF2B5EF4-FFF2-40B4-BE49-F238E27FC236}">
                <a16:creationId xmlns:a16="http://schemas.microsoft.com/office/drawing/2014/main" id="{DCD6607C-02EC-497E-A5FB-C663A52A9A7A}"/>
              </a:ext>
            </a:extLst>
          </p:cNvPr>
          <p:cNvGrpSpPr/>
          <p:nvPr/>
        </p:nvGrpSpPr>
        <p:grpSpPr>
          <a:xfrm>
            <a:off x="6706870" y="4589976"/>
            <a:ext cx="913780" cy="342623"/>
            <a:chOff x="6973212" y="2007724"/>
            <a:chExt cx="765386" cy="342623"/>
          </a:xfrm>
        </p:grpSpPr>
        <p:sp>
          <p:nvSpPr>
            <p:cNvPr id="130" name="Google Shape;582;p51">
              <a:extLst>
                <a:ext uri="{FF2B5EF4-FFF2-40B4-BE49-F238E27FC236}">
                  <a16:creationId xmlns:a16="http://schemas.microsoft.com/office/drawing/2014/main" id="{B7D2D006-8039-4B74-A344-86177372B891}"/>
                </a:ext>
              </a:extLst>
            </p:cNvPr>
            <p:cNvSpPr/>
            <p:nvPr/>
          </p:nvSpPr>
          <p:spPr>
            <a:xfrm>
              <a:off x="6973212" y="2007724"/>
              <a:ext cx="765386" cy="342623"/>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100"/>
            </a:p>
          </p:txBody>
        </p:sp>
        <p:sp>
          <p:nvSpPr>
            <p:cNvPr id="131" name="Google Shape;583;p51">
              <a:extLst>
                <a:ext uri="{FF2B5EF4-FFF2-40B4-BE49-F238E27FC236}">
                  <a16:creationId xmlns:a16="http://schemas.microsoft.com/office/drawing/2014/main" id="{A1632A89-4516-46CD-8F76-62518B3D520D}"/>
                </a:ext>
              </a:extLst>
            </p:cNvPr>
            <p:cNvSpPr txBox="1"/>
            <p:nvPr/>
          </p:nvSpPr>
          <p:spPr>
            <a:xfrm>
              <a:off x="6973212" y="2037003"/>
              <a:ext cx="765386"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dirty="0">
                  <a:solidFill>
                    <a:schemeClr val="lt1"/>
                  </a:solidFill>
                  <a:latin typeface="Russo One"/>
                  <a:ea typeface="Russo One"/>
                  <a:cs typeface="Russo One"/>
                  <a:sym typeface="Russo One"/>
                </a:rPr>
                <a:t>Evaded</a:t>
              </a:r>
              <a:endParaRPr sz="900" b="1" dirty="0">
                <a:solidFill>
                  <a:schemeClr val="lt1"/>
                </a:solidFill>
                <a:latin typeface="Russo One"/>
                <a:ea typeface="Russo One"/>
                <a:cs typeface="Russo One"/>
                <a:sym typeface="Russo One"/>
              </a:endParaRPr>
            </a:p>
          </p:txBody>
        </p:sp>
      </p:grpSp>
      <p:cxnSp>
        <p:nvCxnSpPr>
          <p:cNvPr id="132" name="Straight Arrow Connector 131">
            <a:extLst>
              <a:ext uri="{FF2B5EF4-FFF2-40B4-BE49-F238E27FC236}">
                <a16:creationId xmlns:a16="http://schemas.microsoft.com/office/drawing/2014/main" id="{605362BB-D049-4FE7-A3EF-CE59EF927680}"/>
              </a:ext>
            </a:extLst>
          </p:cNvPr>
          <p:cNvCxnSpPr>
            <a:cxnSpLocks/>
            <a:stCxn id="89" idx="2"/>
            <a:endCxn id="130" idx="0"/>
          </p:cNvCxnSpPr>
          <p:nvPr/>
        </p:nvCxnSpPr>
        <p:spPr>
          <a:xfrm flipH="1">
            <a:off x="7163760" y="4191494"/>
            <a:ext cx="1" cy="398482"/>
          </a:xfrm>
          <a:prstGeom prst="straightConnector1">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cxnSp>
        <p:nvCxnSpPr>
          <p:cNvPr id="135" name="Connector: Elbow 134">
            <a:extLst>
              <a:ext uri="{FF2B5EF4-FFF2-40B4-BE49-F238E27FC236}">
                <a16:creationId xmlns:a16="http://schemas.microsoft.com/office/drawing/2014/main" id="{66A9F9F1-D84A-4E47-9D2B-F5BAD28AD449}"/>
              </a:ext>
            </a:extLst>
          </p:cNvPr>
          <p:cNvCxnSpPr>
            <a:cxnSpLocks/>
            <a:stCxn id="130" idx="1"/>
            <a:endCxn id="582" idx="0"/>
          </p:cNvCxnSpPr>
          <p:nvPr/>
        </p:nvCxnSpPr>
        <p:spPr>
          <a:xfrm rot="10800000">
            <a:off x="1266894" y="1350190"/>
            <a:ext cx="5439976" cy="3411098"/>
          </a:xfrm>
          <a:prstGeom prst="bentConnector4">
            <a:avLst>
              <a:gd name="adj1" fmla="val 117699"/>
              <a:gd name="adj2" fmla="val 106702"/>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cxnSp>
        <p:nvCxnSpPr>
          <p:cNvPr id="140" name="Straight Arrow Connector 139">
            <a:extLst>
              <a:ext uri="{FF2B5EF4-FFF2-40B4-BE49-F238E27FC236}">
                <a16:creationId xmlns:a16="http://schemas.microsoft.com/office/drawing/2014/main" id="{49174A6A-AD96-42C2-9375-11FDFF1D490A}"/>
              </a:ext>
            </a:extLst>
          </p:cNvPr>
          <p:cNvCxnSpPr>
            <a:cxnSpLocks/>
            <a:stCxn id="83" idx="2"/>
            <a:endCxn id="89" idx="0"/>
          </p:cNvCxnSpPr>
          <p:nvPr/>
        </p:nvCxnSpPr>
        <p:spPr>
          <a:xfrm>
            <a:off x="7161136" y="2410722"/>
            <a:ext cx="2625" cy="371672"/>
          </a:xfrm>
          <a:prstGeom prst="straightConnector1">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nvGrpSpPr>
          <p:cNvPr id="146" name="Group 145">
            <a:extLst>
              <a:ext uri="{FF2B5EF4-FFF2-40B4-BE49-F238E27FC236}">
                <a16:creationId xmlns:a16="http://schemas.microsoft.com/office/drawing/2014/main" id="{F0A16C22-F2EF-485A-8137-A771F0991B50}"/>
              </a:ext>
            </a:extLst>
          </p:cNvPr>
          <p:cNvGrpSpPr/>
          <p:nvPr/>
        </p:nvGrpSpPr>
        <p:grpSpPr>
          <a:xfrm>
            <a:off x="8066763" y="3200594"/>
            <a:ext cx="923062" cy="572700"/>
            <a:chOff x="6973212" y="2007724"/>
            <a:chExt cx="765386" cy="342623"/>
          </a:xfrm>
        </p:grpSpPr>
        <p:sp>
          <p:nvSpPr>
            <p:cNvPr id="147" name="Google Shape;582;p51">
              <a:extLst>
                <a:ext uri="{FF2B5EF4-FFF2-40B4-BE49-F238E27FC236}">
                  <a16:creationId xmlns:a16="http://schemas.microsoft.com/office/drawing/2014/main" id="{1EF49474-7168-4FED-B564-FCCC4506D623}"/>
                </a:ext>
              </a:extLst>
            </p:cNvPr>
            <p:cNvSpPr/>
            <p:nvPr/>
          </p:nvSpPr>
          <p:spPr>
            <a:xfrm>
              <a:off x="6973212" y="2007724"/>
              <a:ext cx="765386" cy="342623"/>
            </a:xfrm>
            <a:prstGeom prst="rect">
              <a:avLst/>
            </a:prstGeom>
            <a:noFill/>
            <a:ln w="19050" cap="flat" cmpd="sng">
              <a:solidFill>
                <a:schemeClr val="bg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100"/>
            </a:p>
          </p:txBody>
        </p:sp>
        <p:sp>
          <p:nvSpPr>
            <p:cNvPr id="148" name="Google Shape;583;p51">
              <a:extLst>
                <a:ext uri="{FF2B5EF4-FFF2-40B4-BE49-F238E27FC236}">
                  <a16:creationId xmlns:a16="http://schemas.microsoft.com/office/drawing/2014/main" id="{638978AF-3BCE-4951-91B7-B6A319204611}"/>
                </a:ext>
              </a:extLst>
            </p:cNvPr>
            <p:cNvSpPr txBox="1"/>
            <p:nvPr/>
          </p:nvSpPr>
          <p:spPr>
            <a:xfrm>
              <a:off x="6973212" y="2037003"/>
              <a:ext cx="765386"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dirty="0">
                  <a:solidFill>
                    <a:schemeClr val="lt1"/>
                  </a:solidFill>
                  <a:latin typeface="Russo One"/>
                  <a:ea typeface="Russo One"/>
                  <a:cs typeface="Russo One"/>
                  <a:sym typeface="Russo One"/>
                </a:rPr>
                <a:t>Caught: Restart or Game Over</a:t>
              </a:r>
              <a:endParaRPr sz="900" b="1" dirty="0">
                <a:solidFill>
                  <a:schemeClr val="lt1"/>
                </a:solidFill>
                <a:latin typeface="Russo One"/>
                <a:ea typeface="Russo One"/>
                <a:cs typeface="Russo One"/>
                <a:sym typeface="Russo One"/>
              </a:endParaRPr>
            </a:p>
          </p:txBody>
        </p:sp>
      </p:grpSp>
      <p:cxnSp>
        <p:nvCxnSpPr>
          <p:cNvPr id="149" name="Straight Arrow Connector 148">
            <a:extLst>
              <a:ext uri="{FF2B5EF4-FFF2-40B4-BE49-F238E27FC236}">
                <a16:creationId xmlns:a16="http://schemas.microsoft.com/office/drawing/2014/main" id="{E6469660-4A36-4345-A0CF-88693E1C6F71}"/>
              </a:ext>
            </a:extLst>
          </p:cNvPr>
          <p:cNvCxnSpPr>
            <a:cxnSpLocks/>
            <a:stCxn id="89" idx="3"/>
          </p:cNvCxnSpPr>
          <p:nvPr/>
        </p:nvCxnSpPr>
        <p:spPr>
          <a:xfrm>
            <a:off x="7846854" y="3486944"/>
            <a:ext cx="224676" cy="0"/>
          </a:xfrm>
          <a:prstGeom prst="straightConnector1">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sp>
        <p:nvSpPr>
          <p:cNvPr id="163" name="Google Shape;582;p51">
            <a:extLst>
              <a:ext uri="{FF2B5EF4-FFF2-40B4-BE49-F238E27FC236}">
                <a16:creationId xmlns:a16="http://schemas.microsoft.com/office/drawing/2014/main" id="{04A62931-F2B9-4FE1-A2C0-9F9494D85C21}"/>
              </a:ext>
            </a:extLst>
          </p:cNvPr>
          <p:cNvSpPr/>
          <p:nvPr/>
        </p:nvSpPr>
        <p:spPr>
          <a:xfrm>
            <a:off x="4220676" y="1339747"/>
            <a:ext cx="1366187" cy="1438379"/>
          </a:xfrm>
          <a:prstGeom prst="rect">
            <a:avLst/>
          </a:prstGeom>
          <a:noFill/>
          <a:ln w="19050" cap="flat" cmpd="sng">
            <a:solidFill>
              <a:srgbClr val="92D05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100"/>
          </a:p>
        </p:txBody>
      </p:sp>
      <p:sp>
        <p:nvSpPr>
          <p:cNvPr id="164" name="Google Shape;583;p51">
            <a:extLst>
              <a:ext uri="{FF2B5EF4-FFF2-40B4-BE49-F238E27FC236}">
                <a16:creationId xmlns:a16="http://schemas.microsoft.com/office/drawing/2014/main" id="{DF0538CF-DE60-4708-8514-89EFB5DF22F0}"/>
              </a:ext>
            </a:extLst>
          </p:cNvPr>
          <p:cNvSpPr txBox="1"/>
          <p:nvPr/>
        </p:nvSpPr>
        <p:spPr>
          <a:xfrm>
            <a:off x="4285144" y="1949871"/>
            <a:ext cx="1237251"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dirty="0">
                <a:solidFill>
                  <a:schemeClr val="lt1"/>
                </a:solidFill>
                <a:latin typeface="Russo One"/>
                <a:ea typeface="Russo One"/>
                <a:cs typeface="Russo One"/>
                <a:sym typeface="Russo One"/>
              </a:rPr>
              <a:t>Escape</a:t>
            </a:r>
            <a:endParaRPr sz="900" b="1" dirty="0">
              <a:solidFill>
                <a:schemeClr val="lt1"/>
              </a:solidFill>
              <a:latin typeface="Russo One"/>
              <a:ea typeface="Russo One"/>
              <a:cs typeface="Russo One"/>
              <a:sym typeface="Russo One"/>
            </a:endParaRPr>
          </a:p>
        </p:txBody>
      </p:sp>
      <p:sp>
        <p:nvSpPr>
          <p:cNvPr id="165" name="Google Shape;584;p51">
            <a:extLst>
              <a:ext uri="{FF2B5EF4-FFF2-40B4-BE49-F238E27FC236}">
                <a16:creationId xmlns:a16="http://schemas.microsoft.com/office/drawing/2014/main" id="{43685A6D-F03F-4616-9CE8-E6DF4C1596E3}"/>
              </a:ext>
            </a:extLst>
          </p:cNvPr>
          <p:cNvSpPr txBox="1"/>
          <p:nvPr/>
        </p:nvSpPr>
        <p:spPr>
          <a:xfrm>
            <a:off x="4285144" y="2198998"/>
            <a:ext cx="1237251"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800" dirty="0">
                <a:solidFill>
                  <a:schemeClr val="lt1"/>
                </a:solidFill>
                <a:latin typeface="Jura"/>
                <a:ea typeface="Jura"/>
                <a:cs typeface="Jura"/>
                <a:sym typeface="Jura"/>
              </a:rPr>
              <a:t>Escape from the prison and win</a:t>
            </a:r>
          </a:p>
        </p:txBody>
      </p:sp>
      <p:grpSp>
        <p:nvGrpSpPr>
          <p:cNvPr id="169" name="Group 168">
            <a:extLst>
              <a:ext uri="{FF2B5EF4-FFF2-40B4-BE49-F238E27FC236}">
                <a16:creationId xmlns:a16="http://schemas.microsoft.com/office/drawing/2014/main" id="{0AA8BD31-3ABD-422C-983D-337CA276BE86}"/>
              </a:ext>
            </a:extLst>
          </p:cNvPr>
          <p:cNvGrpSpPr/>
          <p:nvPr/>
        </p:nvGrpSpPr>
        <p:grpSpPr>
          <a:xfrm>
            <a:off x="4448189" y="3149614"/>
            <a:ext cx="913780" cy="342623"/>
            <a:chOff x="6973212" y="2007724"/>
            <a:chExt cx="765386" cy="342623"/>
          </a:xfrm>
        </p:grpSpPr>
        <p:sp>
          <p:nvSpPr>
            <p:cNvPr id="170" name="Google Shape;582;p51">
              <a:extLst>
                <a:ext uri="{FF2B5EF4-FFF2-40B4-BE49-F238E27FC236}">
                  <a16:creationId xmlns:a16="http://schemas.microsoft.com/office/drawing/2014/main" id="{B45F4556-34AF-4D18-AECF-C18FAD20CDDD}"/>
                </a:ext>
              </a:extLst>
            </p:cNvPr>
            <p:cNvSpPr/>
            <p:nvPr/>
          </p:nvSpPr>
          <p:spPr>
            <a:xfrm>
              <a:off x="6973212" y="2007724"/>
              <a:ext cx="765386" cy="342623"/>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100"/>
            </a:p>
          </p:txBody>
        </p:sp>
        <p:sp>
          <p:nvSpPr>
            <p:cNvPr id="171" name="Google Shape;583;p51">
              <a:extLst>
                <a:ext uri="{FF2B5EF4-FFF2-40B4-BE49-F238E27FC236}">
                  <a16:creationId xmlns:a16="http://schemas.microsoft.com/office/drawing/2014/main" id="{0894C9B4-E81F-4ACF-9754-73B4830426CC}"/>
                </a:ext>
              </a:extLst>
            </p:cNvPr>
            <p:cNvSpPr txBox="1"/>
            <p:nvPr/>
          </p:nvSpPr>
          <p:spPr>
            <a:xfrm>
              <a:off x="6973212" y="2037003"/>
              <a:ext cx="765386"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dirty="0">
                  <a:solidFill>
                    <a:schemeClr val="lt1"/>
                  </a:solidFill>
                  <a:latin typeface="Russo One"/>
                  <a:ea typeface="Russo One"/>
                  <a:cs typeface="Russo One"/>
                  <a:sym typeface="Russo One"/>
                </a:rPr>
                <a:t>Objective Complete</a:t>
              </a:r>
              <a:endParaRPr sz="900" b="1" dirty="0">
                <a:solidFill>
                  <a:schemeClr val="lt1"/>
                </a:solidFill>
                <a:latin typeface="Russo One"/>
                <a:ea typeface="Russo One"/>
                <a:cs typeface="Russo One"/>
                <a:sym typeface="Russo One"/>
              </a:endParaRPr>
            </a:p>
          </p:txBody>
        </p:sp>
      </p:grpSp>
      <p:cxnSp>
        <p:nvCxnSpPr>
          <p:cNvPr id="173" name="Connector: Elbow 172">
            <a:extLst>
              <a:ext uri="{FF2B5EF4-FFF2-40B4-BE49-F238E27FC236}">
                <a16:creationId xmlns:a16="http://schemas.microsoft.com/office/drawing/2014/main" id="{8FB8262B-71BB-490D-82C8-08C6B9A3C267}"/>
              </a:ext>
            </a:extLst>
          </p:cNvPr>
          <p:cNvCxnSpPr>
            <a:cxnSpLocks/>
            <a:stCxn id="56" idx="3"/>
            <a:endCxn id="170" idx="2"/>
          </p:cNvCxnSpPr>
          <p:nvPr/>
        </p:nvCxnSpPr>
        <p:spPr>
          <a:xfrm flipV="1">
            <a:off x="4040539" y="3492237"/>
            <a:ext cx="864540" cy="337544"/>
          </a:xfrm>
          <a:prstGeom prst="bentConnector2">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cxnSp>
        <p:nvCxnSpPr>
          <p:cNvPr id="176" name="Connector: Elbow 175">
            <a:extLst>
              <a:ext uri="{FF2B5EF4-FFF2-40B4-BE49-F238E27FC236}">
                <a16:creationId xmlns:a16="http://schemas.microsoft.com/office/drawing/2014/main" id="{DC4B9E25-5C70-4CDD-A1A5-FC5487D7BD30}"/>
              </a:ext>
            </a:extLst>
          </p:cNvPr>
          <p:cNvCxnSpPr>
            <a:cxnSpLocks/>
            <a:stCxn id="170" idx="0"/>
            <a:endCxn id="163" idx="2"/>
          </p:cNvCxnSpPr>
          <p:nvPr/>
        </p:nvCxnSpPr>
        <p:spPr>
          <a:xfrm rot="16200000" flipV="1">
            <a:off x="4718681" y="2963215"/>
            <a:ext cx="371488" cy="1309"/>
          </a:xfrm>
          <a:prstGeom prst="bentConnector3">
            <a:avLst>
              <a:gd name="adj1" fmla="val 50000"/>
            </a:avLst>
          </a:prstGeom>
          <a:ln w="1905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nvGrpSpPr>
          <p:cNvPr id="183" name="Google Shape;10076;p70">
            <a:extLst>
              <a:ext uri="{FF2B5EF4-FFF2-40B4-BE49-F238E27FC236}">
                <a16:creationId xmlns:a16="http://schemas.microsoft.com/office/drawing/2014/main" id="{3A05642F-10DD-40AF-8E2B-9BAC999B5159}"/>
              </a:ext>
            </a:extLst>
          </p:cNvPr>
          <p:cNvGrpSpPr/>
          <p:nvPr/>
        </p:nvGrpSpPr>
        <p:grpSpPr>
          <a:xfrm>
            <a:off x="1108006" y="3252639"/>
            <a:ext cx="306516" cy="358349"/>
            <a:chOff x="-48237000" y="2342650"/>
            <a:chExt cx="256800" cy="300225"/>
          </a:xfrm>
          <a:solidFill>
            <a:schemeClr val="accent3"/>
          </a:solidFill>
        </p:grpSpPr>
        <p:sp>
          <p:nvSpPr>
            <p:cNvPr id="184" name="Google Shape;10077;p70">
              <a:extLst>
                <a:ext uri="{FF2B5EF4-FFF2-40B4-BE49-F238E27FC236}">
                  <a16:creationId xmlns:a16="http://schemas.microsoft.com/office/drawing/2014/main" id="{5474015A-4FE1-4A31-A93B-8D50C5AC11E9}"/>
                </a:ext>
              </a:extLst>
            </p:cNvPr>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0078;p70">
              <a:extLst>
                <a:ext uri="{FF2B5EF4-FFF2-40B4-BE49-F238E27FC236}">
                  <a16:creationId xmlns:a16="http://schemas.microsoft.com/office/drawing/2014/main" id="{1BDD517A-093C-4581-A86A-9F9A72CD306D}"/>
                </a:ext>
              </a:extLst>
            </p:cNvPr>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0079;p70">
              <a:extLst>
                <a:ext uri="{FF2B5EF4-FFF2-40B4-BE49-F238E27FC236}">
                  <a16:creationId xmlns:a16="http://schemas.microsoft.com/office/drawing/2014/main" id="{C69ABB04-05C6-4921-A495-518FA689C359}"/>
                </a:ext>
              </a:extLst>
            </p:cNvPr>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9170;p67">
            <a:extLst>
              <a:ext uri="{FF2B5EF4-FFF2-40B4-BE49-F238E27FC236}">
                <a16:creationId xmlns:a16="http://schemas.microsoft.com/office/drawing/2014/main" id="{70E50238-E28A-40D9-9ADE-63D56618A2ED}"/>
              </a:ext>
            </a:extLst>
          </p:cNvPr>
          <p:cNvGrpSpPr/>
          <p:nvPr/>
        </p:nvGrpSpPr>
        <p:grpSpPr>
          <a:xfrm>
            <a:off x="6962516" y="1112106"/>
            <a:ext cx="354136" cy="334348"/>
            <a:chOff x="-25844850" y="2357750"/>
            <a:chExt cx="296175" cy="279625"/>
          </a:xfrm>
          <a:solidFill>
            <a:schemeClr val="accent3"/>
          </a:solidFill>
        </p:grpSpPr>
        <p:sp>
          <p:nvSpPr>
            <p:cNvPr id="193" name="Google Shape;9171;p67">
              <a:extLst>
                <a:ext uri="{FF2B5EF4-FFF2-40B4-BE49-F238E27FC236}">
                  <a16:creationId xmlns:a16="http://schemas.microsoft.com/office/drawing/2014/main" id="{AA3EB3A4-9E22-4407-82A4-8723A1526137}"/>
                </a:ext>
              </a:extLst>
            </p:cNvPr>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172;p67">
              <a:extLst>
                <a:ext uri="{FF2B5EF4-FFF2-40B4-BE49-F238E27FC236}">
                  <a16:creationId xmlns:a16="http://schemas.microsoft.com/office/drawing/2014/main" id="{10A45B9B-2FD6-4A09-B554-CD753CED7E59}"/>
                </a:ext>
              </a:extLst>
            </p:cNvPr>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173;p67">
              <a:extLst>
                <a:ext uri="{FF2B5EF4-FFF2-40B4-BE49-F238E27FC236}">
                  <a16:creationId xmlns:a16="http://schemas.microsoft.com/office/drawing/2014/main" id="{C514D5C0-F1FB-4902-8C64-70E279E7F8EA}"/>
                </a:ext>
              </a:extLst>
            </p:cNvPr>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174;p67">
              <a:extLst>
                <a:ext uri="{FF2B5EF4-FFF2-40B4-BE49-F238E27FC236}">
                  <a16:creationId xmlns:a16="http://schemas.microsoft.com/office/drawing/2014/main" id="{054CBEFA-FB2C-4C16-95B4-D78C9C688CEC}"/>
                </a:ext>
              </a:extLst>
            </p:cNvPr>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175;p67">
              <a:extLst>
                <a:ext uri="{FF2B5EF4-FFF2-40B4-BE49-F238E27FC236}">
                  <a16:creationId xmlns:a16="http://schemas.microsoft.com/office/drawing/2014/main" id="{B6C10650-DD5D-4021-A568-C66C425344FC}"/>
                </a:ext>
              </a:extLst>
            </p:cNvPr>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176;p67">
              <a:extLst>
                <a:ext uri="{FF2B5EF4-FFF2-40B4-BE49-F238E27FC236}">
                  <a16:creationId xmlns:a16="http://schemas.microsoft.com/office/drawing/2014/main" id="{F04BBE9C-32C2-4D26-94BB-A252D0D06769}"/>
                </a:ext>
              </a:extLst>
            </p:cNvPr>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 name="Google Shape;10096;p70">
            <a:extLst>
              <a:ext uri="{FF2B5EF4-FFF2-40B4-BE49-F238E27FC236}">
                <a16:creationId xmlns:a16="http://schemas.microsoft.com/office/drawing/2014/main" id="{0A8226F6-8072-4B01-9C17-58C8BA10768E}"/>
              </a:ext>
            </a:extLst>
          </p:cNvPr>
          <p:cNvGrpSpPr/>
          <p:nvPr/>
        </p:nvGrpSpPr>
        <p:grpSpPr>
          <a:xfrm>
            <a:off x="3149920" y="1469354"/>
            <a:ext cx="359154" cy="357424"/>
            <a:chOff x="-49786250" y="2316650"/>
            <a:chExt cx="300900" cy="299450"/>
          </a:xfrm>
          <a:solidFill>
            <a:schemeClr val="accent3"/>
          </a:solidFill>
        </p:grpSpPr>
        <p:sp>
          <p:nvSpPr>
            <p:cNvPr id="200" name="Google Shape;10097;p70">
              <a:extLst>
                <a:ext uri="{FF2B5EF4-FFF2-40B4-BE49-F238E27FC236}">
                  <a16:creationId xmlns:a16="http://schemas.microsoft.com/office/drawing/2014/main" id="{9B1A81C3-7828-4183-A0E8-5EEC77B92805}"/>
                </a:ext>
              </a:extLst>
            </p:cNvPr>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98;p70">
              <a:extLst>
                <a:ext uri="{FF2B5EF4-FFF2-40B4-BE49-F238E27FC236}">
                  <a16:creationId xmlns:a16="http://schemas.microsoft.com/office/drawing/2014/main" id="{7E51A245-2591-4B10-BBFE-D86300FA7825}"/>
                </a:ext>
              </a:extLst>
            </p:cNvPr>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10099;p70">
              <a:extLst>
                <a:ext uri="{FF2B5EF4-FFF2-40B4-BE49-F238E27FC236}">
                  <a16:creationId xmlns:a16="http://schemas.microsoft.com/office/drawing/2014/main" id="{25421E67-52E7-45AA-9EC3-A35A1A997AEC}"/>
                </a:ext>
              </a:extLst>
            </p:cNvPr>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10100;p70">
              <a:extLst>
                <a:ext uri="{FF2B5EF4-FFF2-40B4-BE49-F238E27FC236}">
                  <a16:creationId xmlns:a16="http://schemas.microsoft.com/office/drawing/2014/main" id="{00E6E3D6-4BFD-49D7-9F6E-29F77A75F32B}"/>
                </a:ext>
              </a:extLst>
            </p:cNvPr>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10101;p70">
              <a:extLst>
                <a:ext uri="{FF2B5EF4-FFF2-40B4-BE49-F238E27FC236}">
                  <a16:creationId xmlns:a16="http://schemas.microsoft.com/office/drawing/2014/main" id="{496C1667-91E4-45A4-BDA4-57321178A3C7}"/>
                </a:ext>
              </a:extLst>
            </p:cNvPr>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10102;p70">
              <a:extLst>
                <a:ext uri="{FF2B5EF4-FFF2-40B4-BE49-F238E27FC236}">
                  <a16:creationId xmlns:a16="http://schemas.microsoft.com/office/drawing/2014/main" id="{5462EA31-677C-4114-8F9B-0D00239AEB56}"/>
                </a:ext>
              </a:extLst>
            </p:cNvPr>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10103;p70">
              <a:extLst>
                <a:ext uri="{FF2B5EF4-FFF2-40B4-BE49-F238E27FC236}">
                  <a16:creationId xmlns:a16="http://schemas.microsoft.com/office/drawing/2014/main" id="{E00D2F83-BE12-4B53-B1BE-DCA9925B3BD8}"/>
                </a:ext>
              </a:extLst>
            </p:cNvPr>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7" name="Google Shape;10282;p70">
            <a:extLst>
              <a:ext uri="{FF2B5EF4-FFF2-40B4-BE49-F238E27FC236}">
                <a16:creationId xmlns:a16="http://schemas.microsoft.com/office/drawing/2014/main" id="{1597F6CD-EB08-48EF-B5C1-9E7100C2BBCB}"/>
              </a:ext>
            </a:extLst>
          </p:cNvPr>
          <p:cNvSpPr/>
          <p:nvPr/>
        </p:nvSpPr>
        <p:spPr>
          <a:xfrm>
            <a:off x="3224214" y="3259418"/>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8" name="Google Shape;9164;p67">
            <a:extLst>
              <a:ext uri="{FF2B5EF4-FFF2-40B4-BE49-F238E27FC236}">
                <a16:creationId xmlns:a16="http://schemas.microsoft.com/office/drawing/2014/main" id="{9E2ABD8E-5640-4609-AC68-E73535667ABF}"/>
              </a:ext>
            </a:extLst>
          </p:cNvPr>
          <p:cNvGrpSpPr/>
          <p:nvPr/>
        </p:nvGrpSpPr>
        <p:grpSpPr>
          <a:xfrm>
            <a:off x="6969475" y="2973148"/>
            <a:ext cx="356020" cy="230770"/>
            <a:chOff x="-27728850" y="2382950"/>
            <a:chExt cx="297750" cy="193000"/>
          </a:xfrm>
          <a:solidFill>
            <a:schemeClr val="accent3"/>
          </a:solidFill>
        </p:grpSpPr>
        <p:sp>
          <p:nvSpPr>
            <p:cNvPr id="209" name="Google Shape;9165;p67">
              <a:extLst>
                <a:ext uri="{FF2B5EF4-FFF2-40B4-BE49-F238E27FC236}">
                  <a16:creationId xmlns:a16="http://schemas.microsoft.com/office/drawing/2014/main" id="{A418EF52-FC4B-4E45-966B-AF19F0B22645}"/>
                </a:ext>
              </a:extLst>
            </p:cNvPr>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9166;p67">
              <a:extLst>
                <a:ext uri="{FF2B5EF4-FFF2-40B4-BE49-F238E27FC236}">
                  <a16:creationId xmlns:a16="http://schemas.microsoft.com/office/drawing/2014/main" id="{F73C511B-6083-40C5-A4E3-25BB3A186D13}"/>
                </a:ext>
              </a:extLst>
            </p:cNvPr>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9167;p67">
              <a:extLst>
                <a:ext uri="{FF2B5EF4-FFF2-40B4-BE49-F238E27FC236}">
                  <a16:creationId xmlns:a16="http://schemas.microsoft.com/office/drawing/2014/main" id="{9A1EEB4D-2A6C-4CA7-9101-1225F05A3DAB}"/>
                </a:ext>
              </a:extLst>
            </p:cNvPr>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 name="Google Shape;8666;p66">
            <a:extLst>
              <a:ext uri="{FF2B5EF4-FFF2-40B4-BE49-F238E27FC236}">
                <a16:creationId xmlns:a16="http://schemas.microsoft.com/office/drawing/2014/main" id="{F107DE64-CA7D-4119-8B0C-0FEEC80EAEF0}"/>
              </a:ext>
            </a:extLst>
          </p:cNvPr>
          <p:cNvGrpSpPr/>
          <p:nvPr/>
        </p:nvGrpSpPr>
        <p:grpSpPr>
          <a:xfrm>
            <a:off x="4753189" y="1464723"/>
            <a:ext cx="301161" cy="339535"/>
            <a:chOff x="3299850" y="238575"/>
            <a:chExt cx="427725" cy="482225"/>
          </a:xfrm>
          <a:solidFill>
            <a:srgbClr val="92D050"/>
          </a:solidFill>
        </p:grpSpPr>
        <p:sp>
          <p:nvSpPr>
            <p:cNvPr id="213" name="Google Shape;8667;p66">
              <a:extLst>
                <a:ext uri="{FF2B5EF4-FFF2-40B4-BE49-F238E27FC236}">
                  <a16:creationId xmlns:a16="http://schemas.microsoft.com/office/drawing/2014/main" id="{832FC772-CC50-4469-A383-E41EE7A1A628}"/>
                </a:ext>
              </a:extLst>
            </p:cNvPr>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14" name="Google Shape;8668;p66">
              <a:extLst>
                <a:ext uri="{FF2B5EF4-FFF2-40B4-BE49-F238E27FC236}">
                  <a16:creationId xmlns:a16="http://schemas.microsoft.com/office/drawing/2014/main" id="{2F5E9DCB-7821-4C66-945C-23E6EE343236}"/>
                </a:ext>
              </a:extLst>
            </p:cNvPr>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15" name="Google Shape;8669;p66">
              <a:extLst>
                <a:ext uri="{FF2B5EF4-FFF2-40B4-BE49-F238E27FC236}">
                  <a16:creationId xmlns:a16="http://schemas.microsoft.com/office/drawing/2014/main" id="{47769C8E-7CB4-4AAF-B176-8FA3B7A0C89E}"/>
                </a:ext>
              </a:extLst>
            </p:cNvPr>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16" name="Google Shape;8670;p66">
              <a:extLst>
                <a:ext uri="{FF2B5EF4-FFF2-40B4-BE49-F238E27FC236}">
                  <a16:creationId xmlns:a16="http://schemas.microsoft.com/office/drawing/2014/main" id="{0D1F2834-B14B-4DE0-A3FE-060767F9760E}"/>
                </a:ext>
              </a:extLst>
            </p:cNvPr>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17" name="Google Shape;8671;p66">
              <a:extLst>
                <a:ext uri="{FF2B5EF4-FFF2-40B4-BE49-F238E27FC236}">
                  <a16:creationId xmlns:a16="http://schemas.microsoft.com/office/drawing/2014/main" id="{A9A466DB-7786-4812-8EC9-DF6E21E59415}"/>
                </a:ext>
              </a:extLst>
            </p:cNvPr>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18" name="Google Shape;10670;p72">
            <a:extLst>
              <a:ext uri="{FF2B5EF4-FFF2-40B4-BE49-F238E27FC236}">
                <a16:creationId xmlns:a16="http://schemas.microsoft.com/office/drawing/2014/main" id="{C5C5FDA2-41FF-4BE5-82C9-A23D0937E251}"/>
              </a:ext>
            </a:extLst>
          </p:cNvPr>
          <p:cNvGrpSpPr/>
          <p:nvPr/>
        </p:nvGrpSpPr>
        <p:grpSpPr>
          <a:xfrm>
            <a:off x="1025801" y="1475813"/>
            <a:ext cx="423069" cy="420796"/>
            <a:chOff x="-3854375" y="2046625"/>
            <a:chExt cx="293025" cy="291450"/>
          </a:xfrm>
          <a:solidFill>
            <a:schemeClr val="accent3"/>
          </a:solidFill>
        </p:grpSpPr>
        <p:sp>
          <p:nvSpPr>
            <p:cNvPr id="219" name="Google Shape;10671;p72">
              <a:extLst>
                <a:ext uri="{FF2B5EF4-FFF2-40B4-BE49-F238E27FC236}">
                  <a16:creationId xmlns:a16="http://schemas.microsoft.com/office/drawing/2014/main" id="{D3D65DC1-4A13-4BDA-A824-A7D3B2936DC8}"/>
                </a:ext>
              </a:extLst>
            </p:cNvPr>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0672;p72">
              <a:extLst>
                <a:ext uri="{FF2B5EF4-FFF2-40B4-BE49-F238E27FC236}">
                  <a16:creationId xmlns:a16="http://schemas.microsoft.com/office/drawing/2014/main" id="{FB58F095-2DC8-4058-B291-A4BAC66D0239}"/>
                </a:ext>
              </a:extLst>
            </p:cNvPr>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57183822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72"/>
        <p:cNvGrpSpPr/>
        <p:nvPr/>
      </p:nvGrpSpPr>
      <p:grpSpPr>
        <a:xfrm>
          <a:off x="0" y="0"/>
          <a:ext cx="0" cy="0"/>
          <a:chOff x="0" y="0"/>
          <a:chExt cx="0" cy="0"/>
        </a:xfrm>
      </p:grpSpPr>
      <p:sp>
        <p:nvSpPr>
          <p:cNvPr id="175" name="Google Shape;175;p33"/>
          <p:cNvSpPr/>
          <p:nvPr/>
        </p:nvSpPr>
        <p:spPr>
          <a:xfrm>
            <a:off x="447042" y="1350443"/>
            <a:ext cx="1964265" cy="326897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33"/>
          <p:cNvSpPr txBox="1">
            <a:spLocks noGrp="1"/>
          </p:cNvSpPr>
          <p:nvPr>
            <p:ph type="title" idx="2"/>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solidFill>
                  <a:schemeClr val="accent6"/>
                </a:solidFill>
              </a:rPr>
              <a:t>Game Elements</a:t>
            </a:r>
            <a:endParaRPr dirty="0">
              <a:solidFill>
                <a:schemeClr val="accent6"/>
              </a:solidFill>
            </a:endParaRPr>
          </a:p>
        </p:txBody>
      </p:sp>
      <p:sp>
        <p:nvSpPr>
          <p:cNvPr id="177" name="Google Shape;177;p33"/>
          <p:cNvSpPr txBox="1">
            <a:spLocks noGrp="1"/>
          </p:cNvSpPr>
          <p:nvPr>
            <p:ph type="title"/>
          </p:nvPr>
        </p:nvSpPr>
        <p:spPr>
          <a:xfrm>
            <a:off x="503946" y="1698163"/>
            <a:ext cx="1891172" cy="255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000" dirty="0">
                <a:solidFill>
                  <a:schemeClr val="lt1"/>
                </a:solidFill>
              </a:rPr>
              <a:t>Characters</a:t>
            </a:r>
            <a:endParaRPr dirty="0">
              <a:solidFill>
                <a:schemeClr val="lt1"/>
              </a:solidFill>
            </a:endParaRPr>
          </a:p>
        </p:txBody>
      </p:sp>
      <p:sp>
        <p:nvSpPr>
          <p:cNvPr id="178" name="Google Shape;178;p33"/>
          <p:cNvSpPr txBox="1">
            <a:spLocks noGrp="1"/>
          </p:cNvSpPr>
          <p:nvPr>
            <p:ph type="subTitle" idx="1"/>
          </p:nvPr>
        </p:nvSpPr>
        <p:spPr>
          <a:xfrm>
            <a:off x="503946" y="2025227"/>
            <a:ext cx="1891172" cy="2512906"/>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900" dirty="0">
                <a:solidFill>
                  <a:schemeClr val="lt1"/>
                </a:solidFill>
              </a:rPr>
              <a:t>Player: Inmate</a:t>
            </a:r>
          </a:p>
          <a:p>
            <a:pPr marL="171450" lvl="0" indent="-171450" algn="l" rtl="0">
              <a:spcBef>
                <a:spcPts val="0"/>
              </a:spcBef>
              <a:spcAft>
                <a:spcPts val="0"/>
              </a:spcAft>
              <a:buFont typeface="Arial" panose="020B0604020202020204" pitchFamily="34" charset="0"/>
              <a:buChar char="•"/>
            </a:pPr>
            <a:r>
              <a:rPr lang="en" sz="900" dirty="0">
                <a:solidFill>
                  <a:schemeClr val="lt1"/>
                </a:solidFill>
              </a:rPr>
              <a:t>Run (nosiy) </a:t>
            </a:r>
          </a:p>
          <a:p>
            <a:pPr marL="171450" lvl="0" indent="-171450" algn="l" rtl="0">
              <a:spcBef>
                <a:spcPts val="0"/>
              </a:spcBef>
              <a:spcAft>
                <a:spcPts val="0"/>
              </a:spcAft>
              <a:buFont typeface="Arial" panose="020B0604020202020204" pitchFamily="34" charset="0"/>
              <a:buChar char="•"/>
            </a:pPr>
            <a:r>
              <a:rPr lang="en" sz="900" dirty="0">
                <a:solidFill>
                  <a:schemeClr val="lt1"/>
                </a:solidFill>
              </a:rPr>
              <a:t>Walk (moderately noisy)</a:t>
            </a:r>
          </a:p>
          <a:p>
            <a:pPr marL="171450" lvl="0" indent="-171450" algn="l" rtl="0">
              <a:spcBef>
                <a:spcPts val="0"/>
              </a:spcBef>
              <a:spcAft>
                <a:spcPts val="0"/>
              </a:spcAft>
              <a:buFont typeface="Arial" panose="020B0604020202020204" pitchFamily="34" charset="0"/>
              <a:buChar char="•"/>
            </a:pPr>
            <a:r>
              <a:rPr lang="en" sz="900" dirty="0">
                <a:solidFill>
                  <a:schemeClr val="lt1"/>
                </a:solidFill>
              </a:rPr>
              <a:t>Crouch/Crawl (quiet)</a:t>
            </a:r>
          </a:p>
          <a:p>
            <a:pPr marL="171450" lvl="0" indent="-171450" algn="l" rtl="0">
              <a:spcBef>
                <a:spcPts val="0"/>
              </a:spcBef>
              <a:spcAft>
                <a:spcPts val="0"/>
              </a:spcAft>
              <a:buFont typeface="Arial" panose="020B0604020202020204" pitchFamily="34" charset="0"/>
              <a:buChar char="•"/>
            </a:pPr>
            <a:r>
              <a:rPr lang="en" sz="900" dirty="0">
                <a:solidFill>
                  <a:schemeClr val="lt1"/>
                </a:solidFill>
              </a:rPr>
              <a:t>Hide (quiet)</a:t>
            </a:r>
          </a:p>
          <a:p>
            <a:pPr marL="171450" lvl="0" indent="-171450" algn="l" rtl="0">
              <a:spcBef>
                <a:spcPts val="0"/>
              </a:spcBef>
              <a:spcAft>
                <a:spcPts val="0"/>
              </a:spcAft>
              <a:buFont typeface="Arial" panose="020B0604020202020204" pitchFamily="34" charset="0"/>
              <a:buChar char="•"/>
            </a:pPr>
            <a:r>
              <a:rPr lang="en" sz="900" dirty="0">
                <a:solidFill>
                  <a:schemeClr val="lt1"/>
                </a:solidFill>
              </a:rPr>
              <a:t>Interact</a:t>
            </a:r>
          </a:p>
          <a:p>
            <a:pPr marL="171450" lvl="0" indent="-171450" algn="l" rtl="0">
              <a:spcBef>
                <a:spcPts val="0"/>
              </a:spcBef>
              <a:spcAft>
                <a:spcPts val="0"/>
              </a:spcAft>
              <a:buFont typeface="Arial" panose="020B0604020202020204" pitchFamily="34" charset="0"/>
              <a:buChar char="•"/>
            </a:pPr>
            <a:endParaRPr lang="en" sz="900" dirty="0">
              <a:solidFill>
                <a:schemeClr val="lt1"/>
              </a:solidFill>
            </a:endParaRPr>
          </a:p>
          <a:p>
            <a:pPr marL="0" lvl="0" indent="0" algn="l" rtl="0">
              <a:spcBef>
                <a:spcPts val="0"/>
              </a:spcBef>
              <a:spcAft>
                <a:spcPts val="0"/>
              </a:spcAft>
              <a:buNone/>
            </a:pPr>
            <a:r>
              <a:rPr lang="en" sz="900" dirty="0">
                <a:solidFill>
                  <a:schemeClr val="lt1"/>
                </a:solidFill>
              </a:rPr>
              <a:t>AI: Guards</a:t>
            </a:r>
          </a:p>
          <a:p>
            <a:pPr marL="171450" indent="-171450" algn="l">
              <a:buFont typeface="Arial" panose="020B0604020202020204" pitchFamily="34" charset="0"/>
              <a:buChar char="•"/>
            </a:pPr>
            <a:r>
              <a:rPr lang="en-US" sz="900" dirty="0">
                <a:solidFill>
                  <a:schemeClr val="lt1"/>
                </a:solidFill>
              </a:rPr>
              <a:t>Guards have fixed routes</a:t>
            </a:r>
          </a:p>
          <a:p>
            <a:pPr marL="171450" indent="-171450" algn="l">
              <a:buFont typeface="Arial" panose="020B0604020202020204" pitchFamily="34" charset="0"/>
              <a:buChar char="•"/>
            </a:pPr>
            <a:r>
              <a:rPr lang="en-US" sz="900" dirty="0">
                <a:solidFill>
                  <a:schemeClr val="lt1"/>
                </a:solidFill>
              </a:rPr>
              <a:t>When player enters vision cones, the guard becomes alerted</a:t>
            </a:r>
          </a:p>
          <a:p>
            <a:pPr marL="171450" indent="-171450" algn="l">
              <a:buFont typeface="Arial" panose="020B0604020202020204" pitchFamily="34" charset="0"/>
              <a:buChar char="•"/>
            </a:pPr>
            <a:r>
              <a:rPr lang="en-US" sz="900" dirty="0">
                <a:solidFill>
                  <a:schemeClr val="lt1"/>
                </a:solidFill>
              </a:rPr>
              <a:t>If guard catches player,  the player returns to cell</a:t>
            </a:r>
          </a:p>
          <a:p>
            <a:pPr marL="171450" indent="-171450" algn="l">
              <a:buFont typeface="Arial" panose="020B0604020202020204" pitchFamily="34" charset="0"/>
              <a:buChar char="•"/>
            </a:pPr>
            <a:r>
              <a:rPr lang="en-US" sz="900" dirty="0">
                <a:solidFill>
                  <a:schemeClr val="lt1"/>
                </a:solidFill>
              </a:rPr>
              <a:t>Player can break line of sight/hide</a:t>
            </a:r>
          </a:p>
          <a:p>
            <a:pPr marL="0" lvl="0" indent="0" algn="ctr" rtl="0">
              <a:spcBef>
                <a:spcPts val="0"/>
              </a:spcBef>
              <a:spcAft>
                <a:spcPts val="0"/>
              </a:spcAft>
              <a:buNone/>
            </a:pPr>
            <a:endParaRPr sz="900" dirty="0">
              <a:solidFill>
                <a:schemeClr val="lt1"/>
              </a:solidFill>
            </a:endParaRPr>
          </a:p>
        </p:txBody>
      </p:sp>
      <p:sp>
        <p:nvSpPr>
          <p:cNvPr id="55" name="Google Shape;175;p33">
            <a:extLst>
              <a:ext uri="{FF2B5EF4-FFF2-40B4-BE49-F238E27FC236}">
                <a16:creationId xmlns:a16="http://schemas.microsoft.com/office/drawing/2014/main" id="{2CDAFF08-8A21-4E04-B4FD-2AC0A1269646}"/>
              </a:ext>
            </a:extLst>
          </p:cNvPr>
          <p:cNvSpPr/>
          <p:nvPr/>
        </p:nvSpPr>
        <p:spPr>
          <a:xfrm>
            <a:off x="2570460" y="1350443"/>
            <a:ext cx="1964265" cy="326897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77;p33">
            <a:extLst>
              <a:ext uri="{FF2B5EF4-FFF2-40B4-BE49-F238E27FC236}">
                <a16:creationId xmlns:a16="http://schemas.microsoft.com/office/drawing/2014/main" id="{A7DDF53B-F2BD-4B43-9276-D1E396FFDB87}"/>
              </a:ext>
            </a:extLst>
          </p:cNvPr>
          <p:cNvSpPr txBox="1">
            <a:spLocks/>
          </p:cNvSpPr>
          <p:nvPr/>
        </p:nvSpPr>
        <p:spPr>
          <a:xfrm>
            <a:off x="2627364" y="1698163"/>
            <a:ext cx="1891172" cy="2559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2"/>
              </a:buClr>
              <a:buSzPts val="2500"/>
              <a:buFont typeface="Russo One"/>
              <a:buNone/>
              <a:defRPr sz="2300" b="1" i="0" u="none" strike="noStrike" cap="none">
                <a:solidFill>
                  <a:schemeClr val="dk2"/>
                </a:solidFill>
                <a:latin typeface="Russo One"/>
                <a:ea typeface="Russo One"/>
                <a:cs typeface="Russo One"/>
                <a:sym typeface="Russo One"/>
              </a:defRPr>
            </a:lvl1pPr>
            <a:lvl2pPr marR="0" lvl="1"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2pPr>
            <a:lvl3pPr marR="0" lvl="2"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3pPr>
            <a:lvl4pPr marR="0" lvl="3"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4pPr>
            <a:lvl5pPr marR="0" lvl="4"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5pPr>
            <a:lvl6pPr marR="0" lvl="5"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6pPr>
            <a:lvl7pPr marR="0" lvl="6"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7pPr>
            <a:lvl8pPr marR="0" lvl="7"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8pPr>
            <a:lvl9pPr marR="0" lvl="8"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9pPr>
          </a:lstStyle>
          <a:p>
            <a:r>
              <a:rPr lang="en-CA" sz="2000" dirty="0">
                <a:solidFill>
                  <a:schemeClr val="lt1"/>
                </a:solidFill>
              </a:rPr>
              <a:t>UI</a:t>
            </a:r>
            <a:endParaRPr lang="en-CA" dirty="0">
              <a:solidFill>
                <a:schemeClr val="lt1"/>
              </a:solidFill>
            </a:endParaRPr>
          </a:p>
        </p:txBody>
      </p:sp>
      <p:sp>
        <p:nvSpPr>
          <p:cNvPr id="57" name="Google Shape;178;p33">
            <a:extLst>
              <a:ext uri="{FF2B5EF4-FFF2-40B4-BE49-F238E27FC236}">
                <a16:creationId xmlns:a16="http://schemas.microsoft.com/office/drawing/2014/main" id="{D8CDE2FF-3632-4FD5-8CD5-94C105D2DC73}"/>
              </a:ext>
            </a:extLst>
          </p:cNvPr>
          <p:cNvSpPr txBox="1">
            <a:spLocks/>
          </p:cNvSpPr>
          <p:nvPr/>
        </p:nvSpPr>
        <p:spPr>
          <a:xfrm>
            <a:off x="2627364" y="2114083"/>
            <a:ext cx="1891172" cy="163157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1pPr>
            <a:lvl2pPr marL="914400" marR="0" lvl="1"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2pPr>
            <a:lvl3pPr marL="1371600" marR="0" lvl="2"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3pPr>
            <a:lvl4pPr marL="1828800" marR="0" lvl="3"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4pPr>
            <a:lvl5pPr marL="2286000" marR="0" lvl="4"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5pPr>
            <a:lvl6pPr marL="2743200" marR="0" lvl="5"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6pPr>
            <a:lvl7pPr marL="3200400" marR="0" lvl="6"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7pPr>
            <a:lvl8pPr marL="3657600" marR="0" lvl="7"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8pPr>
            <a:lvl9pPr marL="4114800" marR="0" lvl="8"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9pPr>
          </a:lstStyle>
          <a:p>
            <a:pPr marL="171450" indent="-171450" algn="l">
              <a:buFont typeface="Arial" panose="020B0604020202020204" pitchFamily="34" charset="0"/>
              <a:buChar char="•"/>
            </a:pPr>
            <a:r>
              <a:rPr lang="en-US" sz="900" dirty="0">
                <a:solidFill>
                  <a:schemeClr val="lt1"/>
                </a:solidFill>
              </a:rPr>
              <a:t>Include Mini-map</a:t>
            </a:r>
          </a:p>
          <a:p>
            <a:pPr marL="171450" indent="-171450" algn="l">
              <a:buFont typeface="Arial" panose="020B0604020202020204" pitchFamily="34" charset="0"/>
              <a:buChar char="•"/>
            </a:pPr>
            <a:r>
              <a:rPr lang="en-US" sz="900" dirty="0">
                <a:solidFill>
                  <a:schemeClr val="lt1"/>
                </a:solidFill>
              </a:rPr>
              <a:t>Show alert indicator if spotted</a:t>
            </a:r>
          </a:p>
          <a:p>
            <a:pPr marL="171450" indent="-171450" algn="l">
              <a:buFont typeface="Arial" panose="020B0604020202020204" pitchFamily="34" charset="0"/>
              <a:buChar char="•"/>
            </a:pPr>
            <a:r>
              <a:rPr lang="en-US" sz="900" dirty="0">
                <a:solidFill>
                  <a:schemeClr val="lt1"/>
                </a:solidFill>
              </a:rPr>
              <a:t>Detection percentage indicator</a:t>
            </a:r>
          </a:p>
          <a:p>
            <a:pPr marL="171450" indent="-171450" algn="l">
              <a:buFont typeface="Arial" panose="020B0604020202020204" pitchFamily="34" charset="0"/>
              <a:buChar char="•"/>
            </a:pPr>
            <a:r>
              <a:rPr lang="en-US" sz="900" dirty="0">
                <a:solidFill>
                  <a:schemeClr val="lt1"/>
                </a:solidFill>
              </a:rPr>
              <a:t>Status message of events</a:t>
            </a:r>
          </a:p>
          <a:p>
            <a:pPr marL="171450" indent="-171450" algn="l">
              <a:buFont typeface="Arial" panose="020B0604020202020204" pitchFamily="34" charset="0"/>
              <a:buChar char="•"/>
            </a:pPr>
            <a:r>
              <a:rPr lang="en-US" sz="900" dirty="0">
                <a:solidFill>
                  <a:schemeClr val="lt1"/>
                </a:solidFill>
              </a:rPr>
              <a:t>Menu options</a:t>
            </a:r>
          </a:p>
          <a:p>
            <a:pPr marL="628650" lvl="1" indent="-171450" algn="l">
              <a:buFont typeface="Arial" panose="020B0604020202020204" pitchFamily="34" charset="0"/>
              <a:buChar char="•"/>
            </a:pPr>
            <a:r>
              <a:rPr lang="en-US" sz="900" dirty="0">
                <a:solidFill>
                  <a:schemeClr val="lt1"/>
                </a:solidFill>
              </a:rPr>
              <a:t>Play</a:t>
            </a:r>
          </a:p>
          <a:p>
            <a:pPr marL="628650" lvl="1" indent="-171450" algn="l">
              <a:buFont typeface="Arial" panose="020B0604020202020204" pitchFamily="34" charset="0"/>
              <a:buChar char="•"/>
            </a:pPr>
            <a:r>
              <a:rPr lang="en-US" sz="900" dirty="0">
                <a:solidFill>
                  <a:schemeClr val="lt1"/>
                </a:solidFill>
              </a:rPr>
              <a:t>Difficulty select</a:t>
            </a:r>
          </a:p>
          <a:p>
            <a:pPr marL="628650" lvl="1" indent="-171450" algn="l">
              <a:buFont typeface="Arial" panose="020B0604020202020204" pitchFamily="34" charset="0"/>
              <a:buChar char="•"/>
            </a:pPr>
            <a:r>
              <a:rPr lang="en-US" sz="900" dirty="0">
                <a:solidFill>
                  <a:schemeClr val="lt1"/>
                </a:solidFill>
              </a:rPr>
              <a:t>Rules</a:t>
            </a:r>
          </a:p>
          <a:p>
            <a:pPr marL="628650" lvl="1" indent="-171450" algn="l">
              <a:buFont typeface="Arial" panose="020B0604020202020204" pitchFamily="34" charset="0"/>
              <a:buChar char="•"/>
            </a:pPr>
            <a:r>
              <a:rPr lang="en-US" sz="900" dirty="0">
                <a:solidFill>
                  <a:schemeClr val="lt1"/>
                </a:solidFill>
              </a:rPr>
              <a:t>Controls/settings</a:t>
            </a:r>
          </a:p>
        </p:txBody>
      </p:sp>
      <p:sp>
        <p:nvSpPr>
          <p:cNvPr id="62" name="Google Shape;175;p33">
            <a:extLst>
              <a:ext uri="{FF2B5EF4-FFF2-40B4-BE49-F238E27FC236}">
                <a16:creationId xmlns:a16="http://schemas.microsoft.com/office/drawing/2014/main" id="{EF36ADE6-B2B5-4CAC-86E1-9220D89F7518}"/>
              </a:ext>
            </a:extLst>
          </p:cNvPr>
          <p:cNvSpPr/>
          <p:nvPr/>
        </p:nvSpPr>
        <p:spPr>
          <a:xfrm>
            <a:off x="4697688" y="1350443"/>
            <a:ext cx="1964265" cy="326897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77;p33">
            <a:extLst>
              <a:ext uri="{FF2B5EF4-FFF2-40B4-BE49-F238E27FC236}">
                <a16:creationId xmlns:a16="http://schemas.microsoft.com/office/drawing/2014/main" id="{ED3413BA-CB86-4030-82DE-0949A389B8A1}"/>
              </a:ext>
            </a:extLst>
          </p:cNvPr>
          <p:cNvSpPr txBox="1">
            <a:spLocks/>
          </p:cNvSpPr>
          <p:nvPr/>
        </p:nvSpPr>
        <p:spPr>
          <a:xfrm>
            <a:off x="4754592" y="1698163"/>
            <a:ext cx="1891172" cy="2559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2"/>
              </a:buClr>
              <a:buSzPts val="2500"/>
              <a:buFont typeface="Russo One"/>
              <a:buNone/>
              <a:defRPr sz="2300" b="1" i="0" u="none" strike="noStrike" cap="none">
                <a:solidFill>
                  <a:schemeClr val="dk2"/>
                </a:solidFill>
                <a:latin typeface="Russo One"/>
                <a:ea typeface="Russo One"/>
                <a:cs typeface="Russo One"/>
                <a:sym typeface="Russo One"/>
              </a:defRPr>
            </a:lvl1pPr>
            <a:lvl2pPr marR="0" lvl="1"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2pPr>
            <a:lvl3pPr marR="0" lvl="2"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3pPr>
            <a:lvl4pPr marR="0" lvl="3"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4pPr>
            <a:lvl5pPr marR="0" lvl="4"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5pPr>
            <a:lvl6pPr marR="0" lvl="5"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6pPr>
            <a:lvl7pPr marR="0" lvl="6"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7pPr>
            <a:lvl8pPr marR="0" lvl="7"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8pPr>
            <a:lvl9pPr marR="0" lvl="8"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9pPr>
          </a:lstStyle>
          <a:p>
            <a:r>
              <a:rPr lang="en-CA" sz="2000" dirty="0">
                <a:solidFill>
                  <a:schemeClr val="lt1"/>
                </a:solidFill>
              </a:rPr>
              <a:t>Environment</a:t>
            </a:r>
            <a:endParaRPr lang="en-CA" dirty="0">
              <a:solidFill>
                <a:schemeClr val="lt1"/>
              </a:solidFill>
            </a:endParaRPr>
          </a:p>
        </p:txBody>
      </p:sp>
      <p:sp>
        <p:nvSpPr>
          <p:cNvPr id="64" name="Google Shape;178;p33">
            <a:extLst>
              <a:ext uri="{FF2B5EF4-FFF2-40B4-BE49-F238E27FC236}">
                <a16:creationId xmlns:a16="http://schemas.microsoft.com/office/drawing/2014/main" id="{7FB1F162-77E1-4992-970E-1A2A5219EE93}"/>
              </a:ext>
            </a:extLst>
          </p:cNvPr>
          <p:cNvSpPr txBox="1">
            <a:spLocks/>
          </p:cNvSpPr>
          <p:nvPr/>
        </p:nvSpPr>
        <p:spPr>
          <a:xfrm>
            <a:off x="4754592" y="2025227"/>
            <a:ext cx="1891172" cy="119285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1pPr>
            <a:lvl2pPr marL="914400" marR="0" lvl="1"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2pPr>
            <a:lvl3pPr marL="1371600" marR="0" lvl="2"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3pPr>
            <a:lvl4pPr marL="1828800" marR="0" lvl="3"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4pPr>
            <a:lvl5pPr marL="2286000" marR="0" lvl="4"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5pPr>
            <a:lvl6pPr marL="2743200" marR="0" lvl="5"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6pPr>
            <a:lvl7pPr marL="3200400" marR="0" lvl="6"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7pPr>
            <a:lvl8pPr marL="3657600" marR="0" lvl="7"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8pPr>
            <a:lvl9pPr marL="4114800" marR="0" lvl="8"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9pPr>
          </a:lstStyle>
          <a:p>
            <a:pPr marL="0" indent="0"/>
            <a:r>
              <a:rPr lang="en-US" sz="900" dirty="0">
                <a:solidFill>
                  <a:schemeClr val="lt1"/>
                </a:solidFill>
              </a:rPr>
              <a:t>Players can interact with surroundings:</a:t>
            </a:r>
          </a:p>
          <a:p>
            <a:pPr marL="171450" indent="-171450" algn="l">
              <a:buFont typeface="Arial" panose="020B0604020202020204" pitchFamily="34" charset="0"/>
              <a:buChar char="•"/>
            </a:pPr>
            <a:r>
              <a:rPr lang="en-US" sz="900" dirty="0">
                <a:solidFill>
                  <a:schemeClr val="lt1"/>
                </a:solidFill>
              </a:rPr>
              <a:t>hide under tables or objects</a:t>
            </a:r>
          </a:p>
          <a:p>
            <a:pPr marL="171450" indent="-171450" algn="l">
              <a:buFont typeface="Arial" panose="020B0604020202020204" pitchFamily="34" charset="0"/>
              <a:buChar char="•"/>
            </a:pPr>
            <a:r>
              <a:rPr lang="en-US" sz="900" dirty="0">
                <a:solidFill>
                  <a:schemeClr val="lt1"/>
                </a:solidFill>
              </a:rPr>
              <a:t>Collect keys/code</a:t>
            </a:r>
          </a:p>
          <a:p>
            <a:pPr marL="171450" indent="-171450" algn="l">
              <a:buFont typeface="Arial" panose="020B0604020202020204" pitchFamily="34" charset="0"/>
              <a:buChar char="•"/>
            </a:pPr>
            <a:r>
              <a:rPr lang="en-US" sz="900" dirty="0">
                <a:solidFill>
                  <a:schemeClr val="lt1"/>
                </a:solidFill>
              </a:rPr>
              <a:t>Pick up and throw objects to create noise</a:t>
            </a:r>
          </a:p>
          <a:p>
            <a:pPr marL="171450" indent="-171450" algn="l">
              <a:buFont typeface="Arial" panose="020B0604020202020204" pitchFamily="34" charset="0"/>
              <a:buChar char="•"/>
            </a:pPr>
            <a:r>
              <a:rPr lang="en-US" sz="900" dirty="0">
                <a:solidFill>
                  <a:schemeClr val="lt1"/>
                </a:solidFill>
              </a:rPr>
              <a:t>Activate sound triggering distractions</a:t>
            </a:r>
          </a:p>
          <a:p>
            <a:pPr marL="0" indent="0"/>
            <a:endParaRPr lang="en-US" sz="900" dirty="0">
              <a:solidFill>
                <a:schemeClr val="lt1"/>
              </a:solidFill>
            </a:endParaRPr>
          </a:p>
        </p:txBody>
      </p:sp>
      <p:sp>
        <p:nvSpPr>
          <p:cNvPr id="69" name="Google Shape;175;p33">
            <a:extLst>
              <a:ext uri="{FF2B5EF4-FFF2-40B4-BE49-F238E27FC236}">
                <a16:creationId xmlns:a16="http://schemas.microsoft.com/office/drawing/2014/main" id="{8E9B1DCB-B84C-4E8D-9D21-48D05E7EBEA2}"/>
              </a:ext>
            </a:extLst>
          </p:cNvPr>
          <p:cNvSpPr/>
          <p:nvPr/>
        </p:nvSpPr>
        <p:spPr>
          <a:xfrm>
            <a:off x="6820940" y="1335555"/>
            <a:ext cx="1964265" cy="326897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77;p33">
            <a:extLst>
              <a:ext uri="{FF2B5EF4-FFF2-40B4-BE49-F238E27FC236}">
                <a16:creationId xmlns:a16="http://schemas.microsoft.com/office/drawing/2014/main" id="{7307759A-6296-4AC1-AE53-0A9D5B90335F}"/>
              </a:ext>
            </a:extLst>
          </p:cNvPr>
          <p:cNvSpPr txBox="1">
            <a:spLocks/>
          </p:cNvSpPr>
          <p:nvPr/>
        </p:nvSpPr>
        <p:spPr>
          <a:xfrm>
            <a:off x="6877844" y="1683275"/>
            <a:ext cx="1891172" cy="2559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2"/>
              </a:buClr>
              <a:buSzPts val="2500"/>
              <a:buFont typeface="Russo One"/>
              <a:buNone/>
              <a:defRPr sz="2300" b="1" i="0" u="none" strike="noStrike" cap="none">
                <a:solidFill>
                  <a:schemeClr val="dk2"/>
                </a:solidFill>
                <a:latin typeface="Russo One"/>
                <a:ea typeface="Russo One"/>
                <a:cs typeface="Russo One"/>
                <a:sym typeface="Russo One"/>
              </a:defRPr>
            </a:lvl1pPr>
            <a:lvl2pPr marR="0" lvl="1"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2pPr>
            <a:lvl3pPr marR="0" lvl="2"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3pPr>
            <a:lvl4pPr marR="0" lvl="3"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4pPr>
            <a:lvl5pPr marR="0" lvl="4"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5pPr>
            <a:lvl6pPr marR="0" lvl="5"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6pPr>
            <a:lvl7pPr marR="0" lvl="6"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7pPr>
            <a:lvl8pPr marR="0" lvl="7"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8pPr>
            <a:lvl9pPr marR="0" lvl="8"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9pPr>
          </a:lstStyle>
          <a:p>
            <a:r>
              <a:rPr lang="en-CA" sz="2000" dirty="0">
                <a:solidFill>
                  <a:schemeClr val="lt1"/>
                </a:solidFill>
              </a:rPr>
              <a:t>Rules</a:t>
            </a:r>
            <a:endParaRPr lang="en-CA" dirty="0">
              <a:solidFill>
                <a:schemeClr val="lt1"/>
              </a:solidFill>
            </a:endParaRPr>
          </a:p>
        </p:txBody>
      </p:sp>
      <p:sp>
        <p:nvSpPr>
          <p:cNvPr id="71" name="Google Shape;178;p33">
            <a:extLst>
              <a:ext uri="{FF2B5EF4-FFF2-40B4-BE49-F238E27FC236}">
                <a16:creationId xmlns:a16="http://schemas.microsoft.com/office/drawing/2014/main" id="{F3C068ED-08BD-44B9-B45E-1D82C2B9A4D2}"/>
              </a:ext>
            </a:extLst>
          </p:cNvPr>
          <p:cNvSpPr txBox="1">
            <a:spLocks/>
          </p:cNvSpPr>
          <p:nvPr/>
        </p:nvSpPr>
        <p:spPr>
          <a:xfrm>
            <a:off x="6877844" y="2025227"/>
            <a:ext cx="1891172" cy="2512906"/>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1pPr>
            <a:lvl2pPr marL="914400" marR="0" lvl="1"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2pPr>
            <a:lvl3pPr marL="1371600" marR="0" lvl="2"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3pPr>
            <a:lvl4pPr marL="1828800" marR="0" lvl="3"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4pPr>
            <a:lvl5pPr marL="2286000" marR="0" lvl="4"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5pPr>
            <a:lvl6pPr marL="2743200" marR="0" lvl="5"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6pPr>
            <a:lvl7pPr marL="3200400" marR="0" lvl="6"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7pPr>
            <a:lvl8pPr marL="3657600" marR="0" lvl="7"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8pPr>
            <a:lvl9pPr marL="4114800" marR="0" lvl="8"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9pPr>
          </a:lstStyle>
          <a:p>
            <a:pPr marL="0" indent="0" algn="l"/>
            <a:r>
              <a:rPr lang="en-US" sz="900">
                <a:solidFill>
                  <a:schemeClr val="lt1"/>
                </a:solidFill>
              </a:rPr>
              <a:t>Game End Conditions</a:t>
            </a:r>
          </a:p>
          <a:p>
            <a:pPr marL="0" indent="0" algn="l"/>
            <a:endParaRPr lang="en-US" sz="900">
              <a:solidFill>
                <a:schemeClr val="lt1"/>
              </a:solidFill>
            </a:endParaRPr>
          </a:p>
          <a:p>
            <a:pPr marL="171450" indent="-171450" algn="l">
              <a:buFont typeface="Arial" panose="020B0604020202020204" pitchFamily="34" charset="0"/>
              <a:buChar char="•"/>
            </a:pPr>
            <a:r>
              <a:rPr lang="en-US" sz="900">
                <a:solidFill>
                  <a:schemeClr val="lt1"/>
                </a:solidFill>
              </a:rPr>
              <a:t>If caught, restart the level/return to cell (N tries)</a:t>
            </a:r>
          </a:p>
          <a:p>
            <a:pPr marL="171450" indent="-171450" algn="l">
              <a:buFont typeface="Arial" panose="020B0604020202020204" pitchFamily="34" charset="0"/>
              <a:buChar char="•"/>
            </a:pPr>
            <a:r>
              <a:rPr lang="en-US" sz="900">
                <a:solidFill>
                  <a:schemeClr val="lt1"/>
                </a:solidFill>
              </a:rPr>
              <a:t>If all objective completed and reach the escape door – Win/beat level</a:t>
            </a:r>
          </a:p>
          <a:p>
            <a:pPr marL="171450" indent="-171450" algn="l">
              <a:buFont typeface="Arial" panose="020B0604020202020204" pitchFamily="34" charset="0"/>
              <a:buChar char="•"/>
            </a:pPr>
            <a:r>
              <a:rPr lang="en-US" sz="900">
                <a:solidFill>
                  <a:schemeClr val="lt1"/>
                </a:solidFill>
              </a:rPr>
              <a:t>There can be multiple escape points or win conditions (repayable)</a:t>
            </a:r>
          </a:p>
          <a:p>
            <a:pPr marL="0" indent="0" algn="l"/>
            <a:endParaRPr lang="en-US" sz="900">
              <a:solidFill>
                <a:schemeClr val="lt1"/>
              </a:solidFill>
            </a:endParaRPr>
          </a:p>
          <a:p>
            <a:pPr marL="0" indent="0" algn="l"/>
            <a:r>
              <a:rPr lang="en-US" sz="900">
                <a:solidFill>
                  <a:schemeClr val="lt1"/>
                </a:solidFill>
              </a:rPr>
              <a:t>Optional Features:</a:t>
            </a:r>
          </a:p>
          <a:p>
            <a:pPr marL="171450" indent="-171450" algn="l">
              <a:buFont typeface="Arial" panose="020B0604020202020204" pitchFamily="34" charset="0"/>
              <a:buChar char="•"/>
            </a:pPr>
            <a:r>
              <a:rPr lang="en-US" sz="900">
                <a:solidFill>
                  <a:schemeClr val="lt1"/>
                </a:solidFill>
              </a:rPr>
              <a:t>Difficulty modes</a:t>
            </a:r>
          </a:p>
          <a:p>
            <a:pPr marL="171450" indent="-171450" algn="l">
              <a:buFont typeface="Arial" panose="020B0604020202020204" pitchFamily="34" charset="0"/>
              <a:buChar char="•"/>
            </a:pPr>
            <a:r>
              <a:rPr lang="en-US" sz="900">
                <a:solidFill>
                  <a:schemeClr val="lt1"/>
                </a:solidFill>
              </a:rPr>
              <a:t>Level progression and scaling</a:t>
            </a:r>
          </a:p>
          <a:p>
            <a:pPr marL="171450" indent="-171450" algn="l">
              <a:buFont typeface="Arial" panose="020B0604020202020204" pitchFamily="34" charset="0"/>
              <a:buChar char="•"/>
            </a:pPr>
            <a:r>
              <a:rPr lang="en-US" sz="900">
                <a:solidFill>
                  <a:schemeClr val="lt1"/>
                </a:solidFill>
              </a:rPr>
              <a:t>Add special objectives and randomization for dynamic levels</a:t>
            </a:r>
          </a:p>
          <a:p>
            <a:pPr marL="171450" indent="-171450" algn="l">
              <a:buFont typeface="Arial" panose="020B0604020202020204" pitchFamily="34" charset="0"/>
              <a:buChar char="•"/>
            </a:pPr>
            <a:r>
              <a:rPr lang="en-US" sz="900">
                <a:solidFill>
                  <a:schemeClr val="lt1"/>
                </a:solidFill>
              </a:rPr>
              <a:t>Various and dynamic levels</a:t>
            </a:r>
            <a:endParaRPr lang="en-US" sz="900" dirty="0">
              <a:solidFill>
                <a:schemeClr val="lt1"/>
              </a:solidFill>
            </a:endParaRPr>
          </a:p>
        </p:txBody>
      </p:sp>
      <p:sp>
        <p:nvSpPr>
          <p:cNvPr id="76" name="Google Shape;177;p33">
            <a:extLst>
              <a:ext uri="{FF2B5EF4-FFF2-40B4-BE49-F238E27FC236}">
                <a16:creationId xmlns:a16="http://schemas.microsoft.com/office/drawing/2014/main" id="{E7CF852A-2FA3-472D-89B9-655A15E544C5}"/>
              </a:ext>
            </a:extLst>
          </p:cNvPr>
          <p:cNvSpPr txBox="1">
            <a:spLocks/>
          </p:cNvSpPr>
          <p:nvPr/>
        </p:nvSpPr>
        <p:spPr>
          <a:xfrm>
            <a:off x="4732247" y="3218077"/>
            <a:ext cx="1891172" cy="2559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2"/>
              </a:buClr>
              <a:buSzPts val="2500"/>
              <a:buFont typeface="Russo One"/>
              <a:buNone/>
              <a:defRPr sz="2300" b="1" i="0" u="none" strike="noStrike" cap="none">
                <a:solidFill>
                  <a:schemeClr val="dk2"/>
                </a:solidFill>
                <a:latin typeface="Russo One"/>
                <a:ea typeface="Russo One"/>
                <a:cs typeface="Russo One"/>
                <a:sym typeface="Russo One"/>
              </a:defRPr>
            </a:lvl1pPr>
            <a:lvl2pPr marR="0" lvl="1"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2pPr>
            <a:lvl3pPr marR="0" lvl="2"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3pPr>
            <a:lvl4pPr marR="0" lvl="3"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4pPr>
            <a:lvl5pPr marR="0" lvl="4"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5pPr>
            <a:lvl6pPr marR="0" lvl="5"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6pPr>
            <a:lvl7pPr marR="0" lvl="6"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7pPr>
            <a:lvl8pPr marR="0" lvl="7"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8pPr>
            <a:lvl9pPr marR="0" lvl="8" algn="ctr" rtl="0">
              <a:lnSpc>
                <a:spcPct val="100000"/>
              </a:lnSpc>
              <a:spcBef>
                <a:spcPts val="0"/>
              </a:spcBef>
              <a:spcAft>
                <a:spcPts val="0"/>
              </a:spcAft>
              <a:buClr>
                <a:schemeClr val="dk2"/>
              </a:buClr>
              <a:buSzPts val="2500"/>
              <a:buFont typeface="Russo One"/>
              <a:buNone/>
              <a:defRPr sz="2500" b="1" i="0" u="none" strike="noStrike" cap="none">
                <a:solidFill>
                  <a:schemeClr val="dk2"/>
                </a:solidFill>
                <a:latin typeface="Russo One"/>
                <a:ea typeface="Russo One"/>
                <a:cs typeface="Russo One"/>
                <a:sym typeface="Russo One"/>
              </a:defRPr>
            </a:lvl9pPr>
          </a:lstStyle>
          <a:p>
            <a:r>
              <a:rPr lang="en-CA" sz="2000" dirty="0">
                <a:solidFill>
                  <a:schemeClr val="lt1"/>
                </a:solidFill>
              </a:rPr>
              <a:t>Items</a:t>
            </a:r>
            <a:endParaRPr lang="en-CA" dirty="0">
              <a:solidFill>
                <a:schemeClr val="lt1"/>
              </a:solidFill>
            </a:endParaRPr>
          </a:p>
        </p:txBody>
      </p:sp>
      <p:sp>
        <p:nvSpPr>
          <p:cNvPr id="77" name="Google Shape;178;p33">
            <a:extLst>
              <a:ext uri="{FF2B5EF4-FFF2-40B4-BE49-F238E27FC236}">
                <a16:creationId xmlns:a16="http://schemas.microsoft.com/office/drawing/2014/main" id="{A9A1E2E0-DDFE-4FD0-AAAD-AD9E0AE85664}"/>
              </a:ext>
            </a:extLst>
          </p:cNvPr>
          <p:cNvSpPr txBox="1">
            <a:spLocks/>
          </p:cNvSpPr>
          <p:nvPr/>
        </p:nvSpPr>
        <p:spPr>
          <a:xfrm>
            <a:off x="4740342" y="3550795"/>
            <a:ext cx="1891172" cy="987338"/>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1pPr>
            <a:lvl2pPr marL="914400" marR="0" lvl="1"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2pPr>
            <a:lvl3pPr marL="1371600" marR="0" lvl="2"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3pPr>
            <a:lvl4pPr marL="1828800" marR="0" lvl="3"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4pPr>
            <a:lvl5pPr marL="2286000" marR="0" lvl="4"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5pPr>
            <a:lvl6pPr marL="2743200" marR="0" lvl="5"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6pPr>
            <a:lvl7pPr marL="3200400" marR="0" lvl="6"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7pPr>
            <a:lvl8pPr marL="3657600" marR="0" lvl="7"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8pPr>
            <a:lvl9pPr marL="4114800" marR="0" lvl="8" indent="-317500" algn="ctr" rtl="0">
              <a:lnSpc>
                <a:spcPct val="100000"/>
              </a:lnSpc>
              <a:spcBef>
                <a:spcPts val="0"/>
              </a:spcBef>
              <a:spcAft>
                <a:spcPts val="0"/>
              </a:spcAft>
              <a:buClr>
                <a:schemeClr val="accent2"/>
              </a:buClr>
              <a:buSzPts val="1400"/>
              <a:buFont typeface="Jura"/>
              <a:buNone/>
              <a:defRPr sz="1400" b="0" i="0" u="none" strike="noStrike" cap="none">
                <a:solidFill>
                  <a:schemeClr val="accent2"/>
                </a:solidFill>
                <a:latin typeface="Jura"/>
                <a:ea typeface="Jura"/>
                <a:cs typeface="Jura"/>
                <a:sym typeface="Jura"/>
              </a:defRPr>
            </a:lvl9pPr>
          </a:lstStyle>
          <a:p>
            <a:pPr marL="0" indent="0"/>
            <a:r>
              <a:rPr lang="en-US" sz="900" dirty="0">
                <a:solidFill>
                  <a:schemeClr val="lt1"/>
                </a:solidFill>
              </a:rPr>
              <a:t>Some items can include:</a:t>
            </a:r>
          </a:p>
          <a:p>
            <a:pPr marL="171450" indent="-171450" algn="l">
              <a:buFont typeface="Arial" panose="020B0604020202020204" pitchFamily="34" charset="0"/>
              <a:buChar char="•"/>
            </a:pPr>
            <a:r>
              <a:rPr lang="en-US" sz="900" dirty="0">
                <a:solidFill>
                  <a:schemeClr val="lt1"/>
                </a:solidFill>
              </a:rPr>
              <a:t>Escape door key/code</a:t>
            </a:r>
          </a:p>
          <a:p>
            <a:pPr marL="171450" indent="-171450" algn="l">
              <a:buFont typeface="Arial" panose="020B0604020202020204" pitchFamily="34" charset="0"/>
              <a:buChar char="•"/>
            </a:pPr>
            <a:r>
              <a:rPr lang="en-US" sz="900" dirty="0">
                <a:solidFill>
                  <a:schemeClr val="lt1"/>
                </a:solidFill>
              </a:rPr>
              <a:t>Throwables: Rocks, coins, chains, bottles</a:t>
            </a:r>
          </a:p>
          <a:p>
            <a:pPr marL="171450" indent="-171450" algn="l">
              <a:buFont typeface="Arial" panose="020B0604020202020204" pitchFamily="34" charset="0"/>
              <a:buChar char="•"/>
            </a:pPr>
            <a:r>
              <a:rPr lang="en-US" sz="900" dirty="0">
                <a:solidFill>
                  <a:schemeClr val="lt1"/>
                </a:solidFill>
              </a:rPr>
              <a:t>Enhancements – map, flashlight, sneakers</a:t>
            </a:r>
          </a:p>
          <a:p>
            <a:pPr marL="0" indent="0"/>
            <a:endParaRPr lang="en-US" sz="900" dirty="0">
              <a:solidFill>
                <a:schemeClr val="lt1"/>
              </a:solidFill>
            </a:endParaRPr>
          </a:p>
        </p:txBody>
      </p:sp>
    </p:spTree>
    <p:extLst>
      <p:ext uri="{BB962C8B-B14F-4D97-AF65-F5344CB8AC3E}">
        <p14:creationId xmlns:p14="http://schemas.microsoft.com/office/powerpoint/2010/main" val="138133335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37"/>
        <p:cNvGrpSpPr/>
        <p:nvPr/>
      </p:nvGrpSpPr>
      <p:grpSpPr>
        <a:xfrm>
          <a:off x="0" y="0"/>
          <a:ext cx="0" cy="0"/>
          <a:chOff x="0" y="0"/>
          <a:chExt cx="0" cy="0"/>
        </a:xfrm>
      </p:grpSpPr>
      <p:sp>
        <p:nvSpPr>
          <p:cNvPr id="138" name="Google Shape;138;p3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solidFill>
                  <a:schemeClr val="accent6"/>
                </a:solidFill>
              </a:rPr>
              <a:t>Technial Plan / Roles</a:t>
            </a:r>
            <a:endParaRPr dirty="0">
              <a:solidFill>
                <a:schemeClr val="accent6"/>
              </a:solidFill>
            </a:endParaRPr>
          </a:p>
        </p:txBody>
      </p:sp>
      <p:graphicFrame>
        <p:nvGraphicFramePr>
          <p:cNvPr id="139" name="Google Shape;139;p30"/>
          <p:cNvGraphicFramePr/>
          <p:nvPr>
            <p:extLst>
              <p:ext uri="{D42A27DB-BD31-4B8C-83A1-F6EECF244321}">
                <p14:modId xmlns:p14="http://schemas.microsoft.com/office/powerpoint/2010/main" val="394351703"/>
              </p:ext>
            </p:extLst>
          </p:nvPr>
        </p:nvGraphicFramePr>
        <p:xfrm>
          <a:off x="720000" y="1767225"/>
          <a:ext cx="7704000" cy="2026800"/>
        </p:xfrm>
        <a:graphic>
          <a:graphicData uri="http://schemas.openxmlformats.org/drawingml/2006/table">
            <a:tbl>
              <a:tblPr>
                <a:noFill/>
                <a:tableStyleId>{83A2AC75-B2B2-4EE4-BFF5-344B11C732F1}</a:tableStyleId>
              </a:tblPr>
              <a:tblGrid>
                <a:gridCol w="1415286">
                  <a:extLst>
                    <a:ext uri="{9D8B030D-6E8A-4147-A177-3AD203B41FA5}">
                      <a16:colId xmlns:a16="http://schemas.microsoft.com/office/drawing/2014/main" val="20000"/>
                    </a:ext>
                  </a:extLst>
                </a:gridCol>
                <a:gridCol w="5051221">
                  <a:extLst>
                    <a:ext uri="{9D8B030D-6E8A-4147-A177-3AD203B41FA5}">
                      <a16:colId xmlns:a16="http://schemas.microsoft.com/office/drawing/2014/main" val="20001"/>
                    </a:ext>
                  </a:extLst>
                </a:gridCol>
                <a:gridCol w="1237493">
                  <a:extLst>
                    <a:ext uri="{9D8B030D-6E8A-4147-A177-3AD203B41FA5}">
                      <a16:colId xmlns:a16="http://schemas.microsoft.com/office/drawing/2014/main" val="732990502"/>
                    </a:ext>
                  </a:extLst>
                </a:gridCol>
              </a:tblGrid>
              <a:tr h="350500">
                <a:tc>
                  <a:txBody>
                    <a:bodyPr/>
                    <a:lstStyle/>
                    <a:p>
                      <a:pPr marL="0" lvl="0" indent="0" algn="l" rtl="0">
                        <a:spcBef>
                          <a:spcPts val="0"/>
                        </a:spcBef>
                        <a:spcAft>
                          <a:spcPts val="0"/>
                        </a:spcAft>
                        <a:buNone/>
                      </a:pPr>
                      <a:r>
                        <a:rPr lang="en-CA" sz="1100" u="sng" dirty="0">
                          <a:solidFill>
                            <a:schemeClr val="lt1"/>
                          </a:solidFill>
                          <a:latin typeface="Russo One"/>
                          <a:ea typeface="Russo One"/>
                          <a:cs typeface="Russo One"/>
                          <a:sym typeface="Russo One"/>
                        </a:rPr>
                        <a:t>Role</a:t>
                      </a:r>
                      <a:endParaRPr sz="1100" u="sng" dirty="0">
                        <a:solidFill>
                          <a:schemeClr val="lt1"/>
                        </a:solidFill>
                        <a:latin typeface="Russo One"/>
                        <a:ea typeface="Russo One"/>
                        <a:cs typeface="Russo One"/>
                        <a:sym typeface="Russo One"/>
                      </a:endParaRPr>
                    </a:p>
                  </a:txBody>
                  <a:tcPr marL="91425" marR="91425" marT="91425" marB="91425">
                    <a:lnL w="19050" cap="flat" cmpd="sng">
                      <a:solidFill>
                        <a:schemeClr val="accent6"/>
                      </a:solidFill>
                      <a:prstDash val="solid"/>
                      <a:round/>
                      <a:headEnd type="none" w="sm" len="sm"/>
                      <a:tailEnd type="none" w="sm" len="sm"/>
                    </a:lnL>
                    <a:lnR w="19050" cap="flat" cmpd="sng" algn="ctr">
                      <a:solidFill>
                        <a:schemeClr val="accent6"/>
                      </a:solidFill>
                      <a:prstDash val="solid"/>
                      <a:round/>
                      <a:headEnd type="none" w="sm" len="sm"/>
                      <a:tailEnd type="none" w="sm" len="sm"/>
                    </a:lnR>
                    <a:lnT w="19050" cap="flat" cmpd="sng">
                      <a:solidFill>
                        <a:schemeClr val="accent6"/>
                      </a:solidFill>
                      <a:prstDash val="solid"/>
                      <a:round/>
                      <a:headEnd type="none" w="sm" len="sm"/>
                      <a:tailEnd type="none" w="sm" len="sm"/>
                    </a:lnT>
                    <a:lnB w="12700" cap="flat" cmpd="sng" algn="ctr">
                      <a:solidFill>
                        <a:schemeClr val="accent6"/>
                      </a:solidFill>
                      <a:prstDash val="solid"/>
                      <a:round/>
                      <a:headEnd type="none" w="med" len="med"/>
                      <a:tailEnd type="none" w="med" len="med"/>
                    </a:lnB>
                    <a:solidFill>
                      <a:srgbClr val="FF0013">
                        <a:alpha val="3350"/>
                      </a:srgbClr>
                    </a:solidFill>
                  </a:tcPr>
                </a:tc>
                <a:tc>
                  <a:txBody>
                    <a:bodyPr/>
                    <a:lstStyle/>
                    <a:p>
                      <a:pPr marL="0" lvl="0" indent="0" algn="l" rtl="0">
                        <a:spcBef>
                          <a:spcPts val="0"/>
                        </a:spcBef>
                        <a:spcAft>
                          <a:spcPts val="1600"/>
                        </a:spcAft>
                        <a:buNone/>
                      </a:pPr>
                      <a:r>
                        <a:rPr lang="en-CA" sz="1000" dirty="0">
                          <a:solidFill>
                            <a:schemeClr val="lt1"/>
                          </a:solidFill>
                          <a:latin typeface="Jura"/>
                          <a:ea typeface="Jura"/>
                          <a:cs typeface="Jura"/>
                          <a:sym typeface="Jura"/>
                        </a:rPr>
                        <a:t>Description</a:t>
                      </a:r>
                      <a:endParaRPr sz="1000" dirty="0">
                        <a:solidFill>
                          <a:schemeClr val="lt1"/>
                        </a:solidFill>
                        <a:latin typeface="Jura"/>
                        <a:ea typeface="Jura"/>
                        <a:cs typeface="Jura"/>
                        <a:sym typeface="Jura"/>
                      </a:endParaRPr>
                    </a:p>
                  </a:txBody>
                  <a:tcPr marL="91425" marR="91425" marT="91425" marB="91425">
                    <a:lnL w="19050" cap="flat" cmpd="sng" algn="ctr">
                      <a:solidFill>
                        <a:schemeClr val="accent6"/>
                      </a:solidFill>
                      <a:prstDash val="solid"/>
                      <a:round/>
                      <a:headEnd type="none" w="sm" len="sm"/>
                      <a:tailEnd type="none" w="sm" len="sm"/>
                    </a:lnL>
                    <a:lnR w="19050" cap="flat" cmpd="sng" algn="ctr">
                      <a:solidFill>
                        <a:schemeClr val="accent6"/>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solidFill>
                      <a:srgbClr val="FF0013">
                        <a:alpha val="3350"/>
                      </a:srgbClr>
                    </a:solidFill>
                  </a:tcPr>
                </a:tc>
                <a:tc>
                  <a:txBody>
                    <a:bodyPr/>
                    <a:lstStyle/>
                    <a:p>
                      <a:pPr marL="0" lvl="0" indent="0" algn="l" rtl="0">
                        <a:spcBef>
                          <a:spcPts val="0"/>
                        </a:spcBef>
                        <a:spcAft>
                          <a:spcPts val="1600"/>
                        </a:spcAft>
                        <a:buNone/>
                      </a:pPr>
                      <a:endParaRPr sz="1000" dirty="0">
                        <a:solidFill>
                          <a:schemeClr val="lt1"/>
                        </a:solidFill>
                        <a:latin typeface="Jura"/>
                        <a:ea typeface="Jura"/>
                        <a:cs typeface="Jura"/>
                        <a:sym typeface="Jura"/>
                      </a:endParaRPr>
                    </a:p>
                  </a:txBody>
                  <a:tcPr marL="91425" marR="91425" marT="91425" marB="91425">
                    <a:lnL w="19050" cap="flat" cmpd="sng" algn="ctr">
                      <a:solidFill>
                        <a:schemeClr val="accent6"/>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lgn="ctr">
                      <a:solidFill>
                        <a:schemeClr val="accent2"/>
                      </a:solidFill>
                      <a:prstDash val="solid"/>
                      <a:round/>
                      <a:headEnd type="none" w="sm" len="sm"/>
                      <a:tailEnd type="none" w="sm" len="sm"/>
                    </a:lnB>
                    <a:solidFill>
                      <a:srgbClr val="FF0013">
                        <a:alpha val="3350"/>
                      </a:srgbClr>
                    </a:solidFill>
                  </a:tcPr>
                </a:tc>
                <a:extLst>
                  <a:ext uri="{0D108BD9-81ED-4DB2-BD59-A6C34878D82A}">
                    <a16:rowId xmlns:a16="http://schemas.microsoft.com/office/drawing/2014/main" val="1656360028"/>
                  </a:ext>
                </a:extLst>
              </a:tr>
              <a:tr h="350500">
                <a:tc>
                  <a:txBody>
                    <a:bodyPr/>
                    <a:lstStyle/>
                    <a:p>
                      <a:pPr marL="0" lvl="0" indent="0" algn="l" rtl="0">
                        <a:spcBef>
                          <a:spcPts val="0"/>
                        </a:spcBef>
                        <a:spcAft>
                          <a:spcPts val="0"/>
                        </a:spcAft>
                        <a:buNone/>
                      </a:pPr>
                      <a:r>
                        <a:rPr lang="en" sz="1100" u="sng" dirty="0">
                          <a:solidFill>
                            <a:schemeClr val="lt1"/>
                          </a:solidFill>
                          <a:latin typeface="Russo One"/>
                          <a:ea typeface="Russo One"/>
                          <a:cs typeface="Russo One"/>
                          <a:sym typeface="Russo One"/>
                        </a:rPr>
                        <a:t>Programming 1</a:t>
                      </a:r>
                      <a:endParaRPr sz="1100" u="sng" dirty="0">
                        <a:solidFill>
                          <a:schemeClr val="lt1"/>
                        </a:solidFill>
                        <a:latin typeface="Russo One"/>
                        <a:ea typeface="Russo One"/>
                        <a:cs typeface="Russo One"/>
                        <a:sym typeface="Russo One"/>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6"/>
                      </a:solidFill>
                      <a:prstDash val="solid"/>
                      <a:round/>
                      <a:headEnd type="none" w="sm" len="sm"/>
                      <a:tailEnd type="none" w="sm" len="sm"/>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solidFill>
                      <a:srgbClr val="FF0013">
                        <a:alpha val="3350"/>
                      </a:srgbClr>
                    </a:solidFill>
                  </a:tcPr>
                </a:tc>
                <a:tc>
                  <a:txBody>
                    <a:bodyPr/>
                    <a:lstStyle/>
                    <a:p>
                      <a:pPr marL="0" lvl="0" indent="0" algn="l" rtl="0">
                        <a:spcBef>
                          <a:spcPts val="0"/>
                        </a:spcBef>
                        <a:spcAft>
                          <a:spcPts val="1600"/>
                        </a:spcAft>
                        <a:buNone/>
                      </a:pPr>
                      <a:r>
                        <a:rPr lang="en" sz="1000" dirty="0">
                          <a:solidFill>
                            <a:schemeClr val="lt1"/>
                          </a:solidFill>
                          <a:latin typeface="Jura"/>
                          <a:ea typeface="Jura"/>
                          <a:cs typeface="Jura"/>
                          <a:sym typeface="Jura"/>
                        </a:rPr>
                        <a:t>Player controls, movement and interaction systems</a:t>
                      </a:r>
                      <a:endParaRPr sz="1000" dirty="0">
                        <a:solidFill>
                          <a:schemeClr val="lt1"/>
                        </a:solidFill>
                        <a:latin typeface="Jura"/>
                        <a:ea typeface="Jura"/>
                        <a:cs typeface="Jura"/>
                        <a:sym typeface="Jura"/>
                      </a:endParaRPr>
                    </a:p>
                  </a:txBody>
                  <a:tcPr marL="91425" marR="91425" marT="91425" marB="91425">
                    <a:lnL w="19050" cap="flat" cmpd="sng">
                      <a:solidFill>
                        <a:schemeClr val="accent6"/>
                      </a:solidFill>
                      <a:prstDash val="solid"/>
                      <a:round/>
                      <a:headEnd type="none" w="sm" len="sm"/>
                      <a:tailEnd type="none" w="sm" len="sm"/>
                    </a:lnL>
                    <a:lnR w="19050" cap="flat" cmpd="sng" algn="ctr">
                      <a:solidFill>
                        <a:schemeClr val="accent6"/>
                      </a:solidFill>
                      <a:prstDash val="solid"/>
                      <a:round/>
                      <a:headEnd type="none" w="sm" len="sm"/>
                      <a:tailEnd type="none" w="sm" len="sm"/>
                    </a:lnR>
                    <a:lnT w="19050" cap="flat" cmpd="sng" algn="ctr">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solidFill>
                      <a:srgbClr val="FF0013">
                        <a:alpha val="3350"/>
                      </a:srgbClr>
                    </a:solidFill>
                  </a:tcPr>
                </a:tc>
                <a:tc>
                  <a:txBody>
                    <a:bodyPr/>
                    <a:lstStyle/>
                    <a:p>
                      <a:pPr marL="0" lvl="0" indent="0" algn="l" rtl="0">
                        <a:spcBef>
                          <a:spcPts val="0"/>
                        </a:spcBef>
                        <a:spcAft>
                          <a:spcPts val="1600"/>
                        </a:spcAft>
                        <a:buNone/>
                      </a:pPr>
                      <a:endParaRPr sz="1000" dirty="0">
                        <a:solidFill>
                          <a:schemeClr val="lt1"/>
                        </a:solidFill>
                        <a:latin typeface="Jura"/>
                        <a:ea typeface="Jura"/>
                        <a:cs typeface="Jura"/>
                        <a:sym typeface="Jura"/>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lgn="ctr">
                      <a:solidFill>
                        <a:schemeClr val="accent2"/>
                      </a:solidFill>
                      <a:prstDash val="solid"/>
                      <a:round/>
                      <a:headEnd type="none" w="sm" len="sm"/>
                      <a:tailEnd type="none" w="sm" len="sm"/>
                    </a:lnT>
                    <a:lnB w="19050" cap="flat" cmpd="sng" algn="ctr">
                      <a:solidFill>
                        <a:schemeClr val="accent2"/>
                      </a:solidFill>
                      <a:prstDash val="solid"/>
                      <a:round/>
                      <a:headEnd type="none" w="sm" len="sm"/>
                      <a:tailEnd type="none" w="sm" len="sm"/>
                    </a:lnB>
                    <a:solidFill>
                      <a:srgbClr val="FF0013">
                        <a:alpha val="3350"/>
                      </a:srgbClr>
                    </a:solidFill>
                  </a:tcPr>
                </a:tc>
                <a:extLst>
                  <a:ext uri="{0D108BD9-81ED-4DB2-BD59-A6C34878D82A}">
                    <a16:rowId xmlns:a16="http://schemas.microsoft.com/office/drawing/2014/main" val="10000"/>
                  </a:ext>
                </a:extLst>
              </a:tr>
              <a:tr h="350500">
                <a:tc>
                  <a:txBody>
                    <a:bodyPr/>
                    <a:lstStyle/>
                    <a:p>
                      <a:pPr marL="0" lvl="0" indent="0" algn="l" rtl="0">
                        <a:spcBef>
                          <a:spcPts val="0"/>
                        </a:spcBef>
                        <a:spcAft>
                          <a:spcPts val="0"/>
                        </a:spcAft>
                        <a:buNone/>
                      </a:pPr>
                      <a:r>
                        <a:rPr lang="en-CA" sz="1100" u="sng" dirty="0">
                          <a:solidFill>
                            <a:schemeClr val="lt1"/>
                          </a:solidFill>
                          <a:latin typeface="Russo One"/>
                          <a:ea typeface="Russo One"/>
                          <a:cs typeface="Russo One"/>
                          <a:sym typeface="Russo One"/>
                        </a:rPr>
                        <a:t>Programming 2</a:t>
                      </a:r>
                    </a:p>
                  </a:txBody>
                  <a:tcPr marL="91425" marR="91425" marT="91425" marB="91425">
                    <a:lnL w="19050" cap="flat" cmpd="sng">
                      <a:solidFill>
                        <a:schemeClr val="accent6"/>
                      </a:solidFill>
                      <a:prstDash val="solid"/>
                      <a:round/>
                      <a:headEnd type="none" w="sm" len="sm"/>
                      <a:tailEnd type="none" w="sm" len="sm"/>
                    </a:lnL>
                    <a:lnR w="19050" cap="flat" cmpd="sng">
                      <a:solidFill>
                        <a:schemeClr val="accent6"/>
                      </a:solidFill>
                      <a:prstDash val="solid"/>
                      <a:round/>
                      <a:headEnd type="none" w="sm" len="sm"/>
                      <a:tailEnd type="none" w="sm" len="sm"/>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solidFill>
                      <a:srgbClr val="FF0013">
                        <a:alpha val="3350"/>
                      </a:srgbClr>
                    </a:solidFill>
                  </a:tcPr>
                </a:tc>
                <a:tc>
                  <a:txBody>
                    <a:bodyPr/>
                    <a:lstStyle/>
                    <a:p>
                      <a:pPr marL="0" marR="0" lvl="0" indent="0" algn="l" rtl="0">
                        <a:lnSpc>
                          <a:spcPct val="100000"/>
                        </a:lnSpc>
                        <a:spcBef>
                          <a:spcPts val="0"/>
                        </a:spcBef>
                        <a:spcAft>
                          <a:spcPts val="1600"/>
                        </a:spcAft>
                        <a:buNone/>
                      </a:pPr>
                      <a:r>
                        <a:rPr lang="en" sz="1000" dirty="0">
                          <a:solidFill>
                            <a:schemeClr val="lt1"/>
                          </a:solidFill>
                          <a:latin typeface="Jura"/>
                          <a:ea typeface="Jura"/>
                          <a:cs typeface="Jura"/>
                          <a:sym typeface="Jura"/>
                        </a:rPr>
                        <a:t>Guaurd (AI), patrol state, vision and detection, chase state, reaction with sound</a:t>
                      </a:r>
                      <a:endParaRPr sz="1000" dirty="0">
                        <a:solidFill>
                          <a:schemeClr val="lt1"/>
                        </a:solidFill>
                        <a:latin typeface="Jura"/>
                        <a:ea typeface="Jura"/>
                        <a:cs typeface="Jura"/>
                        <a:sym typeface="Jura"/>
                      </a:endParaRPr>
                    </a:p>
                  </a:txBody>
                  <a:tcPr marL="91425" marR="91425" marT="91425" marB="91425">
                    <a:lnL w="19050" cap="flat" cmpd="sng">
                      <a:solidFill>
                        <a:schemeClr val="accent6"/>
                      </a:solidFill>
                      <a:prstDash val="solid"/>
                      <a:round/>
                      <a:headEnd type="none" w="sm" len="sm"/>
                      <a:tailEnd type="none" w="sm" len="sm"/>
                    </a:lnL>
                    <a:lnR w="19050" cap="flat" cmpd="sng" algn="ctr">
                      <a:solidFill>
                        <a:schemeClr val="accent6"/>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solidFill>
                      <a:srgbClr val="FF0013">
                        <a:alpha val="3350"/>
                      </a:srgbClr>
                    </a:solidFill>
                  </a:tcPr>
                </a:tc>
                <a:tc>
                  <a:txBody>
                    <a:bodyPr/>
                    <a:lstStyle/>
                    <a:p>
                      <a:pPr marL="0" marR="0" lvl="0" indent="0" algn="l" rtl="0">
                        <a:lnSpc>
                          <a:spcPct val="100000"/>
                        </a:lnSpc>
                        <a:spcBef>
                          <a:spcPts val="0"/>
                        </a:spcBef>
                        <a:spcAft>
                          <a:spcPts val="1600"/>
                        </a:spcAft>
                        <a:buNone/>
                      </a:pPr>
                      <a:endParaRPr sz="1000" dirty="0">
                        <a:solidFill>
                          <a:schemeClr val="lt1"/>
                        </a:solidFill>
                        <a:latin typeface="Jura"/>
                        <a:ea typeface="Jura"/>
                        <a:cs typeface="Jura"/>
                        <a:sym typeface="Jura"/>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lgn="ctr">
                      <a:solidFill>
                        <a:schemeClr val="accent2"/>
                      </a:solidFill>
                      <a:prstDash val="solid"/>
                      <a:round/>
                      <a:headEnd type="none" w="sm" len="sm"/>
                      <a:tailEnd type="none" w="sm" len="sm"/>
                    </a:lnT>
                    <a:lnB w="19050" cap="flat" cmpd="sng" algn="ctr">
                      <a:solidFill>
                        <a:schemeClr val="accent2"/>
                      </a:solidFill>
                      <a:prstDash val="solid"/>
                      <a:round/>
                      <a:headEnd type="none" w="sm" len="sm"/>
                      <a:tailEnd type="none" w="sm" len="sm"/>
                    </a:lnB>
                    <a:solidFill>
                      <a:srgbClr val="FF0013">
                        <a:alpha val="3350"/>
                      </a:srgbClr>
                    </a:solidFill>
                  </a:tcPr>
                </a:tc>
                <a:extLst>
                  <a:ext uri="{0D108BD9-81ED-4DB2-BD59-A6C34878D82A}">
                    <a16:rowId xmlns:a16="http://schemas.microsoft.com/office/drawing/2014/main" val="10001"/>
                  </a:ext>
                </a:extLst>
              </a:tr>
              <a:tr h="350500">
                <a:tc>
                  <a:txBody>
                    <a:bodyPr/>
                    <a:lstStyle/>
                    <a:p>
                      <a:pPr marL="0" lvl="0" indent="0" algn="l" rtl="0">
                        <a:spcBef>
                          <a:spcPts val="0"/>
                        </a:spcBef>
                        <a:spcAft>
                          <a:spcPts val="0"/>
                        </a:spcAft>
                        <a:buNone/>
                      </a:pPr>
                      <a:r>
                        <a:rPr lang="en" sz="1100" u="sng" dirty="0">
                          <a:solidFill>
                            <a:schemeClr val="lt1"/>
                          </a:solidFill>
                          <a:latin typeface="Russo One"/>
                          <a:ea typeface="Russo One"/>
                          <a:cs typeface="Russo One"/>
                          <a:sym typeface="Russo One"/>
                        </a:rPr>
                        <a:t>Artist</a:t>
                      </a:r>
                      <a:endParaRPr sz="1100" u="sng" dirty="0">
                        <a:solidFill>
                          <a:schemeClr val="lt1"/>
                        </a:solidFill>
                        <a:latin typeface="Russo One"/>
                        <a:ea typeface="Russo One"/>
                        <a:cs typeface="Russo One"/>
                        <a:sym typeface="Russo One"/>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6"/>
                      </a:solidFill>
                      <a:prstDash val="solid"/>
                      <a:round/>
                      <a:headEnd type="none" w="sm" len="sm"/>
                      <a:tailEnd type="none" w="sm" len="sm"/>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solidFill>
                      <a:srgbClr val="FF0013">
                        <a:alpha val="3350"/>
                      </a:srgbClr>
                    </a:solidFill>
                  </a:tcPr>
                </a:tc>
                <a:tc>
                  <a:txBody>
                    <a:bodyPr/>
                    <a:lstStyle/>
                    <a:p>
                      <a:pPr marL="0" lvl="0" indent="0" algn="l" rtl="0">
                        <a:spcBef>
                          <a:spcPts val="0"/>
                        </a:spcBef>
                        <a:spcAft>
                          <a:spcPts val="1600"/>
                        </a:spcAft>
                        <a:buNone/>
                      </a:pPr>
                      <a:r>
                        <a:rPr lang="en" sz="1000" dirty="0">
                          <a:solidFill>
                            <a:schemeClr val="lt1"/>
                          </a:solidFill>
                          <a:latin typeface="Jura"/>
                          <a:ea typeface="Jura"/>
                          <a:cs typeface="Jura"/>
                          <a:sym typeface="Jura"/>
                        </a:rPr>
                        <a:t>Basic character models, obstacles, interactables/ collectibles, level structures models</a:t>
                      </a:r>
                      <a:endParaRPr sz="1000" dirty="0">
                        <a:solidFill>
                          <a:schemeClr val="lt1"/>
                        </a:solidFill>
                        <a:latin typeface="Jura"/>
                        <a:ea typeface="Jura"/>
                        <a:cs typeface="Jura"/>
                        <a:sym typeface="Jura"/>
                      </a:endParaRPr>
                    </a:p>
                  </a:txBody>
                  <a:tcPr marL="91425" marR="91425" marT="91425" marB="91425">
                    <a:lnL w="19050" cap="flat" cmpd="sng">
                      <a:solidFill>
                        <a:schemeClr val="accent6"/>
                      </a:solidFill>
                      <a:prstDash val="solid"/>
                      <a:round/>
                      <a:headEnd type="none" w="sm" len="sm"/>
                      <a:tailEnd type="none" w="sm" len="sm"/>
                    </a:lnL>
                    <a:lnR w="19050" cap="flat" cmpd="sng" algn="ctr">
                      <a:solidFill>
                        <a:schemeClr val="accent6"/>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solidFill>
                      <a:srgbClr val="FF0013">
                        <a:alpha val="3350"/>
                      </a:srgbClr>
                    </a:solidFill>
                  </a:tcPr>
                </a:tc>
                <a:tc>
                  <a:txBody>
                    <a:bodyPr/>
                    <a:lstStyle/>
                    <a:p>
                      <a:pPr marL="0" lvl="0" indent="0" algn="l" rtl="0">
                        <a:spcBef>
                          <a:spcPts val="0"/>
                        </a:spcBef>
                        <a:spcAft>
                          <a:spcPts val="1600"/>
                        </a:spcAft>
                        <a:buNone/>
                      </a:pPr>
                      <a:endParaRPr sz="1000" dirty="0">
                        <a:solidFill>
                          <a:schemeClr val="lt1"/>
                        </a:solidFill>
                        <a:latin typeface="Jura"/>
                        <a:ea typeface="Jura"/>
                        <a:cs typeface="Jura"/>
                        <a:sym typeface="Jura"/>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lgn="ctr">
                      <a:solidFill>
                        <a:schemeClr val="accent2"/>
                      </a:solidFill>
                      <a:prstDash val="solid"/>
                      <a:round/>
                      <a:headEnd type="none" w="sm" len="sm"/>
                      <a:tailEnd type="none" w="sm" len="sm"/>
                    </a:lnT>
                    <a:lnB w="19050" cap="flat" cmpd="sng" algn="ctr">
                      <a:solidFill>
                        <a:schemeClr val="accent2"/>
                      </a:solidFill>
                      <a:prstDash val="solid"/>
                      <a:round/>
                      <a:headEnd type="none" w="sm" len="sm"/>
                      <a:tailEnd type="none" w="sm" len="sm"/>
                    </a:lnB>
                    <a:solidFill>
                      <a:srgbClr val="FF0013">
                        <a:alpha val="3350"/>
                      </a:srgbClr>
                    </a:solidFill>
                  </a:tcPr>
                </a:tc>
                <a:extLst>
                  <a:ext uri="{0D108BD9-81ED-4DB2-BD59-A6C34878D82A}">
                    <a16:rowId xmlns:a16="http://schemas.microsoft.com/office/drawing/2014/main" val="10002"/>
                  </a:ext>
                </a:extLst>
              </a:tr>
              <a:tr h="350500">
                <a:tc>
                  <a:txBody>
                    <a:bodyPr/>
                    <a:lstStyle/>
                    <a:p>
                      <a:pPr marL="0" lvl="0" indent="0" algn="l" rtl="0">
                        <a:spcBef>
                          <a:spcPts val="0"/>
                        </a:spcBef>
                        <a:spcAft>
                          <a:spcPts val="0"/>
                        </a:spcAft>
                        <a:buNone/>
                      </a:pPr>
                      <a:r>
                        <a:rPr lang="en" sz="1100" u="sng" dirty="0">
                          <a:solidFill>
                            <a:schemeClr val="lt1"/>
                          </a:solidFill>
                          <a:latin typeface="Russo One"/>
                          <a:ea typeface="Russo One"/>
                          <a:cs typeface="Russo One"/>
                          <a:sym typeface="Russo One"/>
                        </a:rPr>
                        <a:t>Level Designer</a:t>
                      </a:r>
                      <a:endParaRPr sz="1100" u="sng" dirty="0">
                        <a:solidFill>
                          <a:schemeClr val="lt1"/>
                        </a:solidFill>
                        <a:latin typeface="Russo One"/>
                        <a:ea typeface="Russo One"/>
                        <a:cs typeface="Russo One"/>
                        <a:sym typeface="Russo One"/>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6"/>
                      </a:solidFill>
                      <a:prstDash val="solid"/>
                      <a:round/>
                      <a:headEnd type="none" w="sm" len="sm"/>
                      <a:tailEnd type="none" w="sm" len="sm"/>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solidFill>
                      <a:srgbClr val="FF0013">
                        <a:alpha val="3350"/>
                      </a:srgbClr>
                    </a:solidFill>
                  </a:tcPr>
                </a:tc>
                <a:tc>
                  <a:txBody>
                    <a:bodyPr/>
                    <a:lstStyle/>
                    <a:p>
                      <a:pPr marL="0" lvl="0" indent="0" algn="l" rtl="0">
                        <a:spcBef>
                          <a:spcPts val="0"/>
                        </a:spcBef>
                        <a:spcAft>
                          <a:spcPts val="1600"/>
                        </a:spcAft>
                        <a:buNone/>
                      </a:pPr>
                      <a:r>
                        <a:rPr lang="en" sz="1000" dirty="0">
                          <a:solidFill>
                            <a:schemeClr val="lt1"/>
                          </a:solidFill>
                          <a:latin typeface="Jura"/>
                          <a:ea typeface="Jura"/>
                          <a:cs typeface="Jura"/>
                          <a:sym typeface="Jura"/>
                        </a:rPr>
                        <a:t>Prison map layout, hiding spots, mutliple escape routes, realism of game, walkable areas</a:t>
                      </a:r>
                      <a:endParaRPr sz="1000" dirty="0">
                        <a:solidFill>
                          <a:schemeClr val="lt1"/>
                        </a:solidFill>
                        <a:latin typeface="Jura"/>
                        <a:ea typeface="Jura"/>
                        <a:cs typeface="Jura"/>
                        <a:sym typeface="Jura"/>
                      </a:endParaRPr>
                    </a:p>
                  </a:txBody>
                  <a:tcPr marL="91425" marR="91425" marT="91425" marB="91425">
                    <a:lnL w="19050" cap="flat" cmpd="sng">
                      <a:solidFill>
                        <a:schemeClr val="accent6"/>
                      </a:solidFill>
                      <a:prstDash val="solid"/>
                      <a:round/>
                      <a:headEnd type="none" w="sm" len="sm"/>
                      <a:tailEnd type="none" w="sm" len="sm"/>
                    </a:lnL>
                    <a:lnR w="19050" cap="flat" cmpd="sng" algn="ctr">
                      <a:solidFill>
                        <a:schemeClr val="accent6"/>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solidFill>
                      <a:srgbClr val="FF0013">
                        <a:alpha val="3350"/>
                      </a:srgbClr>
                    </a:solidFill>
                  </a:tcPr>
                </a:tc>
                <a:tc>
                  <a:txBody>
                    <a:bodyPr/>
                    <a:lstStyle/>
                    <a:p>
                      <a:pPr marL="0" lvl="0" indent="0" algn="l" rtl="0">
                        <a:spcBef>
                          <a:spcPts val="0"/>
                        </a:spcBef>
                        <a:spcAft>
                          <a:spcPts val="1600"/>
                        </a:spcAft>
                        <a:buNone/>
                      </a:pPr>
                      <a:endParaRPr sz="1000" dirty="0">
                        <a:solidFill>
                          <a:schemeClr val="lt1"/>
                        </a:solidFill>
                        <a:latin typeface="Jura"/>
                        <a:ea typeface="Jura"/>
                        <a:cs typeface="Jura"/>
                        <a:sym typeface="Jura"/>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lgn="ctr">
                      <a:solidFill>
                        <a:schemeClr val="accent2"/>
                      </a:solidFill>
                      <a:prstDash val="solid"/>
                      <a:round/>
                      <a:headEnd type="none" w="sm" len="sm"/>
                      <a:tailEnd type="none" w="sm" len="sm"/>
                    </a:lnT>
                    <a:lnB w="19050" cap="flat" cmpd="sng" algn="ctr">
                      <a:solidFill>
                        <a:schemeClr val="accent2"/>
                      </a:solidFill>
                      <a:prstDash val="solid"/>
                      <a:round/>
                      <a:headEnd type="none" w="sm" len="sm"/>
                      <a:tailEnd type="none" w="sm" len="sm"/>
                    </a:lnB>
                    <a:solidFill>
                      <a:srgbClr val="FF0013">
                        <a:alpha val="3350"/>
                      </a:srgbClr>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66115012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31"/>
        <p:cNvGrpSpPr/>
        <p:nvPr/>
      </p:nvGrpSpPr>
      <p:grpSpPr>
        <a:xfrm>
          <a:off x="0" y="0"/>
          <a:ext cx="0" cy="0"/>
          <a:chOff x="0" y="0"/>
          <a:chExt cx="0" cy="0"/>
        </a:xfrm>
      </p:grpSpPr>
      <p:sp>
        <p:nvSpPr>
          <p:cNvPr id="332" name="Google Shape;332;p3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solidFill>
                  <a:schemeClr val="accent6"/>
                </a:solidFill>
              </a:rPr>
              <a:t>Development Challenges</a:t>
            </a:r>
            <a:endParaRPr dirty="0">
              <a:solidFill>
                <a:schemeClr val="accent6"/>
              </a:solidFill>
            </a:endParaRPr>
          </a:p>
        </p:txBody>
      </p:sp>
      <p:sp>
        <p:nvSpPr>
          <p:cNvPr id="333" name="Google Shape;333;p38"/>
          <p:cNvSpPr txBox="1">
            <a:spLocks noGrp="1"/>
          </p:cNvSpPr>
          <p:nvPr>
            <p:ph type="subTitle" idx="1"/>
          </p:nvPr>
        </p:nvSpPr>
        <p:spPr>
          <a:xfrm>
            <a:off x="531456" y="1117599"/>
            <a:ext cx="5442622" cy="3779521"/>
          </a:xfrm>
          <a:prstGeom prst="rect">
            <a:avLst/>
          </a:prstGeom>
        </p:spPr>
        <p:txBody>
          <a:bodyPr spcFirstLastPara="1" wrap="square" lIns="91425" tIns="91425" rIns="91425" bIns="91425" anchor="t" anchorCtr="0">
            <a:noAutofit/>
          </a:bodyPr>
          <a:lstStyle/>
          <a:p>
            <a:pPr marL="342900" lvl="0" indent="-342900" algn="l" rtl="0">
              <a:spcBef>
                <a:spcPts val="0"/>
              </a:spcBef>
              <a:spcAft>
                <a:spcPts val="0"/>
              </a:spcAft>
              <a:buAutoNum type="arabicPeriod"/>
            </a:pPr>
            <a:r>
              <a:rPr lang="en-US" dirty="0">
                <a:solidFill>
                  <a:schemeClr val="lt1"/>
                </a:solidFill>
              </a:rPr>
              <a:t>Guard AI &amp; Patrol Behavior</a:t>
            </a:r>
          </a:p>
          <a:p>
            <a:pPr marL="800100" lvl="1" indent="-342900" algn="l"/>
            <a:r>
              <a:rPr lang="en-US" dirty="0">
                <a:solidFill>
                  <a:schemeClr val="lt1"/>
                </a:solidFill>
              </a:rPr>
              <a:t>Implementing believable patrols,</a:t>
            </a:r>
          </a:p>
          <a:p>
            <a:pPr marL="800100" lvl="1" indent="-342900" algn="l"/>
            <a:r>
              <a:rPr lang="en-US" dirty="0">
                <a:solidFill>
                  <a:schemeClr val="lt1"/>
                </a:solidFill>
              </a:rPr>
              <a:t>Vision cones</a:t>
            </a:r>
          </a:p>
          <a:p>
            <a:pPr marL="800100" lvl="1" indent="-342900" algn="l"/>
            <a:r>
              <a:rPr lang="en-US" dirty="0">
                <a:solidFill>
                  <a:schemeClr val="lt1"/>
                </a:solidFill>
              </a:rPr>
              <a:t>Chase logic and state</a:t>
            </a:r>
          </a:p>
          <a:p>
            <a:pPr marL="800100" lvl="1" indent="-342900" algn="l"/>
            <a:r>
              <a:rPr lang="en-US" dirty="0">
                <a:solidFill>
                  <a:schemeClr val="lt1"/>
                </a:solidFill>
              </a:rPr>
              <a:t>Interaction with sound (investigation state)</a:t>
            </a:r>
          </a:p>
          <a:p>
            <a:pPr marL="342900" lvl="0" indent="-342900" algn="l" rtl="0">
              <a:spcBef>
                <a:spcPts val="0"/>
              </a:spcBef>
              <a:spcAft>
                <a:spcPts val="0"/>
              </a:spcAft>
              <a:buAutoNum type="arabicPeriod"/>
            </a:pPr>
            <a:r>
              <a:rPr lang="en-US" dirty="0">
                <a:solidFill>
                  <a:schemeClr val="lt1"/>
                </a:solidFill>
              </a:rPr>
              <a:t>Stealth Mechanics and Line of Sight</a:t>
            </a:r>
          </a:p>
          <a:p>
            <a:pPr marL="800100" lvl="1" indent="-342900" algn="l"/>
            <a:r>
              <a:rPr lang="en-US" dirty="0">
                <a:solidFill>
                  <a:schemeClr val="lt1"/>
                </a:solidFill>
              </a:rPr>
              <a:t>Detecting when guards can see player</a:t>
            </a:r>
          </a:p>
          <a:p>
            <a:pPr marL="800100" lvl="1" indent="-342900" algn="l"/>
            <a:r>
              <a:rPr lang="en-US" dirty="0">
                <a:solidFill>
                  <a:schemeClr val="lt1"/>
                </a:solidFill>
              </a:rPr>
              <a:t>Balance performance with realism with multiple guards</a:t>
            </a:r>
          </a:p>
          <a:p>
            <a:pPr marL="342900" lvl="0" indent="-342900" algn="l" rtl="0">
              <a:spcBef>
                <a:spcPts val="0"/>
              </a:spcBef>
              <a:spcAft>
                <a:spcPts val="0"/>
              </a:spcAft>
              <a:buAutoNum type="arabicPeriod"/>
            </a:pPr>
            <a:r>
              <a:rPr lang="en-US" dirty="0">
                <a:solidFill>
                  <a:schemeClr val="lt1"/>
                </a:solidFill>
              </a:rPr>
              <a:t>Level Design and Difficulty Balance</a:t>
            </a:r>
          </a:p>
          <a:p>
            <a:pPr marL="800100" lvl="1" indent="-342900" algn="l"/>
            <a:r>
              <a:rPr lang="en-US" dirty="0">
                <a:solidFill>
                  <a:schemeClr val="lt1"/>
                </a:solidFill>
              </a:rPr>
              <a:t>Fun, enjoyable player experience </a:t>
            </a:r>
          </a:p>
          <a:p>
            <a:pPr marL="800100" lvl="1" indent="-342900" algn="l"/>
            <a:r>
              <a:rPr lang="en-US" dirty="0">
                <a:solidFill>
                  <a:schemeClr val="lt1"/>
                </a:solidFill>
              </a:rPr>
              <a:t>Tuning guard placements, sightlines and map layout</a:t>
            </a:r>
          </a:p>
          <a:p>
            <a:pPr marL="800100" lvl="1" indent="-342900" algn="l"/>
            <a:r>
              <a:rPr lang="en-US" dirty="0">
                <a:solidFill>
                  <a:schemeClr val="lt1"/>
                </a:solidFill>
              </a:rPr>
              <a:t>Realistic with good game feel</a:t>
            </a:r>
          </a:p>
          <a:p>
            <a:pPr marL="342900" lvl="0" indent="-342900" algn="l" rtl="0">
              <a:spcBef>
                <a:spcPts val="0"/>
              </a:spcBef>
              <a:spcAft>
                <a:spcPts val="0"/>
              </a:spcAft>
              <a:buAutoNum type="arabicPeriod"/>
            </a:pPr>
            <a:r>
              <a:rPr lang="en-US" dirty="0">
                <a:solidFill>
                  <a:schemeClr val="lt1"/>
                </a:solidFill>
              </a:rPr>
              <a:t>Player Control and Feedback</a:t>
            </a:r>
          </a:p>
          <a:p>
            <a:pPr marL="800100" lvl="1" indent="-342900" algn="l"/>
            <a:r>
              <a:rPr lang="en-US" dirty="0">
                <a:solidFill>
                  <a:schemeClr val="lt1"/>
                </a:solidFill>
              </a:rPr>
              <a:t>Smooth animation transitions and indicators</a:t>
            </a:r>
          </a:p>
          <a:p>
            <a:pPr marL="800100" lvl="1" indent="-342900" algn="l"/>
            <a:r>
              <a:rPr lang="en-US" dirty="0">
                <a:solidFill>
                  <a:schemeClr val="lt1"/>
                </a:solidFill>
              </a:rPr>
              <a:t>Responsive and clear movement</a:t>
            </a:r>
          </a:p>
          <a:p>
            <a:pPr marL="800100" lvl="1" indent="-342900" algn="l"/>
            <a:r>
              <a:rPr lang="en-US" dirty="0">
                <a:solidFill>
                  <a:schemeClr val="lt1"/>
                </a:solidFill>
              </a:rPr>
              <a:t>Good feedback when hidden or spotted</a:t>
            </a:r>
          </a:p>
          <a:p>
            <a:pPr marL="342900" indent="-342900">
              <a:buFont typeface="+mj-lt"/>
              <a:buAutoNum type="arabicPeriod"/>
            </a:pPr>
            <a:endParaRPr lang="en-US" dirty="0">
              <a:solidFill>
                <a:schemeClr val="lt1"/>
              </a:solidFill>
            </a:endParaRPr>
          </a:p>
        </p:txBody>
      </p:sp>
      <p:pic>
        <p:nvPicPr>
          <p:cNvPr id="334" name="Google Shape;334;p38"/>
          <p:cNvPicPr preferRelativeResize="0"/>
          <p:nvPr/>
        </p:nvPicPr>
        <p:blipFill rotWithShape="1">
          <a:blip r:embed="rId3"/>
          <a:srcRect l="1417" r="1417"/>
          <a:stretch/>
        </p:blipFill>
        <p:spPr>
          <a:xfrm>
            <a:off x="6163733" y="1117599"/>
            <a:ext cx="2624917" cy="3666325"/>
          </a:xfrm>
          <a:prstGeom prst="rect">
            <a:avLst/>
          </a:prstGeom>
          <a:noFill/>
          <a:ln w="28575" cap="flat" cmpd="sng">
            <a:solidFill>
              <a:schemeClr val="accent6"/>
            </a:solidFill>
            <a:prstDash val="solid"/>
            <a:round/>
            <a:headEnd type="none" w="sm" len="sm"/>
            <a:tailEnd type="none" w="sm" len="sm"/>
          </a:ln>
        </p:spPr>
      </p:pic>
    </p:spTree>
    <p:extLst>
      <p:ext uri="{BB962C8B-B14F-4D97-AF65-F5344CB8AC3E}">
        <p14:creationId xmlns:p14="http://schemas.microsoft.com/office/powerpoint/2010/main" val="170641892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25"/>
        <p:cNvGrpSpPr/>
        <p:nvPr/>
      </p:nvGrpSpPr>
      <p:grpSpPr>
        <a:xfrm>
          <a:off x="0" y="0"/>
          <a:ext cx="0" cy="0"/>
          <a:chOff x="0" y="0"/>
          <a:chExt cx="0" cy="0"/>
        </a:xfrm>
      </p:grpSpPr>
      <p:sp>
        <p:nvSpPr>
          <p:cNvPr id="326" name="Google Shape;326;p37"/>
          <p:cNvSpPr txBox="1">
            <a:spLocks noGrp="1"/>
          </p:cNvSpPr>
          <p:nvPr>
            <p:ph type="title"/>
          </p:nvPr>
        </p:nvSpPr>
        <p:spPr>
          <a:xfrm>
            <a:off x="838200" y="893850"/>
            <a:ext cx="7467600" cy="106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chemeClr val="accent6"/>
                </a:solidFill>
              </a:rPr>
              <a:t>Prototype</a:t>
            </a:r>
            <a:r>
              <a:rPr lang="en" dirty="0"/>
              <a:t> Preview</a:t>
            </a:r>
            <a:endParaRPr dirty="0"/>
          </a:p>
        </p:txBody>
      </p:sp>
    </p:spTree>
    <p:extLst>
      <p:ext uri="{BB962C8B-B14F-4D97-AF65-F5344CB8AC3E}">
        <p14:creationId xmlns:p14="http://schemas.microsoft.com/office/powerpoint/2010/main" val="381118764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show="0">
  <p:cSld>
    <p:spTree>
      <p:nvGrpSpPr>
        <p:cNvPr id="1" name="Shape 325"/>
        <p:cNvGrpSpPr/>
        <p:nvPr/>
      </p:nvGrpSpPr>
      <p:grpSpPr>
        <a:xfrm>
          <a:off x="0" y="0"/>
          <a:ext cx="0" cy="0"/>
          <a:chOff x="0" y="0"/>
          <a:chExt cx="0" cy="0"/>
        </a:xfrm>
      </p:grpSpPr>
      <p:sp>
        <p:nvSpPr>
          <p:cNvPr id="326" name="Google Shape;326;p37"/>
          <p:cNvSpPr txBox="1">
            <a:spLocks noGrp="1"/>
          </p:cNvSpPr>
          <p:nvPr>
            <p:ph type="title"/>
          </p:nvPr>
        </p:nvSpPr>
        <p:spPr>
          <a:xfrm>
            <a:off x="838200" y="893849"/>
            <a:ext cx="7467600" cy="3867803"/>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6000" dirty="0">
                <a:solidFill>
                  <a:schemeClr val="accent6"/>
                </a:solidFill>
              </a:rPr>
              <a:t>Everything Below is hidden (used for styling)</a:t>
            </a:r>
            <a:endParaRPr sz="6000" dirty="0"/>
          </a:p>
        </p:txBody>
      </p:sp>
    </p:spTree>
    <p:extLst>
      <p:ext uri="{BB962C8B-B14F-4D97-AF65-F5344CB8AC3E}">
        <p14:creationId xmlns:p14="http://schemas.microsoft.com/office/powerpoint/2010/main" val="287272926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0">
  <p:cSld>
    <p:spTree>
      <p:nvGrpSpPr>
        <p:cNvPr id="1" name="Shape 137"/>
        <p:cNvGrpSpPr/>
        <p:nvPr/>
      </p:nvGrpSpPr>
      <p:grpSpPr>
        <a:xfrm>
          <a:off x="0" y="0"/>
          <a:ext cx="0" cy="0"/>
          <a:chOff x="0" y="0"/>
          <a:chExt cx="0" cy="0"/>
        </a:xfrm>
      </p:grpSpPr>
      <p:sp>
        <p:nvSpPr>
          <p:cNvPr id="138" name="Google Shape;138;p3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solidFill>
                  <a:schemeClr val="accent6"/>
                </a:solidFill>
              </a:rPr>
              <a:t>Game Mechanics</a:t>
            </a:r>
            <a:endParaRPr dirty="0">
              <a:solidFill>
                <a:schemeClr val="accent6"/>
              </a:solidFill>
            </a:endParaRPr>
          </a:p>
        </p:txBody>
      </p:sp>
      <p:graphicFrame>
        <p:nvGraphicFramePr>
          <p:cNvPr id="139" name="Google Shape;139;p30"/>
          <p:cNvGraphicFramePr/>
          <p:nvPr/>
        </p:nvGraphicFramePr>
        <p:xfrm>
          <a:off x="720000" y="1767225"/>
          <a:ext cx="7704000" cy="2270630"/>
        </p:xfrm>
        <a:graphic>
          <a:graphicData uri="http://schemas.openxmlformats.org/drawingml/2006/table">
            <a:tbl>
              <a:tblPr>
                <a:noFill/>
                <a:tableStyleId>{83A2AC75-B2B2-4EE4-BFF5-344B11C732F1}</a:tableStyleId>
              </a:tblPr>
              <a:tblGrid>
                <a:gridCol w="2391275">
                  <a:extLst>
                    <a:ext uri="{9D8B030D-6E8A-4147-A177-3AD203B41FA5}">
                      <a16:colId xmlns:a16="http://schemas.microsoft.com/office/drawing/2014/main" val="20000"/>
                    </a:ext>
                  </a:extLst>
                </a:gridCol>
                <a:gridCol w="5312725">
                  <a:extLst>
                    <a:ext uri="{9D8B030D-6E8A-4147-A177-3AD203B41FA5}">
                      <a16:colId xmlns:a16="http://schemas.microsoft.com/office/drawing/2014/main" val="20001"/>
                    </a:ext>
                  </a:extLst>
                </a:gridCol>
              </a:tblGrid>
              <a:tr h="350500">
                <a:tc>
                  <a:txBody>
                    <a:bodyPr/>
                    <a:lstStyle/>
                    <a:p>
                      <a:pPr marL="0" lvl="0" indent="0" algn="l" rtl="0">
                        <a:spcBef>
                          <a:spcPts val="0"/>
                        </a:spcBef>
                        <a:spcAft>
                          <a:spcPts val="0"/>
                        </a:spcAft>
                        <a:buNone/>
                      </a:pPr>
                      <a:r>
                        <a:rPr lang="en" sz="1100" u="sng">
                          <a:solidFill>
                            <a:schemeClr val="lt1"/>
                          </a:solidFill>
                          <a:latin typeface="Russo One"/>
                          <a:ea typeface="Russo One"/>
                          <a:cs typeface="Russo One"/>
                          <a:sym typeface="Russo One"/>
                          <a:hlinkClick r:id="rId3" action="ppaction://hlinksldjump">
                            <a:extLst>
                              <a:ext uri="{A12FA001-AC4F-418D-AE19-62706E023703}">
                                <ahyp:hlinkClr xmlns:ahyp="http://schemas.microsoft.com/office/drawing/2018/hyperlinkcolor" val="tx"/>
                              </a:ext>
                            </a:extLst>
                          </a:hlinkClick>
                        </a:rPr>
                        <a:t>Fonts</a:t>
                      </a:r>
                      <a:endParaRPr sz="1100" u="sng">
                        <a:solidFill>
                          <a:schemeClr val="lt1"/>
                        </a:solidFill>
                        <a:latin typeface="Russo One"/>
                        <a:ea typeface="Russo One"/>
                        <a:cs typeface="Russo One"/>
                        <a:sym typeface="Russo One"/>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6"/>
                      </a:solidFill>
                      <a:prstDash val="solid"/>
                      <a:round/>
                      <a:headEnd type="none" w="sm" len="sm"/>
                      <a:tailEnd type="none" w="sm" len="sm"/>
                    </a:lnR>
                    <a:lnT w="19050" cap="flat" cmpd="sng">
                      <a:solidFill>
                        <a:schemeClr val="accent6"/>
                      </a:solidFill>
                      <a:prstDash val="solid"/>
                      <a:round/>
                      <a:headEnd type="none" w="sm" len="sm"/>
                      <a:tailEnd type="none" w="sm" len="sm"/>
                    </a:lnT>
                    <a:lnB w="9525" cap="flat" cmpd="sng">
                      <a:solidFill>
                        <a:schemeClr val="accent2">
                          <a:alpha val="0"/>
                        </a:schemeClr>
                      </a:solidFill>
                      <a:prstDash val="solid"/>
                      <a:round/>
                      <a:headEnd type="none" w="sm" len="sm"/>
                      <a:tailEnd type="none" w="sm" len="sm"/>
                    </a:lnB>
                    <a:solidFill>
                      <a:srgbClr val="FF0013">
                        <a:alpha val="3350"/>
                      </a:srgbClr>
                    </a:solidFill>
                  </a:tcPr>
                </a:tc>
                <a:tc>
                  <a:txBody>
                    <a:bodyPr/>
                    <a:lstStyle/>
                    <a:p>
                      <a:pPr marL="0" lvl="0" indent="0" algn="l" rtl="0">
                        <a:spcBef>
                          <a:spcPts val="0"/>
                        </a:spcBef>
                        <a:spcAft>
                          <a:spcPts val="1600"/>
                        </a:spcAft>
                        <a:buNone/>
                      </a:pPr>
                      <a:r>
                        <a:rPr lang="en" sz="1000">
                          <a:solidFill>
                            <a:schemeClr val="lt1"/>
                          </a:solidFill>
                          <a:latin typeface="Jura"/>
                          <a:ea typeface="Jura"/>
                          <a:cs typeface="Jura"/>
                          <a:sym typeface="Jura"/>
                        </a:rPr>
                        <a:t>To view this template correctly in PowerPoint, download and install the fonts we used</a:t>
                      </a:r>
                      <a:endParaRPr sz="1000">
                        <a:solidFill>
                          <a:schemeClr val="lt1"/>
                        </a:solidFill>
                        <a:latin typeface="Jura"/>
                        <a:ea typeface="Jura"/>
                        <a:cs typeface="Jura"/>
                        <a:sym typeface="Jura"/>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solidFill>
                      <a:srgbClr val="FF0013">
                        <a:alpha val="3350"/>
                      </a:srgbClr>
                    </a:solidFill>
                  </a:tcPr>
                </a:tc>
                <a:extLst>
                  <a:ext uri="{0D108BD9-81ED-4DB2-BD59-A6C34878D82A}">
                    <a16:rowId xmlns:a16="http://schemas.microsoft.com/office/drawing/2014/main" val="10000"/>
                  </a:ext>
                </a:extLst>
              </a:tr>
              <a:tr h="350500">
                <a:tc>
                  <a:txBody>
                    <a:bodyPr/>
                    <a:lstStyle/>
                    <a:p>
                      <a:pPr marL="0" lvl="0" indent="0" algn="l" rtl="0">
                        <a:spcBef>
                          <a:spcPts val="0"/>
                        </a:spcBef>
                        <a:spcAft>
                          <a:spcPts val="0"/>
                        </a:spcAft>
                        <a:buNone/>
                      </a:pPr>
                      <a:r>
                        <a:rPr lang="en" sz="1100" u="sng">
                          <a:solidFill>
                            <a:schemeClr val="lt1"/>
                          </a:solidFill>
                          <a:latin typeface="Russo One"/>
                          <a:ea typeface="Russo One"/>
                          <a:cs typeface="Russo One"/>
                          <a:sym typeface="Russo One"/>
                          <a:hlinkClick r:id="rId4" action="ppaction://hlinksldjump">
                            <a:extLst>
                              <a:ext uri="{A12FA001-AC4F-418D-AE19-62706E023703}">
                                <ahyp:hlinkClr xmlns:ahyp="http://schemas.microsoft.com/office/drawing/2018/hyperlinkcolor" val="tx"/>
                              </a:ext>
                            </a:extLst>
                          </a:hlinkClick>
                        </a:rPr>
                        <a:t>Used </a:t>
                      </a:r>
                      <a:r>
                        <a:rPr lang="en" sz="1100" u="sng">
                          <a:solidFill>
                            <a:schemeClr val="lt1"/>
                          </a:solidFill>
                          <a:latin typeface="Russo One"/>
                          <a:ea typeface="Russo One"/>
                          <a:cs typeface="Russo One"/>
                          <a:sym typeface="Russo One"/>
                        </a:rPr>
                        <a:t>and </a:t>
                      </a:r>
                      <a:r>
                        <a:rPr lang="en" sz="1100" u="sng">
                          <a:solidFill>
                            <a:schemeClr val="lt1"/>
                          </a:solidFill>
                          <a:latin typeface="Russo One"/>
                          <a:ea typeface="Russo One"/>
                          <a:cs typeface="Russo One"/>
                          <a:sym typeface="Russo One"/>
                          <a:hlinkClick r:id="rId5" action="ppaction://hlinksldjump">
                            <a:extLst>
                              <a:ext uri="{A12FA001-AC4F-418D-AE19-62706E023703}">
                                <ahyp:hlinkClr xmlns:ahyp="http://schemas.microsoft.com/office/drawing/2018/hyperlinkcolor" val="tx"/>
                              </a:ext>
                            </a:extLst>
                          </a:hlinkClick>
                        </a:rPr>
                        <a:t>alternative</a:t>
                      </a:r>
                      <a:r>
                        <a:rPr lang="en" sz="1100" u="sng">
                          <a:solidFill>
                            <a:schemeClr val="lt1"/>
                          </a:solidFill>
                          <a:latin typeface="Russo One"/>
                          <a:ea typeface="Russo One"/>
                          <a:cs typeface="Russo One"/>
                          <a:sym typeface="Russo One"/>
                          <a:hlinkClick r:id="rId5" action="ppaction://hlinksldjump">
                            <a:extLst>
                              <a:ext uri="{A12FA001-AC4F-418D-AE19-62706E023703}">
                                <ahyp:hlinkClr xmlns:ahyp="http://schemas.microsoft.com/office/drawing/2018/hyperlinkcolor" val="tx"/>
                              </a:ext>
                            </a:extLst>
                          </a:hlinkClick>
                        </a:rPr>
                        <a:t> resources</a:t>
                      </a:r>
                      <a:endParaRPr sz="1100" u="sng">
                        <a:solidFill>
                          <a:schemeClr val="lt1"/>
                        </a:solidFill>
                        <a:latin typeface="Russo One"/>
                        <a:ea typeface="Russo One"/>
                        <a:cs typeface="Russo One"/>
                        <a:sym typeface="Russo One"/>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6"/>
                      </a:solidFill>
                      <a:prstDash val="solid"/>
                      <a:round/>
                      <a:headEnd type="none" w="sm" len="sm"/>
                      <a:tailEnd type="none" w="sm" len="sm"/>
                    </a:lnR>
                    <a:lnT w="9525" cap="flat" cmpd="sng">
                      <a:solidFill>
                        <a:schemeClr val="accent2">
                          <a:alpha val="0"/>
                        </a:schemeClr>
                      </a:solidFill>
                      <a:prstDash val="solid"/>
                      <a:round/>
                      <a:headEnd type="none" w="sm" len="sm"/>
                      <a:tailEnd type="none" w="sm" len="sm"/>
                    </a:lnT>
                    <a:lnB w="9525" cap="flat" cmpd="sng">
                      <a:solidFill>
                        <a:schemeClr val="accent2">
                          <a:alpha val="0"/>
                        </a:schemeClr>
                      </a:solidFill>
                      <a:prstDash val="solid"/>
                      <a:round/>
                      <a:headEnd type="none" w="sm" len="sm"/>
                      <a:tailEnd type="none" w="sm" len="sm"/>
                    </a:lnB>
                    <a:solidFill>
                      <a:srgbClr val="FF0013">
                        <a:alpha val="3350"/>
                      </a:srgbClr>
                    </a:solidFill>
                  </a:tcPr>
                </a:tc>
                <a:tc>
                  <a:txBody>
                    <a:bodyPr/>
                    <a:lstStyle/>
                    <a:p>
                      <a:pPr marL="0" marR="0" lvl="0" indent="0" algn="l" rtl="0">
                        <a:lnSpc>
                          <a:spcPct val="100000"/>
                        </a:lnSpc>
                        <a:spcBef>
                          <a:spcPts val="0"/>
                        </a:spcBef>
                        <a:spcAft>
                          <a:spcPts val="1600"/>
                        </a:spcAft>
                        <a:buNone/>
                      </a:pPr>
                      <a:r>
                        <a:rPr lang="en" sz="1000">
                          <a:solidFill>
                            <a:schemeClr val="lt1"/>
                          </a:solidFill>
                          <a:latin typeface="Jura"/>
                          <a:ea typeface="Jura"/>
                          <a:cs typeface="Jura"/>
                          <a:sym typeface="Jura"/>
                        </a:rPr>
                        <a:t>An assortment of graphic resources that are suitable for use in this presentation</a:t>
                      </a:r>
                      <a:endParaRPr sz="1000">
                        <a:solidFill>
                          <a:schemeClr val="lt1"/>
                        </a:solidFill>
                        <a:latin typeface="Jura"/>
                        <a:ea typeface="Jura"/>
                        <a:cs typeface="Jura"/>
                        <a:sym typeface="Jura"/>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solidFill>
                      <a:srgbClr val="FF0013">
                        <a:alpha val="3350"/>
                      </a:srgbClr>
                    </a:solidFill>
                  </a:tcPr>
                </a:tc>
                <a:extLst>
                  <a:ext uri="{0D108BD9-81ED-4DB2-BD59-A6C34878D82A}">
                    <a16:rowId xmlns:a16="http://schemas.microsoft.com/office/drawing/2014/main" val="10001"/>
                  </a:ext>
                </a:extLst>
              </a:tr>
              <a:tr h="350500">
                <a:tc>
                  <a:txBody>
                    <a:bodyPr/>
                    <a:lstStyle/>
                    <a:p>
                      <a:pPr marL="0" lvl="0" indent="0" algn="l" rtl="0">
                        <a:spcBef>
                          <a:spcPts val="0"/>
                        </a:spcBef>
                        <a:spcAft>
                          <a:spcPts val="0"/>
                        </a:spcAft>
                        <a:buNone/>
                      </a:pPr>
                      <a:r>
                        <a:rPr lang="en" sz="1100" u="sng">
                          <a:solidFill>
                            <a:schemeClr val="lt1"/>
                          </a:solidFill>
                          <a:latin typeface="Russo One"/>
                          <a:ea typeface="Russo One"/>
                          <a:cs typeface="Russo One"/>
                          <a:sym typeface="Russo One"/>
                          <a:hlinkClick r:id="rId6" action="ppaction://hlinksldjump">
                            <a:extLst>
                              <a:ext uri="{A12FA001-AC4F-418D-AE19-62706E023703}">
                                <ahyp:hlinkClr xmlns:ahyp="http://schemas.microsoft.com/office/drawing/2018/hyperlinkcolor" val="tx"/>
                              </a:ext>
                            </a:extLst>
                          </a:hlinkClick>
                        </a:rPr>
                        <a:t>Thanks slide</a:t>
                      </a:r>
                      <a:endParaRPr sz="1100" u="sng">
                        <a:solidFill>
                          <a:schemeClr val="lt1"/>
                        </a:solidFill>
                        <a:latin typeface="Russo One"/>
                        <a:ea typeface="Russo One"/>
                        <a:cs typeface="Russo One"/>
                        <a:sym typeface="Russo One"/>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6"/>
                      </a:solidFill>
                      <a:prstDash val="solid"/>
                      <a:round/>
                      <a:headEnd type="none" w="sm" len="sm"/>
                      <a:tailEnd type="none" w="sm" len="sm"/>
                    </a:lnR>
                    <a:lnT w="9525" cap="flat" cmpd="sng">
                      <a:solidFill>
                        <a:schemeClr val="accent2">
                          <a:alpha val="0"/>
                        </a:schemeClr>
                      </a:solidFill>
                      <a:prstDash val="solid"/>
                      <a:round/>
                      <a:headEnd type="none" w="sm" len="sm"/>
                      <a:tailEnd type="none" w="sm" len="sm"/>
                    </a:lnT>
                    <a:lnB w="9525" cap="flat" cmpd="sng">
                      <a:solidFill>
                        <a:schemeClr val="accent2">
                          <a:alpha val="0"/>
                        </a:schemeClr>
                      </a:solidFill>
                      <a:prstDash val="solid"/>
                      <a:round/>
                      <a:headEnd type="none" w="sm" len="sm"/>
                      <a:tailEnd type="none" w="sm" len="sm"/>
                    </a:lnB>
                    <a:solidFill>
                      <a:srgbClr val="FF0013">
                        <a:alpha val="3350"/>
                      </a:srgbClr>
                    </a:solidFill>
                  </a:tcPr>
                </a:tc>
                <a:tc>
                  <a:txBody>
                    <a:bodyPr/>
                    <a:lstStyle/>
                    <a:p>
                      <a:pPr marL="0" lvl="0" indent="0" algn="l" rtl="0">
                        <a:spcBef>
                          <a:spcPts val="0"/>
                        </a:spcBef>
                        <a:spcAft>
                          <a:spcPts val="1600"/>
                        </a:spcAft>
                        <a:buNone/>
                      </a:pPr>
                      <a:r>
                        <a:rPr lang="en" sz="1000">
                          <a:solidFill>
                            <a:schemeClr val="lt1"/>
                          </a:solidFill>
                          <a:latin typeface="Jura"/>
                          <a:ea typeface="Jura"/>
                          <a:cs typeface="Jura"/>
                          <a:sym typeface="Jura"/>
                        </a:rPr>
                        <a:t>You must keep it so that proper credits for our design are given</a:t>
                      </a:r>
                      <a:endParaRPr sz="1000">
                        <a:solidFill>
                          <a:schemeClr val="lt1"/>
                        </a:solidFill>
                        <a:latin typeface="Jura"/>
                        <a:ea typeface="Jura"/>
                        <a:cs typeface="Jura"/>
                        <a:sym typeface="Jura"/>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solidFill>
                      <a:srgbClr val="FF0013">
                        <a:alpha val="3350"/>
                      </a:srgbClr>
                    </a:solidFill>
                  </a:tcPr>
                </a:tc>
                <a:extLst>
                  <a:ext uri="{0D108BD9-81ED-4DB2-BD59-A6C34878D82A}">
                    <a16:rowId xmlns:a16="http://schemas.microsoft.com/office/drawing/2014/main" val="10002"/>
                  </a:ext>
                </a:extLst>
              </a:tr>
              <a:tr h="350500">
                <a:tc>
                  <a:txBody>
                    <a:bodyPr/>
                    <a:lstStyle/>
                    <a:p>
                      <a:pPr marL="0" lvl="0" indent="0" algn="l" rtl="0">
                        <a:spcBef>
                          <a:spcPts val="0"/>
                        </a:spcBef>
                        <a:spcAft>
                          <a:spcPts val="0"/>
                        </a:spcAft>
                        <a:buNone/>
                      </a:pPr>
                      <a:r>
                        <a:rPr lang="en" sz="1100" u="sng">
                          <a:solidFill>
                            <a:schemeClr val="lt1"/>
                          </a:solidFill>
                          <a:latin typeface="Russo One"/>
                          <a:ea typeface="Russo One"/>
                          <a:cs typeface="Russo One"/>
                          <a:sym typeface="Russo One"/>
                          <a:hlinkClick r:id="rId3" action="ppaction://hlinksldjump">
                            <a:extLst>
                              <a:ext uri="{A12FA001-AC4F-418D-AE19-62706E023703}">
                                <ahyp:hlinkClr xmlns:ahyp="http://schemas.microsoft.com/office/drawing/2018/hyperlinkcolor" val="tx"/>
                              </a:ext>
                            </a:extLst>
                          </a:hlinkClick>
                        </a:rPr>
                        <a:t>Colors</a:t>
                      </a:r>
                      <a:endParaRPr sz="1100" u="sng">
                        <a:solidFill>
                          <a:schemeClr val="lt1"/>
                        </a:solidFill>
                        <a:latin typeface="Russo One"/>
                        <a:ea typeface="Russo One"/>
                        <a:cs typeface="Russo One"/>
                        <a:sym typeface="Russo One"/>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6"/>
                      </a:solidFill>
                      <a:prstDash val="solid"/>
                      <a:round/>
                      <a:headEnd type="none" w="sm" len="sm"/>
                      <a:tailEnd type="none" w="sm" len="sm"/>
                    </a:lnR>
                    <a:lnT w="9525" cap="flat" cmpd="sng">
                      <a:solidFill>
                        <a:schemeClr val="accent2">
                          <a:alpha val="0"/>
                        </a:schemeClr>
                      </a:solidFill>
                      <a:prstDash val="solid"/>
                      <a:round/>
                      <a:headEnd type="none" w="sm" len="sm"/>
                      <a:tailEnd type="none" w="sm" len="sm"/>
                    </a:lnT>
                    <a:lnB w="9525" cap="flat" cmpd="sng">
                      <a:solidFill>
                        <a:schemeClr val="accent2">
                          <a:alpha val="0"/>
                        </a:schemeClr>
                      </a:solidFill>
                      <a:prstDash val="solid"/>
                      <a:round/>
                      <a:headEnd type="none" w="sm" len="sm"/>
                      <a:tailEnd type="none" w="sm" len="sm"/>
                    </a:lnB>
                    <a:solidFill>
                      <a:srgbClr val="FF0013">
                        <a:alpha val="3350"/>
                      </a:srgbClr>
                    </a:solidFill>
                  </a:tcPr>
                </a:tc>
                <a:tc>
                  <a:txBody>
                    <a:bodyPr/>
                    <a:lstStyle/>
                    <a:p>
                      <a:pPr marL="0" lvl="0" indent="0" algn="l" rtl="0">
                        <a:spcBef>
                          <a:spcPts val="0"/>
                        </a:spcBef>
                        <a:spcAft>
                          <a:spcPts val="1600"/>
                        </a:spcAft>
                        <a:buNone/>
                      </a:pPr>
                      <a:r>
                        <a:rPr lang="en" sz="1000">
                          <a:solidFill>
                            <a:schemeClr val="lt1"/>
                          </a:solidFill>
                          <a:latin typeface="Jura"/>
                          <a:ea typeface="Jura"/>
                          <a:cs typeface="Jura"/>
                          <a:sym typeface="Jura"/>
                        </a:rPr>
                        <a:t>All the colors used in this presentation</a:t>
                      </a:r>
                      <a:endParaRPr sz="1000">
                        <a:solidFill>
                          <a:schemeClr val="lt1"/>
                        </a:solidFill>
                        <a:latin typeface="Jura"/>
                        <a:ea typeface="Jura"/>
                        <a:cs typeface="Jura"/>
                        <a:sym typeface="Jura"/>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solidFill>
                      <a:srgbClr val="FF0013">
                        <a:alpha val="3350"/>
                      </a:srgbClr>
                    </a:solidFill>
                  </a:tcPr>
                </a:tc>
                <a:extLst>
                  <a:ext uri="{0D108BD9-81ED-4DB2-BD59-A6C34878D82A}">
                    <a16:rowId xmlns:a16="http://schemas.microsoft.com/office/drawing/2014/main" val="10003"/>
                  </a:ext>
                </a:extLst>
              </a:tr>
              <a:tr h="350500">
                <a:tc>
                  <a:txBody>
                    <a:bodyPr/>
                    <a:lstStyle/>
                    <a:p>
                      <a:pPr marL="0" lvl="0" indent="0" algn="l" rtl="0">
                        <a:spcBef>
                          <a:spcPts val="0"/>
                        </a:spcBef>
                        <a:spcAft>
                          <a:spcPts val="0"/>
                        </a:spcAft>
                        <a:buNone/>
                      </a:pPr>
                      <a:r>
                        <a:rPr lang="en" sz="1100" u="sng">
                          <a:solidFill>
                            <a:schemeClr val="lt1"/>
                          </a:solidFill>
                          <a:latin typeface="Russo One"/>
                          <a:ea typeface="Russo One"/>
                          <a:cs typeface="Russo One"/>
                          <a:sym typeface="Russo One"/>
                          <a:hlinkClick r:id="rId7" action="ppaction://hlinksldjump">
                            <a:extLst>
                              <a:ext uri="{A12FA001-AC4F-418D-AE19-62706E023703}">
                                <ahyp:hlinkClr xmlns:ahyp="http://schemas.microsoft.com/office/drawing/2018/hyperlinkcolor" val="tx"/>
                              </a:ext>
                            </a:extLst>
                          </a:hlinkClick>
                        </a:rPr>
                        <a:t>Infographic resources</a:t>
                      </a:r>
                      <a:endParaRPr sz="1100" u="sng">
                        <a:solidFill>
                          <a:schemeClr val="lt1"/>
                        </a:solidFill>
                        <a:latin typeface="Russo One"/>
                        <a:ea typeface="Russo One"/>
                        <a:cs typeface="Russo One"/>
                        <a:sym typeface="Russo One"/>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6"/>
                      </a:solidFill>
                      <a:prstDash val="solid"/>
                      <a:round/>
                      <a:headEnd type="none" w="sm" len="sm"/>
                      <a:tailEnd type="none" w="sm" len="sm"/>
                    </a:lnR>
                    <a:lnT w="9525" cap="flat" cmpd="sng">
                      <a:solidFill>
                        <a:schemeClr val="accent2">
                          <a:alpha val="0"/>
                        </a:schemeClr>
                      </a:solidFill>
                      <a:prstDash val="solid"/>
                      <a:round/>
                      <a:headEnd type="none" w="sm" len="sm"/>
                      <a:tailEnd type="none" w="sm" len="sm"/>
                    </a:lnT>
                    <a:lnB w="9525" cap="flat" cmpd="sng">
                      <a:solidFill>
                        <a:schemeClr val="accent2">
                          <a:alpha val="0"/>
                        </a:schemeClr>
                      </a:solidFill>
                      <a:prstDash val="solid"/>
                      <a:round/>
                      <a:headEnd type="none" w="sm" len="sm"/>
                      <a:tailEnd type="none" w="sm" len="sm"/>
                    </a:lnB>
                    <a:solidFill>
                      <a:srgbClr val="FF0013">
                        <a:alpha val="3350"/>
                      </a:srgbClr>
                    </a:solidFill>
                  </a:tcPr>
                </a:tc>
                <a:tc>
                  <a:txBody>
                    <a:bodyPr/>
                    <a:lstStyle/>
                    <a:p>
                      <a:pPr marL="0" lvl="0" indent="0" algn="l" rtl="0">
                        <a:spcBef>
                          <a:spcPts val="0"/>
                        </a:spcBef>
                        <a:spcAft>
                          <a:spcPts val="0"/>
                        </a:spcAft>
                        <a:buNone/>
                      </a:pPr>
                      <a:r>
                        <a:rPr lang="en" sz="1000">
                          <a:solidFill>
                            <a:schemeClr val="lt1"/>
                          </a:solidFill>
                          <a:latin typeface="Jura"/>
                          <a:ea typeface="Jura"/>
                          <a:cs typeface="Jura"/>
                          <a:sym typeface="Jura"/>
                        </a:rPr>
                        <a:t>These can be used in the template, and their size and color can be edited</a:t>
                      </a:r>
                      <a:endParaRPr sz="1000">
                        <a:solidFill>
                          <a:schemeClr val="lt1"/>
                        </a:solidFill>
                        <a:latin typeface="Jura"/>
                        <a:ea typeface="Jura"/>
                        <a:cs typeface="Jura"/>
                        <a:sym typeface="Jura"/>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solidFill>
                      <a:srgbClr val="FF0013">
                        <a:alpha val="3350"/>
                      </a:srgbClr>
                    </a:solidFill>
                  </a:tcPr>
                </a:tc>
                <a:extLst>
                  <a:ext uri="{0D108BD9-81ED-4DB2-BD59-A6C34878D82A}">
                    <a16:rowId xmlns:a16="http://schemas.microsoft.com/office/drawing/2014/main" val="10004"/>
                  </a:ext>
                </a:extLst>
              </a:tr>
              <a:tr h="350500">
                <a:tc>
                  <a:txBody>
                    <a:bodyPr/>
                    <a:lstStyle/>
                    <a:p>
                      <a:pPr marL="0" lvl="0" indent="0" algn="l" rtl="0">
                        <a:spcBef>
                          <a:spcPts val="0"/>
                        </a:spcBef>
                        <a:spcAft>
                          <a:spcPts val="0"/>
                        </a:spcAft>
                        <a:buNone/>
                      </a:pPr>
                      <a:r>
                        <a:rPr lang="en" sz="1100" u="sng">
                          <a:solidFill>
                            <a:schemeClr val="lt1"/>
                          </a:solidFill>
                          <a:latin typeface="Russo One"/>
                          <a:ea typeface="Russo One"/>
                          <a:cs typeface="Russo One"/>
                          <a:sym typeface="Russo One"/>
                          <a:hlinkClick r:id="rId8" action="ppaction://hlinksldjump">
                            <a:extLst>
                              <a:ext uri="{A12FA001-AC4F-418D-AE19-62706E023703}">
                                <ahyp:hlinkClr xmlns:ahyp="http://schemas.microsoft.com/office/drawing/2018/hyperlinkcolor" val="tx"/>
                              </a:ext>
                            </a:extLst>
                          </a:hlinkClick>
                        </a:rPr>
                        <a:t>Customizable icons</a:t>
                      </a:r>
                      <a:endParaRPr sz="1100" u="sng">
                        <a:solidFill>
                          <a:schemeClr val="lt1"/>
                        </a:solidFill>
                        <a:latin typeface="Russo One"/>
                        <a:ea typeface="Russo One"/>
                        <a:cs typeface="Russo One"/>
                        <a:sym typeface="Russo One"/>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6"/>
                      </a:solidFill>
                      <a:prstDash val="solid"/>
                      <a:round/>
                      <a:headEnd type="none" w="sm" len="sm"/>
                      <a:tailEnd type="none" w="sm" len="sm"/>
                    </a:lnR>
                    <a:lnT w="9525" cap="flat" cmpd="sng">
                      <a:solidFill>
                        <a:schemeClr val="accent2">
                          <a:alpha val="0"/>
                        </a:schemeClr>
                      </a:solidFill>
                      <a:prstDash val="solid"/>
                      <a:round/>
                      <a:headEnd type="none" w="sm" len="sm"/>
                      <a:tailEnd type="none" w="sm" len="sm"/>
                    </a:lnT>
                    <a:lnB w="19050" cap="flat" cmpd="sng">
                      <a:solidFill>
                        <a:schemeClr val="accent6"/>
                      </a:solidFill>
                      <a:prstDash val="solid"/>
                      <a:round/>
                      <a:headEnd type="none" w="sm" len="sm"/>
                      <a:tailEnd type="none" w="sm" len="sm"/>
                    </a:lnB>
                    <a:solidFill>
                      <a:srgbClr val="FF0013">
                        <a:alpha val="3350"/>
                      </a:srgbClr>
                    </a:solidFill>
                  </a:tcPr>
                </a:tc>
                <a:tc>
                  <a:txBody>
                    <a:bodyPr/>
                    <a:lstStyle/>
                    <a:p>
                      <a:pPr marL="0" lvl="0" indent="0" algn="l" rtl="0">
                        <a:spcBef>
                          <a:spcPts val="0"/>
                        </a:spcBef>
                        <a:spcAft>
                          <a:spcPts val="1600"/>
                        </a:spcAft>
                        <a:buNone/>
                      </a:pPr>
                      <a:r>
                        <a:rPr lang="en" sz="1000">
                          <a:solidFill>
                            <a:schemeClr val="lt1"/>
                          </a:solidFill>
                          <a:latin typeface="Jura"/>
                          <a:ea typeface="Jura"/>
                          <a:cs typeface="Jura"/>
                          <a:sym typeface="Jura"/>
                        </a:rPr>
                        <a:t>They are sorted by theme so you can use them in all kinds of presentations</a:t>
                      </a:r>
                      <a:endParaRPr sz="1000">
                        <a:solidFill>
                          <a:schemeClr val="lt1"/>
                        </a:solidFill>
                        <a:latin typeface="Jura"/>
                        <a:ea typeface="Jura"/>
                        <a:cs typeface="Jura"/>
                        <a:sym typeface="Jura"/>
                      </a:endParaRPr>
                    </a:p>
                  </a:txBody>
                  <a:tcPr marL="91425" marR="91425" marT="91425" marB="91425">
                    <a:lnL w="19050" cap="flat" cmpd="sng">
                      <a:solidFill>
                        <a:schemeClr val="accent6"/>
                      </a:solidFill>
                      <a:prstDash val="solid"/>
                      <a:round/>
                      <a:headEnd type="none" w="sm" len="sm"/>
                      <a:tailEnd type="none" w="sm" len="sm"/>
                    </a:lnL>
                    <a:lnR w="19050" cap="flat" cmpd="sng">
                      <a:solidFill>
                        <a:schemeClr val="accent2"/>
                      </a:solidFill>
                      <a:prstDash val="solid"/>
                      <a:round/>
                      <a:headEnd type="none" w="sm" len="sm"/>
                      <a:tailEnd type="none" w="sm" len="sm"/>
                    </a:lnR>
                    <a:lnT w="19050" cap="flat" cmpd="sng">
                      <a:solidFill>
                        <a:schemeClr val="accent2"/>
                      </a:solidFill>
                      <a:prstDash val="solid"/>
                      <a:round/>
                      <a:headEnd type="none" w="sm" len="sm"/>
                      <a:tailEnd type="none" w="sm" len="sm"/>
                    </a:lnT>
                    <a:lnB w="19050" cap="flat" cmpd="sng">
                      <a:solidFill>
                        <a:schemeClr val="accent2"/>
                      </a:solidFill>
                      <a:prstDash val="solid"/>
                      <a:round/>
                      <a:headEnd type="none" w="sm" len="sm"/>
                      <a:tailEnd type="none" w="sm" len="sm"/>
                    </a:lnB>
                    <a:solidFill>
                      <a:srgbClr val="FF0013">
                        <a:alpha val="3350"/>
                      </a:srgbClr>
                    </a:solidFill>
                  </a:tcPr>
                </a:tc>
                <a:extLst>
                  <a:ext uri="{0D108BD9-81ED-4DB2-BD59-A6C34878D82A}">
                    <a16:rowId xmlns:a16="http://schemas.microsoft.com/office/drawing/2014/main" val="10005"/>
                  </a:ext>
                </a:extLst>
              </a:tr>
            </a:tbl>
          </a:graphicData>
        </a:graphic>
      </p:graphicFrame>
      <p:sp>
        <p:nvSpPr>
          <p:cNvPr id="140" name="Google Shape;140;p30"/>
          <p:cNvSpPr txBox="1"/>
          <p:nvPr/>
        </p:nvSpPr>
        <p:spPr>
          <a:xfrm>
            <a:off x="720000" y="998975"/>
            <a:ext cx="7704000" cy="479700"/>
          </a:xfrm>
          <a:prstGeom prst="rect">
            <a:avLst/>
          </a:prstGeom>
          <a:noFill/>
          <a:ln>
            <a:noFill/>
          </a:ln>
        </p:spPr>
        <p:txBody>
          <a:bodyPr spcFirstLastPara="1" wrap="square" lIns="91425" tIns="91425" rIns="0" bIns="91425" anchor="t" anchorCtr="0">
            <a:noAutofit/>
          </a:bodyPr>
          <a:lstStyle/>
          <a:p>
            <a:pPr marL="0" lvl="0" indent="0" algn="l" rtl="0">
              <a:spcBef>
                <a:spcPts val="0"/>
              </a:spcBef>
              <a:spcAft>
                <a:spcPts val="0"/>
              </a:spcAft>
              <a:buNone/>
            </a:pPr>
            <a:r>
              <a:rPr lang="en" sz="1200">
                <a:solidFill>
                  <a:schemeClr val="lt1"/>
                </a:solidFill>
                <a:latin typeface="Jura"/>
                <a:ea typeface="Jura"/>
                <a:cs typeface="Jura"/>
                <a:sym typeface="Jura"/>
              </a:rPr>
              <a:t>This is a slide structure based on a portfolio</a:t>
            </a:r>
            <a:endParaRPr sz="1200">
              <a:solidFill>
                <a:schemeClr val="lt1"/>
              </a:solidFill>
              <a:latin typeface="Jura"/>
              <a:ea typeface="Jura"/>
              <a:cs typeface="Jura"/>
              <a:sym typeface="Jura"/>
            </a:endParaRPr>
          </a:p>
          <a:p>
            <a:pPr marL="0" lvl="0" indent="0" algn="l" rtl="0">
              <a:spcBef>
                <a:spcPts val="0"/>
              </a:spcBef>
              <a:spcAft>
                <a:spcPts val="0"/>
              </a:spcAft>
              <a:buNone/>
            </a:pPr>
            <a:r>
              <a:rPr lang="en" sz="1200">
                <a:solidFill>
                  <a:schemeClr val="lt1"/>
                </a:solidFill>
                <a:latin typeface="Jura"/>
                <a:ea typeface="Jura"/>
                <a:cs typeface="Jura"/>
                <a:sym typeface="Jura"/>
              </a:rPr>
              <a:t>You can delete this slide when you’re done editing the presentation</a:t>
            </a:r>
            <a:endParaRPr sz="1200">
              <a:solidFill>
                <a:schemeClr val="lt1"/>
              </a:solidFill>
              <a:latin typeface="Jura"/>
              <a:ea typeface="Jura"/>
              <a:cs typeface="Jura"/>
              <a:sym typeface="Jura"/>
            </a:endParaRPr>
          </a:p>
          <a:p>
            <a:pPr marL="0" lvl="0" indent="0" algn="l" rtl="0">
              <a:spcBef>
                <a:spcPts val="0"/>
              </a:spcBef>
              <a:spcAft>
                <a:spcPts val="0"/>
              </a:spcAft>
              <a:buNone/>
            </a:pPr>
            <a:endParaRPr sz="1200">
              <a:solidFill>
                <a:schemeClr val="lt1"/>
              </a:solidFill>
              <a:latin typeface="Jura"/>
              <a:ea typeface="Jura"/>
              <a:cs typeface="Jura"/>
              <a:sym typeface="Jura"/>
            </a:endParaRPr>
          </a:p>
        </p:txBody>
      </p:sp>
      <p:sp>
        <p:nvSpPr>
          <p:cNvPr id="141" name="Google Shape;141;p30"/>
          <p:cNvSpPr txBox="1"/>
          <p:nvPr/>
        </p:nvSpPr>
        <p:spPr>
          <a:xfrm>
            <a:off x="729526" y="4147800"/>
            <a:ext cx="27492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800">
                <a:solidFill>
                  <a:schemeClr val="lt1"/>
                </a:solidFill>
                <a:latin typeface="Jura"/>
                <a:ea typeface="Jura"/>
                <a:cs typeface="Jura"/>
                <a:sym typeface="Jura"/>
              </a:rPr>
              <a:t>For more info:</a:t>
            </a:r>
            <a:br>
              <a:rPr lang="en" sz="800">
                <a:solidFill>
                  <a:schemeClr val="lt1"/>
                </a:solidFill>
                <a:latin typeface="Jura"/>
                <a:ea typeface="Jura"/>
                <a:cs typeface="Jura"/>
                <a:sym typeface="Jura"/>
              </a:rPr>
            </a:br>
            <a:r>
              <a:rPr lang="en" sz="1000" b="1" u="sng">
                <a:solidFill>
                  <a:schemeClr val="lt1"/>
                </a:solidFill>
                <a:latin typeface="Jura"/>
                <a:ea typeface="Jura"/>
                <a:cs typeface="Jura"/>
                <a:sym typeface="Jura"/>
                <a:hlinkClick r:id="rId9">
                  <a:extLst>
                    <a:ext uri="{A12FA001-AC4F-418D-AE19-62706E023703}">
                      <ahyp:hlinkClr xmlns:ahyp="http://schemas.microsoft.com/office/drawing/2018/hyperlinkcolor" val="tx"/>
                    </a:ext>
                  </a:extLst>
                </a:hlinkClick>
              </a:rPr>
              <a:t>SLIDESGO</a:t>
            </a:r>
            <a:r>
              <a:rPr lang="en" sz="1000" b="1">
                <a:solidFill>
                  <a:schemeClr val="lt1"/>
                </a:solidFill>
                <a:uFill>
                  <a:noFill/>
                </a:uFill>
                <a:latin typeface="Jura"/>
                <a:ea typeface="Jura"/>
                <a:cs typeface="Jura"/>
                <a:sym typeface="Jura"/>
                <a:hlinkClick r:id="rId9">
                  <a:extLst>
                    <a:ext uri="{A12FA001-AC4F-418D-AE19-62706E023703}">
                      <ahyp:hlinkClr xmlns:ahyp="http://schemas.microsoft.com/office/drawing/2018/hyperlinkcolor" val="tx"/>
                    </a:ext>
                  </a:extLst>
                </a:hlinkClick>
              </a:rPr>
              <a:t> </a:t>
            </a:r>
            <a:r>
              <a:rPr lang="en" sz="1000" b="1">
                <a:solidFill>
                  <a:schemeClr val="lt1"/>
                </a:solidFill>
                <a:latin typeface="Jura"/>
                <a:ea typeface="Jura"/>
                <a:cs typeface="Jura"/>
                <a:sym typeface="Jura"/>
              </a:rPr>
              <a:t> |  </a:t>
            </a:r>
            <a:r>
              <a:rPr lang="en" sz="1000" b="1" u="sng">
                <a:solidFill>
                  <a:schemeClr val="hlink"/>
                </a:solidFill>
                <a:latin typeface="Jura"/>
                <a:ea typeface="Jura"/>
                <a:cs typeface="Jura"/>
                <a:sym typeface="Jura"/>
                <a:hlinkClick r:id="rId10"/>
              </a:rPr>
              <a:t>BLOG</a:t>
            </a:r>
            <a:r>
              <a:rPr lang="en" sz="1000" b="1">
                <a:solidFill>
                  <a:schemeClr val="lt1"/>
                </a:solidFill>
                <a:latin typeface="Jura"/>
                <a:ea typeface="Jura"/>
                <a:cs typeface="Jura"/>
                <a:sym typeface="Jura"/>
              </a:rPr>
              <a:t>  |  </a:t>
            </a:r>
            <a:r>
              <a:rPr lang="en" sz="1000" b="1" u="sng">
                <a:solidFill>
                  <a:schemeClr val="lt1"/>
                </a:solidFill>
                <a:latin typeface="Jura"/>
                <a:ea typeface="Jura"/>
                <a:cs typeface="Jura"/>
                <a:sym typeface="Jura"/>
                <a:hlinkClick r:id="rId11">
                  <a:extLst>
                    <a:ext uri="{A12FA001-AC4F-418D-AE19-62706E023703}">
                      <ahyp:hlinkClr xmlns:ahyp="http://schemas.microsoft.com/office/drawing/2018/hyperlinkcolor" val="tx"/>
                    </a:ext>
                  </a:extLst>
                </a:hlinkClick>
              </a:rPr>
              <a:t>FAQS</a:t>
            </a:r>
            <a:endParaRPr sz="1500" b="1" u="sng">
              <a:solidFill>
                <a:schemeClr val="lt1"/>
              </a:solidFill>
              <a:latin typeface="Jura"/>
              <a:ea typeface="Jura"/>
              <a:cs typeface="Jura"/>
              <a:sym typeface="Jura"/>
            </a:endParaRPr>
          </a:p>
        </p:txBody>
      </p:sp>
      <p:sp>
        <p:nvSpPr>
          <p:cNvPr id="142" name="Google Shape;142;p30"/>
          <p:cNvSpPr txBox="1"/>
          <p:nvPr/>
        </p:nvSpPr>
        <p:spPr>
          <a:xfrm>
            <a:off x="4553612" y="4147800"/>
            <a:ext cx="36150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800">
                <a:solidFill>
                  <a:schemeClr val="lt1"/>
                </a:solidFill>
                <a:latin typeface="Jura"/>
                <a:ea typeface="Jura"/>
                <a:cs typeface="Jura"/>
                <a:sym typeface="Jura"/>
              </a:rPr>
              <a:t>You can visit our sister projects:</a:t>
            </a:r>
            <a:br>
              <a:rPr lang="en" sz="800">
                <a:solidFill>
                  <a:schemeClr val="lt1"/>
                </a:solidFill>
                <a:latin typeface="Jura"/>
                <a:ea typeface="Jura"/>
                <a:cs typeface="Jura"/>
                <a:sym typeface="Jura"/>
              </a:rPr>
            </a:br>
            <a:r>
              <a:rPr lang="en" sz="1000" b="1" u="sng">
                <a:solidFill>
                  <a:schemeClr val="lt1"/>
                </a:solidFill>
                <a:latin typeface="Jura"/>
                <a:ea typeface="Jura"/>
                <a:cs typeface="Jura"/>
                <a:sym typeface="Jura"/>
                <a:hlinkClick r:id="rId12">
                  <a:extLst>
                    <a:ext uri="{A12FA001-AC4F-418D-AE19-62706E023703}">
                      <ahyp:hlinkClr xmlns:ahyp="http://schemas.microsoft.com/office/drawing/2018/hyperlinkcolor" val="tx"/>
                    </a:ext>
                  </a:extLst>
                </a:hlinkClick>
              </a:rPr>
              <a:t>FREEPIK</a:t>
            </a:r>
            <a:r>
              <a:rPr lang="en" sz="1000" b="1">
                <a:solidFill>
                  <a:schemeClr val="lt1"/>
                </a:solidFill>
                <a:latin typeface="Jura"/>
                <a:ea typeface="Jura"/>
                <a:cs typeface="Jura"/>
                <a:sym typeface="Jura"/>
              </a:rPr>
              <a:t> | </a:t>
            </a:r>
            <a:r>
              <a:rPr lang="en" sz="1000" b="1" u="sng">
                <a:solidFill>
                  <a:schemeClr val="lt1"/>
                </a:solidFill>
                <a:latin typeface="Jura"/>
                <a:ea typeface="Jura"/>
                <a:cs typeface="Jura"/>
                <a:sym typeface="Jura"/>
                <a:hlinkClick r:id="rId13">
                  <a:extLst>
                    <a:ext uri="{A12FA001-AC4F-418D-AE19-62706E023703}">
                      <ahyp:hlinkClr xmlns:ahyp="http://schemas.microsoft.com/office/drawing/2018/hyperlinkcolor" val="tx"/>
                    </a:ext>
                  </a:extLst>
                </a:hlinkClick>
              </a:rPr>
              <a:t>FLATICON</a:t>
            </a:r>
            <a:r>
              <a:rPr lang="en" sz="1000" b="1">
                <a:solidFill>
                  <a:schemeClr val="lt1"/>
                </a:solidFill>
                <a:latin typeface="Jura"/>
                <a:ea typeface="Jura"/>
                <a:cs typeface="Jura"/>
                <a:sym typeface="Jura"/>
              </a:rPr>
              <a:t> | </a:t>
            </a:r>
            <a:r>
              <a:rPr lang="en" sz="1000" b="1" u="sng">
                <a:solidFill>
                  <a:schemeClr val="lt1"/>
                </a:solidFill>
                <a:latin typeface="Jura"/>
                <a:ea typeface="Jura"/>
                <a:cs typeface="Jura"/>
                <a:sym typeface="Jura"/>
                <a:hlinkClick r:id="rId14">
                  <a:extLst>
                    <a:ext uri="{A12FA001-AC4F-418D-AE19-62706E023703}">
                      <ahyp:hlinkClr xmlns:ahyp="http://schemas.microsoft.com/office/drawing/2018/hyperlinkcolor" val="tx"/>
                    </a:ext>
                  </a:extLst>
                </a:hlinkClick>
              </a:rPr>
              <a:t>STORYSET</a:t>
            </a:r>
            <a:r>
              <a:rPr lang="en" sz="1000" b="1">
                <a:solidFill>
                  <a:schemeClr val="lt1"/>
                </a:solidFill>
                <a:latin typeface="Jura"/>
                <a:ea typeface="Jura"/>
                <a:cs typeface="Jura"/>
                <a:sym typeface="Jura"/>
              </a:rPr>
              <a:t> | </a:t>
            </a:r>
            <a:r>
              <a:rPr lang="en" sz="1000" b="1" u="sng">
                <a:solidFill>
                  <a:schemeClr val="lt1"/>
                </a:solidFill>
                <a:latin typeface="Jura"/>
                <a:ea typeface="Jura"/>
                <a:cs typeface="Jura"/>
                <a:sym typeface="Jura"/>
                <a:hlinkClick r:id="rId15">
                  <a:extLst>
                    <a:ext uri="{A12FA001-AC4F-418D-AE19-62706E023703}">
                      <ahyp:hlinkClr xmlns:ahyp="http://schemas.microsoft.com/office/drawing/2018/hyperlinkcolor" val="tx"/>
                    </a:ext>
                  </a:extLst>
                </a:hlinkClick>
              </a:rPr>
              <a:t>WEPIK</a:t>
            </a:r>
            <a:r>
              <a:rPr lang="en" sz="1000" b="1">
                <a:solidFill>
                  <a:schemeClr val="lt1"/>
                </a:solidFill>
                <a:uFill>
                  <a:noFill/>
                </a:uFill>
                <a:latin typeface="Jura"/>
                <a:ea typeface="Jura"/>
                <a:cs typeface="Jura"/>
                <a:sym typeface="Jura"/>
                <a:hlinkClick r:id="rId15">
                  <a:extLst>
                    <a:ext uri="{A12FA001-AC4F-418D-AE19-62706E023703}">
                      <ahyp:hlinkClr xmlns:ahyp="http://schemas.microsoft.com/office/drawing/2018/hyperlinkcolor" val="tx"/>
                    </a:ext>
                  </a:extLst>
                </a:hlinkClick>
              </a:rPr>
              <a:t> </a:t>
            </a:r>
            <a:r>
              <a:rPr lang="en" sz="1000" b="1">
                <a:solidFill>
                  <a:schemeClr val="lt1"/>
                </a:solidFill>
                <a:latin typeface="Jura"/>
                <a:ea typeface="Jura"/>
                <a:cs typeface="Jura"/>
                <a:sym typeface="Jura"/>
              </a:rPr>
              <a:t>| </a:t>
            </a:r>
            <a:r>
              <a:rPr lang="en" sz="1000" b="1" u="sng">
                <a:solidFill>
                  <a:schemeClr val="hlink"/>
                </a:solidFill>
                <a:latin typeface="Jura"/>
                <a:ea typeface="Jura"/>
                <a:cs typeface="Jura"/>
                <a:sym typeface="Jura"/>
                <a:hlinkClick r:id="rId16"/>
              </a:rPr>
              <a:t>VIDEVO</a:t>
            </a:r>
            <a:endParaRPr sz="600" b="1" u="sng">
              <a:solidFill>
                <a:schemeClr val="lt1"/>
              </a:solidFill>
              <a:latin typeface="Jura"/>
              <a:ea typeface="Jura"/>
              <a:cs typeface="Jura"/>
              <a:sym typeface="Jura"/>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0">
  <p:cSld>
    <p:spTree>
      <p:nvGrpSpPr>
        <p:cNvPr id="1" name="Shape 146"/>
        <p:cNvGrpSpPr/>
        <p:nvPr/>
      </p:nvGrpSpPr>
      <p:grpSpPr>
        <a:xfrm>
          <a:off x="0" y="0"/>
          <a:ext cx="0" cy="0"/>
          <a:chOff x="0" y="0"/>
          <a:chExt cx="0" cy="0"/>
        </a:xfrm>
      </p:grpSpPr>
      <p:pic>
        <p:nvPicPr>
          <p:cNvPr id="147" name="Google Shape;147;p31"/>
          <p:cNvPicPr preferRelativeResize="0"/>
          <p:nvPr/>
        </p:nvPicPr>
        <p:blipFill rotWithShape="1">
          <a:blip r:embed="rId3">
            <a:alphaModFix/>
          </a:blip>
          <a:srcRect t="33849" b="50436"/>
          <a:stretch/>
        </p:blipFill>
        <p:spPr>
          <a:xfrm>
            <a:off x="354576" y="3779500"/>
            <a:ext cx="8434847" cy="1011274"/>
          </a:xfrm>
          <a:prstGeom prst="rect">
            <a:avLst/>
          </a:prstGeom>
          <a:noFill/>
          <a:ln w="28575" cap="flat" cmpd="sng">
            <a:solidFill>
              <a:schemeClr val="accent6"/>
            </a:solidFill>
            <a:prstDash val="solid"/>
            <a:round/>
            <a:headEnd type="none" w="sm" len="sm"/>
            <a:tailEnd type="none" w="sm" len="sm"/>
          </a:ln>
        </p:spPr>
      </p:pic>
      <p:sp>
        <p:nvSpPr>
          <p:cNvPr id="148" name="Google Shape;148;p31"/>
          <p:cNvSpPr txBox="1">
            <a:spLocks noGrp="1"/>
          </p:cNvSpPr>
          <p:nvPr>
            <p:ph type="subTitle" idx="1"/>
          </p:nvPr>
        </p:nvSpPr>
        <p:spPr>
          <a:xfrm>
            <a:off x="1766673" y="1719859"/>
            <a:ext cx="23901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You can describe the topic of the section here</a:t>
            </a:r>
            <a:endParaRPr>
              <a:solidFill>
                <a:schemeClr val="lt1"/>
              </a:solidFill>
            </a:endParaRPr>
          </a:p>
        </p:txBody>
      </p:sp>
      <p:sp>
        <p:nvSpPr>
          <p:cNvPr id="149" name="Google Shape;149;p31"/>
          <p:cNvSpPr txBox="1">
            <a:spLocks noGrp="1"/>
          </p:cNvSpPr>
          <p:nvPr>
            <p:ph type="title"/>
          </p:nvPr>
        </p:nvSpPr>
        <p:spPr>
          <a:xfrm>
            <a:off x="1766673" y="1214755"/>
            <a:ext cx="23901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My work area</a:t>
            </a:r>
            <a:endParaRPr>
              <a:solidFill>
                <a:schemeClr val="lt1"/>
              </a:solidFill>
            </a:endParaRPr>
          </a:p>
        </p:txBody>
      </p:sp>
      <p:sp>
        <p:nvSpPr>
          <p:cNvPr id="150" name="Google Shape;150;p31"/>
          <p:cNvSpPr txBox="1">
            <a:spLocks noGrp="1"/>
          </p:cNvSpPr>
          <p:nvPr>
            <p:ph type="title" idx="2"/>
          </p:nvPr>
        </p:nvSpPr>
        <p:spPr>
          <a:xfrm>
            <a:off x="740362" y="1476746"/>
            <a:ext cx="873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151" name="Google Shape;151;p31"/>
          <p:cNvSpPr txBox="1">
            <a:spLocks noGrp="1"/>
          </p:cNvSpPr>
          <p:nvPr>
            <p:ph type="title" idx="3"/>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Table of contents</a:t>
            </a:r>
            <a:endParaRPr>
              <a:solidFill>
                <a:schemeClr val="accent6"/>
              </a:solidFill>
            </a:endParaRPr>
          </a:p>
        </p:txBody>
      </p:sp>
      <p:sp>
        <p:nvSpPr>
          <p:cNvPr id="152" name="Google Shape;152;p31"/>
          <p:cNvSpPr txBox="1">
            <a:spLocks noGrp="1"/>
          </p:cNvSpPr>
          <p:nvPr>
            <p:ph type="title" idx="4"/>
          </p:nvPr>
        </p:nvSpPr>
        <p:spPr>
          <a:xfrm>
            <a:off x="1766673" y="2509344"/>
            <a:ext cx="23901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My experience</a:t>
            </a:r>
            <a:endParaRPr>
              <a:solidFill>
                <a:schemeClr val="lt1"/>
              </a:solidFill>
            </a:endParaRPr>
          </a:p>
        </p:txBody>
      </p:sp>
      <p:sp>
        <p:nvSpPr>
          <p:cNvPr id="153" name="Google Shape;153;p31"/>
          <p:cNvSpPr txBox="1">
            <a:spLocks noGrp="1"/>
          </p:cNvSpPr>
          <p:nvPr>
            <p:ph type="title" idx="5"/>
          </p:nvPr>
        </p:nvSpPr>
        <p:spPr>
          <a:xfrm>
            <a:off x="740362" y="2771338"/>
            <a:ext cx="873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154" name="Google Shape;154;p31"/>
          <p:cNvSpPr txBox="1">
            <a:spLocks noGrp="1"/>
          </p:cNvSpPr>
          <p:nvPr>
            <p:ph type="subTitle" idx="6"/>
          </p:nvPr>
        </p:nvSpPr>
        <p:spPr>
          <a:xfrm>
            <a:off x="1766673" y="3014448"/>
            <a:ext cx="23901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You can describe the topic of the section here</a:t>
            </a:r>
            <a:endParaRPr>
              <a:solidFill>
                <a:schemeClr val="lt1"/>
              </a:solidFill>
            </a:endParaRPr>
          </a:p>
        </p:txBody>
      </p:sp>
      <p:sp>
        <p:nvSpPr>
          <p:cNvPr id="155" name="Google Shape;155;p31"/>
          <p:cNvSpPr txBox="1">
            <a:spLocks noGrp="1"/>
          </p:cNvSpPr>
          <p:nvPr>
            <p:ph type="title" idx="7"/>
          </p:nvPr>
        </p:nvSpPr>
        <p:spPr>
          <a:xfrm>
            <a:off x="5736148" y="1214755"/>
            <a:ext cx="23901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What I do</a:t>
            </a:r>
            <a:endParaRPr>
              <a:solidFill>
                <a:schemeClr val="lt1"/>
              </a:solidFill>
            </a:endParaRPr>
          </a:p>
        </p:txBody>
      </p:sp>
      <p:sp>
        <p:nvSpPr>
          <p:cNvPr id="156" name="Google Shape;156;p31"/>
          <p:cNvSpPr txBox="1">
            <a:spLocks noGrp="1"/>
          </p:cNvSpPr>
          <p:nvPr>
            <p:ph type="title" idx="8"/>
          </p:nvPr>
        </p:nvSpPr>
        <p:spPr>
          <a:xfrm>
            <a:off x="4709837" y="1476746"/>
            <a:ext cx="873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157" name="Google Shape;157;p31"/>
          <p:cNvSpPr txBox="1">
            <a:spLocks noGrp="1"/>
          </p:cNvSpPr>
          <p:nvPr>
            <p:ph type="subTitle" idx="9"/>
          </p:nvPr>
        </p:nvSpPr>
        <p:spPr>
          <a:xfrm>
            <a:off x="5736148" y="1719859"/>
            <a:ext cx="23901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You can describe the topic of the section here</a:t>
            </a:r>
            <a:endParaRPr>
              <a:solidFill>
                <a:schemeClr val="lt1"/>
              </a:solidFill>
            </a:endParaRPr>
          </a:p>
        </p:txBody>
      </p:sp>
      <p:sp>
        <p:nvSpPr>
          <p:cNvPr id="158" name="Google Shape;158;p31"/>
          <p:cNvSpPr txBox="1">
            <a:spLocks noGrp="1"/>
          </p:cNvSpPr>
          <p:nvPr>
            <p:ph type="title" idx="13"/>
          </p:nvPr>
        </p:nvSpPr>
        <p:spPr>
          <a:xfrm>
            <a:off x="5736148" y="2509344"/>
            <a:ext cx="23901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My work</a:t>
            </a:r>
            <a:endParaRPr>
              <a:solidFill>
                <a:schemeClr val="lt1"/>
              </a:solidFill>
            </a:endParaRPr>
          </a:p>
        </p:txBody>
      </p:sp>
      <p:sp>
        <p:nvSpPr>
          <p:cNvPr id="159" name="Google Shape;159;p31"/>
          <p:cNvSpPr txBox="1">
            <a:spLocks noGrp="1"/>
          </p:cNvSpPr>
          <p:nvPr>
            <p:ph type="title" idx="14"/>
          </p:nvPr>
        </p:nvSpPr>
        <p:spPr>
          <a:xfrm>
            <a:off x="4709837" y="2771338"/>
            <a:ext cx="873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160" name="Google Shape;160;p31"/>
          <p:cNvSpPr txBox="1">
            <a:spLocks noGrp="1"/>
          </p:cNvSpPr>
          <p:nvPr>
            <p:ph type="subTitle" idx="15"/>
          </p:nvPr>
        </p:nvSpPr>
        <p:spPr>
          <a:xfrm>
            <a:off x="5736148" y="3014448"/>
            <a:ext cx="23901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You can describe the topic of the section here</a:t>
            </a:r>
            <a:endParaRPr>
              <a:solidFill>
                <a:schemeClr val="lt1"/>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0">
  <p:cSld>
    <p:spTree>
      <p:nvGrpSpPr>
        <p:cNvPr id="1" name="Shape 164"/>
        <p:cNvGrpSpPr/>
        <p:nvPr/>
      </p:nvGrpSpPr>
      <p:grpSpPr>
        <a:xfrm>
          <a:off x="0" y="0"/>
          <a:ext cx="0" cy="0"/>
          <a:chOff x="0" y="0"/>
          <a:chExt cx="0" cy="0"/>
        </a:xfrm>
      </p:grpSpPr>
      <p:sp>
        <p:nvSpPr>
          <p:cNvPr id="165" name="Google Shape;165;p32"/>
          <p:cNvSpPr txBox="1">
            <a:spLocks noGrp="1"/>
          </p:cNvSpPr>
          <p:nvPr>
            <p:ph type="title"/>
          </p:nvPr>
        </p:nvSpPr>
        <p:spPr>
          <a:xfrm>
            <a:off x="4143950" y="966677"/>
            <a:ext cx="4198500" cy="841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accent6"/>
                </a:solidFill>
              </a:rPr>
              <a:t>About me </a:t>
            </a:r>
            <a:endParaRPr>
              <a:solidFill>
                <a:schemeClr val="accent6"/>
              </a:solidFill>
            </a:endParaRPr>
          </a:p>
        </p:txBody>
      </p:sp>
      <p:sp>
        <p:nvSpPr>
          <p:cNvPr id="166" name="Google Shape;166;p32"/>
          <p:cNvSpPr txBox="1">
            <a:spLocks noGrp="1"/>
          </p:cNvSpPr>
          <p:nvPr>
            <p:ph type="subTitle" idx="1"/>
          </p:nvPr>
        </p:nvSpPr>
        <p:spPr>
          <a:xfrm>
            <a:off x="4308125" y="1919977"/>
            <a:ext cx="4034400" cy="2009100"/>
          </a:xfrm>
          <a:prstGeom prst="rect">
            <a:avLst/>
          </a:prstGeom>
        </p:spPr>
        <p:txBody>
          <a:bodyPr spcFirstLastPara="1" wrap="square" lIns="91425" tIns="91425" rIns="91425" bIns="91425" anchor="ctr" anchorCtr="0">
            <a:noAutofit/>
          </a:bodyPr>
          <a:lstStyle/>
          <a:p>
            <a:pPr marL="0" lvl="0" indent="0" algn="r" rtl="0">
              <a:spcBef>
                <a:spcPts val="0"/>
              </a:spcBef>
              <a:spcAft>
                <a:spcPts val="1600"/>
              </a:spcAft>
              <a:buNone/>
            </a:pPr>
            <a:r>
              <a:rPr lang="en">
                <a:solidFill>
                  <a:schemeClr val="lt1"/>
                </a:solidFill>
              </a:rPr>
              <a:t>You can give a brief description of the topic you want to talk about here. For example, if you want to talk about Mercury, you can say that it’s the smallest planet in the entire Solar System</a:t>
            </a:r>
            <a:endParaRPr>
              <a:solidFill>
                <a:schemeClr val="lt1"/>
              </a:solidFill>
            </a:endParaRPr>
          </a:p>
        </p:txBody>
      </p:sp>
      <p:pic>
        <p:nvPicPr>
          <p:cNvPr id="167" name="Google Shape;167;p32"/>
          <p:cNvPicPr preferRelativeResize="0"/>
          <p:nvPr/>
        </p:nvPicPr>
        <p:blipFill rotWithShape="1">
          <a:blip r:embed="rId3">
            <a:alphaModFix/>
          </a:blip>
          <a:srcRect t="4747" b="4301"/>
          <a:stretch/>
        </p:blipFill>
        <p:spPr>
          <a:xfrm>
            <a:off x="354100" y="361725"/>
            <a:ext cx="3242776" cy="4421875"/>
          </a:xfrm>
          <a:prstGeom prst="rect">
            <a:avLst/>
          </a:prstGeom>
          <a:noFill/>
          <a:ln w="28575" cap="flat" cmpd="sng">
            <a:solidFill>
              <a:schemeClr val="accent6"/>
            </a:solidFill>
            <a:prstDash val="solid"/>
            <a:round/>
            <a:headEnd type="none" w="sm" len="sm"/>
            <a:tailEnd type="none" w="sm" len="sm"/>
          </a:ln>
        </p:spPr>
      </p:pic>
      <p:cxnSp>
        <p:nvCxnSpPr>
          <p:cNvPr id="168" name="Google Shape;168;p32"/>
          <p:cNvCxnSpPr/>
          <p:nvPr/>
        </p:nvCxnSpPr>
        <p:spPr>
          <a:xfrm>
            <a:off x="3874200" y="351023"/>
            <a:ext cx="0" cy="2611200"/>
          </a:xfrm>
          <a:prstGeom prst="straightConnector1">
            <a:avLst/>
          </a:prstGeom>
          <a:noFill/>
          <a:ln w="28575" cap="flat" cmpd="sng">
            <a:solidFill>
              <a:schemeClr val="accent4"/>
            </a:solidFill>
            <a:prstDash val="solid"/>
            <a:round/>
            <a:headEnd type="none" w="med" len="med"/>
            <a:tailEnd type="diamond" w="med" len="med"/>
          </a:ln>
        </p:spPr>
      </p:cxn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0">
  <p:cSld>
    <p:spTree>
      <p:nvGrpSpPr>
        <p:cNvPr id="1" name="Shape 172"/>
        <p:cNvGrpSpPr/>
        <p:nvPr/>
      </p:nvGrpSpPr>
      <p:grpSpPr>
        <a:xfrm>
          <a:off x="0" y="0"/>
          <a:ext cx="0" cy="0"/>
          <a:chOff x="0" y="0"/>
          <a:chExt cx="0" cy="0"/>
        </a:xfrm>
      </p:grpSpPr>
      <p:sp>
        <p:nvSpPr>
          <p:cNvPr id="173" name="Google Shape;173;p33"/>
          <p:cNvSpPr/>
          <p:nvPr/>
        </p:nvSpPr>
        <p:spPr>
          <a:xfrm>
            <a:off x="3358650" y="1546870"/>
            <a:ext cx="2426700" cy="275280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33"/>
          <p:cNvSpPr/>
          <p:nvPr/>
        </p:nvSpPr>
        <p:spPr>
          <a:xfrm>
            <a:off x="6042450" y="1546870"/>
            <a:ext cx="2426700" cy="275280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33"/>
          <p:cNvSpPr/>
          <p:nvPr/>
        </p:nvSpPr>
        <p:spPr>
          <a:xfrm>
            <a:off x="674850" y="1546870"/>
            <a:ext cx="2426700" cy="275280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33"/>
          <p:cNvSpPr txBox="1">
            <a:spLocks noGrp="1"/>
          </p:cNvSpPr>
          <p:nvPr>
            <p:ph type="title" idx="2"/>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Values</a:t>
            </a:r>
            <a:endParaRPr>
              <a:solidFill>
                <a:schemeClr val="accent6"/>
              </a:solidFill>
            </a:endParaRPr>
          </a:p>
        </p:txBody>
      </p:sp>
      <p:sp>
        <p:nvSpPr>
          <p:cNvPr id="177" name="Google Shape;177;p33"/>
          <p:cNvSpPr txBox="1">
            <a:spLocks noGrp="1"/>
          </p:cNvSpPr>
          <p:nvPr>
            <p:ph type="title"/>
          </p:nvPr>
        </p:nvSpPr>
        <p:spPr>
          <a:xfrm>
            <a:off x="720000" y="2910567"/>
            <a:ext cx="2336400" cy="255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Design</a:t>
            </a:r>
            <a:endParaRPr>
              <a:solidFill>
                <a:schemeClr val="lt1"/>
              </a:solidFill>
            </a:endParaRPr>
          </a:p>
        </p:txBody>
      </p:sp>
      <p:sp>
        <p:nvSpPr>
          <p:cNvPr id="178" name="Google Shape;178;p33"/>
          <p:cNvSpPr txBox="1">
            <a:spLocks noGrp="1"/>
          </p:cNvSpPr>
          <p:nvPr>
            <p:ph type="subTitle" idx="1"/>
          </p:nvPr>
        </p:nvSpPr>
        <p:spPr>
          <a:xfrm>
            <a:off x="720000" y="3238454"/>
            <a:ext cx="2336400" cy="64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Mercury is the closest planet to the Sun and the smallest of them all</a:t>
            </a:r>
            <a:endParaRPr>
              <a:solidFill>
                <a:schemeClr val="lt1"/>
              </a:solidFill>
            </a:endParaRPr>
          </a:p>
        </p:txBody>
      </p:sp>
      <p:sp>
        <p:nvSpPr>
          <p:cNvPr id="179" name="Google Shape;179;p33"/>
          <p:cNvSpPr txBox="1">
            <a:spLocks noGrp="1"/>
          </p:cNvSpPr>
          <p:nvPr>
            <p:ph type="title" idx="3"/>
          </p:nvPr>
        </p:nvSpPr>
        <p:spPr>
          <a:xfrm>
            <a:off x="3403800" y="2910567"/>
            <a:ext cx="2336400" cy="255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UX</a:t>
            </a:r>
            <a:endParaRPr>
              <a:solidFill>
                <a:schemeClr val="lt1"/>
              </a:solidFill>
            </a:endParaRPr>
          </a:p>
        </p:txBody>
      </p:sp>
      <p:sp>
        <p:nvSpPr>
          <p:cNvPr id="180" name="Google Shape;180;p33"/>
          <p:cNvSpPr txBox="1">
            <a:spLocks noGrp="1"/>
          </p:cNvSpPr>
          <p:nvPr>
            <p:ph type="subTitle" idx="4"/>
          </p:nvPr>
        </p:nvSpPr>
        <p:spPr>
          <a:xfrm>
            <a:off x="3403800" y="3238454"/>
            <a:ext cx="2336400" cy="64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Venus has a beautiful name and is the second planet from the Sun</a:t>
            </a:r>
            <a:endParaRPr>
              <a:solidFill>
                <a:schemeClr val="lt1"/>
              </a:solidFill>
            </a:endParaRPr>
          </a:p>
        </p:txBody>
      </p:sp>
      <p:sp>
        <p:nvSpPr>
          <p:cNvPr id="181" name="Google Shape;181;p33"/>
          <p:cNvSpPr txBox="1">
            <a:spLocks noGrp="1"/>
          </p:cNvSpPr>
          <p:nvPr>
            <p:ph type="title" idx="5"/>
          </p:nvPr>
        </p:nvSpPr>
        <p:spPr>
          <a:xfrm>
            <a:off x="6087600" y="2910567"/>
            <a:ext cx="2336400" cy="255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UI</a:t>
            </a:r>
            <a:endParaRPr>
              <a:solidFill>
                <a:schemeClr val="lt1"/>
              </a:solidFill>
            </a:endParaRPr>
          </a:p>
        </p:txBody>
      </p:sp>
      <p:sp>
        <p:nvSpPr>
          <p:cNvPr id="182" name="Google Shape;182;p33"/>
          <p:cNvSpPr txBox="1">
            <a:spLocks noGrp="1"/>
          </p:cNvSpPr>
          <p:nvPr>
            <p:ph type="subTitle" idx="6"/>
          </p:nvPr>
        </p:nvSpPr>
        <p:spPr>
          <a:xfrm>
            <a:off x="6087600" y="3238454"/>
            <a:ext cx="2336400" cy="64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Despite being red, Mars is actually a cold place. It’s full of iron oxide dust</a:t>
            </a:r>
            <a:endParaRPr>
              <a:solidFill>
                <a:schemeClr val="lt1"/>
              </a:solidFill>
            </a:endParaRPr>
          </a:p>
        </p:txBody>
      </p:sp>
      <p:sp>
        <p:nvSpPr>
          <p:cNvPr id="183" name="Google Shape;183;p33"/>
          <p:cNvSpPr/>
          <p:nvPr/>
        </p:nvSpPr>
        <p:spPr>
          <a:xfrm>
            <a:off x="4281079" y="2054592"/>
            <a:ext cx="581828" cy="580286"/>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 name="Google Shape;184;p33"/>
          <p:cNvGrpSpPr/>
          <p:nvPr/>
        </p:nvGrpSpPr>
        <p:grpSpPr>
          <a:xfrm>
            <a:off x="7030008" y="2056798"/>
            <a:ext cx="442060" cy="575898"/>
            <a:chOff x="-45998575" y="2702625"/>
            <a:chExt cx="229225" cy="298625"/>
          </a:xfrm>
        </p:grpSpPr>
        <p:sp>
          <p:nvSpPr>
            <p:cNvPr id="185" name="Google Shape;185;p33"/>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33"/>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33"/>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33"/>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33"/>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33"/>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33"/>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33"/>
          <p:cNvGrpSpPr/>
          <p:nvPr/>
        </p:nvGrpSpPr>
        <p:grpSpPr>
          <a:xfrm>
            <a:off x="1633755" y="2053071"/>
            <a:ext cx="508883" cy="583323"/>
            <a:chOff x="-49398750" y="2684600"/>
            <a:chExt cx="263875" cy="302475"/>
          </a:xfrm>
        </p:grpSpPr>
        <p:sp>
          <p:nvSpPr>
            <p:cNvPr id="193" name="Google Shape;193;p33"/>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33"/>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33"/>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0">
  <p:cSld>
    <p:spTree>
      <p:nvGrpSpPr>
        <p:cNvPr id="1" name="Shape 199"/>
        <p:cNvGrpSpPr/>
        <p:nvPr/>
      </p:nvGrpSpPr>
      <p:grpSpPr>
        <a:xfrm>
          <a:off x="0" y="0"/>
          <a:ext cx="0" cy="0"/>
          <a:chOff x="0" y="0"/>
          <a:chExt cx="0" cy="0"/>
        </a:xfrm>
      </p:grpSpPr>
      <p:sp>
        <p:nvSpPr>
          <p:cNvPr id="200" name="Google Shape;200;p34"/>
          <p:cNvSpPr/>
          <p:nvPr/>
        </p:nvSpPr>
        <p:spPr>
          <a:xfrm>
            <a:off x="5194117" y="3214797"/>
            <a:ext cx="462775" cy="462742"/>
          </a:xfrm>
          <a:custGeom>
            <a:avLst/>
            <a:gdLst/>
            <a:ahLst/>
            <a:cxnLst/>
            <a:rect l="l" t="t" r="r" b="b"/>
            <a:pathLst>
              <a:path w="14015" h="14014" extrusionOk="0">
                <a:moveTo>
                  <a:pt x="3454" y="820"/>
                </a:moveTo>
                <a:lnTo>
                  <a:pt x="3868" y="1642"/>
                </a:lnTo>
                <a:lnTo>
                  <a:pt x="2219" y="1642"/>
                </a:lnTo>
                <a:lnTo>
                  <a:pt x="1398" y="820"/>
                </a:lnTo>
                <a:close/>
                <a:moveTo>
                  <a:pt x="6595" y="820"/>
                </a:moveTo>
                <a:lnTo>
                  <a:pt x="6595" y="1642"/>
                </a:lnTo>
                <a:lnTo>
                  <a:pt x="4782" y="1642"/>
                </a:lnTo>
                <a:lnTo>
                  <a:pt x="4369" y="820"/>
                </a:lnTo>
                <a:close/>
                <a:moveTo>
                  <a:pt x="9641" y="820"/>
                </a:moveTo>
                <a:lnTo>
                  <a:pt x="9227" y="1642"/>
                </a:lnTo>
                <a:lnTo>
                  <a:pt x="7415" y="1642"/>
                </a:lnTo>
                <a:lnTo>
                  <a:pt x="7415" y="820"/>
                </a:lnTo>
                <a:close/>
                <a:moveTo>
                  <a:pt x="12612" y="820"/>
                </a:moveTo>
                <a:lnTo>
                  <a:pt x="11790" y="1642"/>
                </a:lnTo>
                <a:lnTo>
                  <a:pt x="10148" y="1642"/>
                </a:lnTo>
                <a:lnTo>
                  <a:pt x="10561" y="820"/>
                </a:lnTo>
                <a:close/>
                <a:moveTo>
                  <a:pt x="4275" y="2463"/>
                </a:moveTo>
                <a:lnTo>
                  <a:pt x="4689" y="3284"/>
                </a:lnTo>
                <a:lnTo>
                  <a:pt x="3862" y="3284"/>
                </a:lnTo>
                <a:lnTo>
                  <a:pt x="3041" y="2463"/>
                </a:lnTo>
                <a:close/>
                <a:moveTo>
                  <a:pt x="6595" y="2463"/>
                </a:moveTo>
                <a:lnTo>
                  <a:pt x="6595" y="3284"/>
                </a:lnTo>
                <a:lnTo>
                  <a:pt x="5604" y="3284"/>
                </a:lnTo>
                <a:lnTo>
                  <a:pt x="5190" y="2463"/>
                </a:lnTo>
                <a:close/>
                <a:moveTo>
                  <a:pt x="8820" y="2463"/>
                </a:moveTo>
                <a:lnTo>
                  <a:pt x="8406" y="3284"/>
                </a:lnTo>
                <a:lnTo>
                  <a:pt x="7415" y="3284"/>
                </a:lnTo>
                <a:lnTo>
                  <a:pt x="7415" y="2463"/>
                </a:lnTo>
                <a:close/>
                <a:moveTo>
                  <a:pt x="10969" y="2463"/>
                </a:moveTo>
                <a:lnTo>
                  <a:pt x="10148" y="3284"/>
                </a:lnTo>
                <a:lnTo>
                  <a:pt x="9326" y="3284"/>
                </a:lnTo>
                <a:lnTo>
                  <a:pt x="9740" y="2463"/>
                </a:lnTo>
                <a:close/>
                <a:moveTo>
                  <a:pt x="822" y="1398"/>
                </a:moveTo>
                <a:lnTo>
                  <a:pt x="1643" y="2219"/>
                </a:lnTo>
                <a:lnTo>
                  <a:pt x="1643" y="3860"/>
                </a:lnTo>
                <a:lnTo>
                  <a:pt x="822" y="3453"/>
                </a:lnTo>
                <a:lnTo>
                  <a:pt x="822" y="1398"/>
                </a:lnTo>
                <a:close/>
                <a:moveTo>
                  <a:pt x="13194" y="1398"/>
                </a:moveTo>
                <a:lnTo>
                  <a:pt x="13194" y="3453"/>
                </a:lnTo>
                <a:lnTo>
                  <a:pt x="12372" y="3860"/>
                </a:lnTo>
                <a:lnTo>
                  <a:pt x="12372" y="2219"/>
                </a:lnTo>
                <a:lnTo>
                  <a:pt x="13194" y="1398"/>
                </a:lnTo>
                <a:close/>
                <a:moveTo>
                  <a:pt x="2464" y="3039"/>
                </a:moveTo>
                <a:lnTo>
                  <a:pt x="3286" y="3860"/>
                </a:lnTo>
                <a:lnTo>
                  <a:pt x="3286" y="4681"/>
                </a:lnTo>
                <a:lnTo>
                  <a:pt x="2464" y="4274"/>
                </a:lnTo>
                <a:lnTo>
                  <a:pt x="2464" y="3039"/>
                </a:lnTo>
                <a:close/>
                <a:moveTo>
                  <a:pt x="11551" y="3039"/>
                </a:moveTo>
                <a:lnTo>
                  <a:pt x="11551" y="4274"/>
                </a:lnTo>
                <a:lnTo>
                  <a:pt x="10731" y="4681"/>
                </a:lnTo>
                <a:lnTo>
                  <a:pt x="10731" y="3860"/>
                </a:lnTo>
                <a:lnTo>
                  <a:pt x="11551" y="3039"/>
                </a:lnTo>
                <a:close/>
                <a:moveTo>
                  <a:pt x="822" y="4369"/>
                </a:moveTo>
                <a:lnTo>
                  <a:pt x="1643" y="4782"/>
                </a:lnTo>
                <a:lnTo>
                  <a:pt x="1643" y="6593"/>
                </a:lnTo>
                <a:lnTo>
                  <a:pt x="822" y="6593"/>
                </a:lnTo>
                <a:lnTo>
                  <a:pt x="822" y="4369"/>
                </a:lnTo>
                <a:close/>
                <a:moveTo>
                  <a:pt x="2464" y="5190"/>
                </a:moveTo>
                <a:lnTo>
                  <a:pt x="3286" y="5603"/>
                </a:lnTo>
                <a:lnTo>
                  <a:pt x="3286" y="6593"/>
                </a:lnTo>
                <a:lnTo>
                  <a:pt x="2464" y="6593"/>
                </a:lnTo>
                <a:lnTo>
                  <a:pt x="2464" y="5190"/>
                </a:lnTo>
                <a:close/>
                <a:moveTo>
                  <a:pt x="11551" y="5190"/>
                </a:moveTo>
                <a:lnTo>
                  <a:pt x="11551" y="6593"/>
                </a:lnTo>
                <a:lnTo>
                  <a:pt x="10731" y="6593"/>
                </a:lnTo>
                <a:lnTo>
                  <a:pt x="10731" y="5603"/>
                </a:lnTo>
                <a:lnTo>
                  <a:pt x="11551" y="5190"/>
                </a:lnTo>
                <a:close/>
                <a:moveTo>
                  <a:pt x="13194" y="4369"/>
                </a:moveTo>
                <a:lnTo>
                  <a:pt x="13194" y="6593"/>
                </a:lnTo>
                <a:lnTo>
                  <a:pt x="12372" y="6593"/>
                </a:lnTo>
                <a:lnTo>
                  <a:pt x="12372" y="4782"/>
                </a:lnTo>
                <a:lnTo>
                  <a:pt x="13194" y="4369"/>
                </a:lnTo>
                <a:close/>
                <a:moveTo>
                  <a:pt x="7009" y="5772"/>
                </a:moveTo>
                <a:cubicBezTo>
                  <a:pt x="7309" y="5772"/>
                  <a:pt x="7553" y="6017"/>
                  <a:pt x="7553" y="6324"/>
                </a:cubicBezTo>
                <a:cubicBezTo>
                  <a:pt x="7553" y="6625"/>
                  <a:pt x="7309" y="6868"/>
                  <a:pt x="7009" y="6868"/>
                </a:cubicBezTo>
                <a:cubicBezTo>
                  <a:pt x="6708" y="6868"/>
                  <a:pt x="6456" y="6625"/>
                  <a:pt x="6456" y="6324"/>
                </a:cubicBezTo>
                <a:cubicBezTo>
                  <a:pt x="6456" y="6017"/>
                  <a:pt x="6708" y="5772"/>
                  <a:pt x="7009" y="5772"/>
                </a:cubicBezTo>
                <a:close/>
                <a:moveTo>
                  <a:pt x="3286" y="7414"/>
                </a:moveTo>
                <a:lnTo>
                  <a:pt x="3286" y="8404"/>
                </a:lnTo>
                <a:lnTo>
                  <a:pt x="2464" y="8818"/>
                </a:lnTo>
                <a:lnTo>
                  <a:pt x="2464" y="7414"/>
                </a:lnTo>
                <a:close/>
                <a:moveTo>
                  <a:pt x="11551" y="7414"/>
                </a:moveTo>
                <a:lnTo>
                  <a:pt x="11551" y="8818"/>
                </a:lnTo>
                <a:lnTo>
                  <a:pt x="10731" y="8404"/>
                </a:lnTo>
                <a:lnTo>
                  <a:pt x="10731" y="7414"/>
                </a:lnTo>
                <a:close/>
                <a:moveTo>
                  <a:pt x="1643" y="7414"/>
                </a:moveTo>
                <a:lnTo>
                  <a:pt x="1643" y="9225"/>
                </a:lnTo>
                <a:lnTo>
                  <a:pt x="822" y="9639"/>
                </a:lnTo>
                <a:lnTo>
                  <a:pt x="822" y="7414"/>
                </a:lnTo>
                <a:close/>
                <a:moveTo>
                  <a:pt x="13194" y="7414"/>
                </a:moveTo>
                <a:lnTo>
                  <a:pt x="13194" y="9639"/>
                </a:lnTo>
                <a:lnTo>
                  <a:pt x="12372" y="9225"/>
                </a:lnTo>
                <a:lnTo>
                  <a:pt x="12372" y="7414"/>
                </a:lnTo>
                <a:close/>
                <a:moveTo>
                  <a:pt x="7009" y="7690"/>
                </a:moveTo>
                <a:cubicBezTo>
                  <a:pt x="7685" y="7690"/>
                  <a:pt x="8236" y="8242"/>
                  <a:pt x="8236" y="8919"/>
                </a:cubicBezTo>
                <a:lnTo>
                  <a:pt x="8236" y="9908"/>
                </a:lnTo>
                <a:lnTo>
                  <a:pt x="5774" y="9908"/>
                </a:lnTo>
                <a:lnTo>
                  <a:pt x="5774" y="8919"/>
                </a:lnTo>
                <a:cubicBezTo>
                  <a:pt x="5774" y="8242"/>
                  <a:pt x="6324" y="7690"/>
                  <a:pt x="7009" y="7690"/>
                </a:cubicBezTo>
                <a:close/>
                <a:moveTo>
                  <a:pt x="9910" y="4105"/>
                </a:moveTo>
                <a:lnTo>
                  <a:pt x="9910" y="9908"/>
                </a:lnTo>
                <a:lnTo>
                  <a:pt x="9057" y="9908"/>
                </a:lnTo>
                <a:lnTo>
                  <a:pt x="9057" y="8919"/>
                </a:lnTo>
                <a:cubicBezTo>
                  <a:pt x="9057" y="8179"/>
                  <a:pt x="8669" y="7533"/>
                  <a:pt x="8079" y="7169"/>
                </a:cubicBezTo>
                <a:cubicBezTo>
                  <a:pt x="8280" y="6912"/>
                  <a:pt x="8392" y="6581"/>
                  <a:pt x="8374" y="6223"/>
                </a:cubicBezTo>
                <a:cubicBezTo>
                  <a:pt x="8325" y="5552"/>
                  <a:pt x="7785" y="5008"/>
                  <a:pt x="7108" y="4957"/>
                </a:cubicBezTo>
                <a:cubicBezTo>
                  <a:pt x="7072" y="4954"/>
                  <a:pt x="7036" y="4953"/>
                  <a:pt x="7001" y="4953"/>
                </a:cubicBezTo>
                <a:cubicBezTo>
                  <a:pt x="6247" y="4953"/>
                  <a:pt x="5635" y="5570"/>
                  <a:pt x="5635" y="6324"/>
                </a:cubicBezTo>
                <a:cubicBezTo>
                  <a:pt x="5635" y="6643"/>
                  <a:pt x="5748" y="6938"/>
                  <a:pt x="5936" y="7169"/>
                </a:cubicBezTo>
                <a:cubicBezTo>
                  <a:pt x="5346" y="7533"/>
                  <a:pt x="4952" y="8179"/>
                  <a:pt x="4952" y="8919"/>
                </a:cubicBezTo>
                <a:lnTo>
                  <a:pt x="4952" y="9908"/>
                </a:lnTo>
                <a:lnTo>
                  <a:pt x="4105" y="9908"/>
                </a:lnTo>
                <a:lnTo>
                  <a:pt x="4105" y="4105"/>
                </a:lnTo>
                <a:close/>
                <a:moveTo>
                  <a:pt x="3286" y="9326"/>
                </a:moveTo>
                <a:lnTo>
                  <a:pt x="3286" y="10146"/>
                </a:lnTo>
                <a:lnTo>
                  <a:pt x="2464" y="10967"/>
                </a:lnTo>
                <a:lnTo>
                  <a:pt x="2464" y="9732"/>
                </a:lnTo>
                <a:lnTo>
                  <a:pt x="3286" y="9326"/>
                </a:lnTo>
                <a:close/>
                <a:moveTo>
                  <a:pt x="10731" y="9326"/>
                </a:moveTo>
                <a:lnTo>
                  <a:pt x="11551" y="9732"/>
                </a:lnTo>
                <a:lnTo>
                  <a:pt x="11551" y="10967"/>
                </a:lnTo>
                <a:lnTo>
                  <a:pt x="10731" y="10146"/>
                </a:lnTo>
                <a:lnTo>
                  <a:pt x="10731" y="9326"/>
                </a:lnTo>
                <a:close/>
                <a:moveTo>
                  <a:pt x="4689" y="10730"/>
                </a:moveTo>
                <a:lnTo>
                  <a:pt x="4275" y="11551"/>
                </a:lnTo>
                <a:lnTo>
                  <a:pt x="3041" y="11551"/>
                </a:lnTo>
                <a:lnTo>
                  <a:pt x="3862" y="10730"/>
                </a:lnTo>
                <a:close/>
                <a:moveTo>
                  <a:pt x="6595" y="10730"/>
                </a:moveTo>
                <a:lnTo>
                  <a:pt x="6595" y="11551"/>
                </a:lnTo>
                <a:lnTo>
                  <a:pt x="5190" y="11551"/>
                </a:lnTo>
                <a:lnTo>
                  <a:pt x="5604" y="10730"/>
                </a:lnTo>
                <a:close/>
                <a:moveTo>
                  <a:pt x="8406" y="10730"/>
                </a:moveTo>
                <a:lnTo>
                  <a:pt x="8820" y="11551"/>
                </a:lnTo>
                <a:lnTo>
                  <a:pt x="7415" y="11551"/>
                </a:lnTo>
                <a:lnTo>
                  <a:pt x="7415" y="10730"/>
                </a:lnTo>
                <a:close/>
                <a:moveTo>
                  <a:pt x="10148" y="10730"/>
                </a:moveTo>
                <a:lnTo>
                  <a:pt x="10969" y="11551"/>
                </a:lnTo>
                <a:lnTo>
                  <a:pt x="9740" y="11551"/>
                </a:lnTo>
                <a:lnTo>
                  <a:pt x="9326" y="10730"/>
                </a:lnTo>
                <a:close/>
                <a:moveTo>
                  <a:pt x="1643" y="10146"/>
                </a:moveTo>
                <a:lnTo>
                  <a:pt x="1643" y="11789"/>
                </a:lnTo>
                <a:lnTo>
                  <a:pt x="822" y="12610"/>
                </a:lnTo>
                <a:lnTo>
                  <a:pt x="822" y="10554"/>
                </a:lnTo>
                <a:lnTo>
                  <a:pt x="1643" y="10146"/>
                </a:lnTo>
                <a:close/>
                <a:moveTo>
                  <a:pt x="12372" y="10146"/>
                </a:moveTo>
                <a:lnTo>
                  <a:pt x="13194" y="10554"/>
                </a:lnTo>
                <a:lnTo>
                  <a:pt x="13194" y="12610"/>
                </a:lnTo>
                <a:lnTo>
                  <a:pt x="12372" y="11789"/>
                </a:lnTo>
                <a:lnTo>
                  <a:pt x="12372" y="10146"/>
                </a:lnTo>
                <a:close/>
                <a:moveTo>
                  <a:pt x="3868" y="12372"/>
                </a:moveTo>
                <a:lnTo>
                  <a:pt x="3454" y="13192"/>
                </a:lnTo>
                <a:lnTo>
                  <a:pt x="1398" y="13192"/>
                </a:lnTo>
                <a:lnTo>
                  <a:pt x="2219" y="12372"/>
                </a:lnTo>
                <a:close/>
                <a:moveTo>
                  <a:pt x="6595" y="12372"/>
                </a:moveTo>
                <a:lnTo>
                  <a:pt x="6595" y="13192"/>
                </a:lnTo>
                <a:lnTo>
                  <a:pt x="4369" y="13192"/>
                </a:lnTo>
                <a:lnTo>
                  <a:pt x="4782" y="12372"/>
                </a:lnTo>
                <a:close/>
                <a:moveTo>
                  <a:pt x="9227" y="12372"/>
                </a:moveTo>
                <a:lnTo>
                  <a:pt x="9641" y="13192"/>
                </a:lnTo>
                <a:lnTo>
                  <a:pt x="7415" y="13192"/>
                </a:lnTo>
                <a:lnTo>
                  <a:pt x="7415" y="12372"/>
                </a:lnTo>
                <a:close/>
                <a:moveTo>
                  <a:pt x="11790" y="12372"/>
                </a:moveTo>
                <a:lnTo>
                  <a:pt x="12612" y="13192"/>
                </a:lnTo>
                <a:lnTo>
                  <a:pt x="10561" y="13192"/>
                </a:lnTo>
                <a:lnTo>
                  <a:pt x="10148" y="12372"/>
                </a:lnTo>
                <a:close/>
                <a:moveTo>
                  <a:pt x="408" y="1"/>
                </a:moveTo>
                <a:cubicBezTo>
                  <a:pt x="183" y="1"/>
                  <a:pt x="1" y="181"/>
                  <a:pt x="1" y="407"/>
                </a:cubicBezTo>
                <a:lnTo>
                  <a:pt x="1" y="13600"/>
                </a:lnTo>
                <a:cubicBezTo>
                  <a:pt x="1" y="13825"/>
                  <a:pt x="183" y="14013"/>
                  <a:pt x="408" y="14013"/>
                </a:cubicBezTo>
                <a:lnTo>
                  <a:pt x="13601" y="14013"/>
                </a:lnTo>
                <a:cubicBezTo>
                  <a:pt x="13827" y="14013"/>
                  <a:pt x="14015" y="13825"/>
                  <a:pt x="14015" y="13600"/>
                </a:cubicBezTo>
                <a:lnTo>
                  <a:pt x="14015" y="407"/>
                </a:lnTo>
                <a:cubicBezTo>
                  <a:pt x="14015" y="181"/>
                  <a:pt x="13827" y="1"/>
                  <a:pt x="136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1" name="Google Shape;201;p34"/>
          <p:cNvGrpSpPr/>
          <p:nvPr/>
        </p:nvGrpSpPr>
        <p:grpSpPr>
          <a:xfrm>
            <a:off x="5194163" y="1562437"/>
            <a:ext cx="462690" cy="462954"/>
            <a:chOff x="3172517" y="2909820"/>
            <a:chExt cx="377861" cy="378076"/>
          </a:xfrm>
        </p:grpSpPr>
        <p:sp>
          <p:nvSpPr>
            <p:cNvPr id="202" name="Google Shape;202;p34"/>
            <p:cNvSpPr/>
            <p:nvPr/>
          </p:nvSpPr>
          <p:spPr>
            <a:xfrm>
              <a:off x="3172517" y="2909820"/>
              <a:ext cx="377861" cy="378076"/>
            </a:xfrm>
            <a:custGeom>
              <a:avLst/>
              <a:gdLst/>
              <a:ahLst/>
              <a:cxnLst/>
              <a:rect l="l" t="t" r="r" b="b"/>
              <a:pathLst>
                <a:path w="14013" h="14021" extrusionOk="0">
                  <a:moveTo>
                    <a:pt x="12509" y="822"/>
                  </a:moveTo>
                  <a:cubicBezTo>
                    <a:pt x="12885" y="822"/>
                    <a:pt x="13193" y="1129"/>
                    <a:pt x="13193" y="1511"/>
                  </a:cubicBezTo>
                  <a:lnTo>
                    <a:pt x="13193" y="9308"/>
                  </a:lnTo>
                  <a:lnTo>
                    <a:pt x="821" y="9308"/>
                  </a:lnTo>
                  <a:lnTo>
                    <a:pt x="821" y="1511"/>
                  </a:lnTo>
                  <a:cubicBezTo>
                    <a:pt x="821" y="1129"/>
                    <a:pt x="1128" y="822"/>
                    <a:pt x="1504" y="822"/>
                  </a:cubicBezTo>
                  <a:close/>
                  <a:moveTo>
                    <a:pt x="13193" y="10129"/>
                  </a:moveTo>
                  <a:lnTo>
                    <a:pt x="13193" y="10543"/>
                  </a:lnTo>
                  <a:cubicBezTo>
                    <a:pt x="13193" y="10919"/>
                    <a:pt x="12885" y="11226"/>
                    <a:pt x="12509" y="11226"/>
                  </a:cubicBezTo>
                  <a:lnTo>
                    <a:pt x="1504" y="11226"/>
                  </a:lnTo>
                  <a:cubicBezTo>
                    <a:pt x="1128" y="11226"/>
                    <a:pt x="821" y="10919"/>
                    <a:pt x="821" y="10543"/>
                  </a:cubicBezTo>
                  <a:lnTo>
                    <a:pt x="821" y="10129"/>
                  </a:lnTo>
                  <a:close/>
                  <a:moveTo>
                    <a:pt x="8241" y="12047"/>
                  </a:moveTo>
                  <a:lnTo>
                    <a:pt x="8241" y="13199"/>
                  </a:lnTo>
                  <a:lnTo>
                    <a:pt x="5772" y="13199"/>
                  </a:lnTo>
                  <a:lnTo>
                    <a:pt x="5772" y="12047"/>
                  </a:lnTo>
                  <a:close/>
                  <a:moveTo>
                    <a:pt x="1504" y="0"/>
                  </a:moveTo>
                  <a:cubicBezTo>
                    <a:pt x="671" y="0"/>
                    <a:pt x="0" y="677"/>
                    <a:pt x="0" y="1511"/>
                  </a:cubicBezTo>
                  <a:lnTo>
                    <a:pt x="0" y="10543"/>
                  </a:lnTo>
                  <a:cubicBezTo>
                    <a:pt x="0" y="11376"/>
                    <a:pt x="671" y="12047"/>
                    <a:pt x="1504" y="12047"/>
                  </a:cubicBezTo>
                  <a:lnTo>
                    <a:pt x="4950" y="12047"/>
                  </a:lnTo>
                  <a:lnTo>
                    <a:pt x="4950" y="13199"/>
                  </a:lnTo>
                  <a:lnTo>
                    <a:pt x="4004" y="13199"/>
                  </a:lnTo>
                  <a:cubicBezTo>
                    <a:pt x="3798" y="13199"/>
                    <a:pt x="3610" y="13350"/>
                    <a:pt x="3585" y="13563"/>
                  </a:cubicBezTo>
                  <a:cubicBezTo>
                    <a:pt x="3559" y="13807"/>
                    <a:pt x="3755" y="14021"/>
                    <a:pt x="3998" y="14021"/>
                  </a:cubicBezTo>
                  <a:lnTo>
                    <a:pt x="10009" y="14021"/>
                  </a:lnTo>
                  <a:cubicBezTo>
                    <a:pt x="10215" y="14021"/>
                    <a:pt x="10403" y="13864"/>
                    <a:pt x="10428" y="13657"/>
                  </a:cubicBezTo>
                  <a:cubicBezTo>
                    <a:pt x="10454" y="13407"/>
                    <a:pt x="10260" y="13199"/>
                    <a:pt x="10015" y="13199"/>
                  </a:cubicBezTo>
                  <a:lnTo>
                    <a:pt x="9063" y="13199"/>
                  </a:lnTo>
                  <a:lnTo>
                    <a:pt x="9063" y="12047"/>
                  </a:lnTo>
                  <a:lnTo>
                    <a:pt x="12509" y="12047"/>
                  </a:lnTo>
                  <a:cubicBezTo>
                    <a:pt x="13344" y="12047"/>
                    <a:pt x="14013" y="11376"/>
                    <a:pt x="14013" y="10543"/>
                  </a:cubicBezTo>
                  <a:lnTo>
                    <a:pt x="14013" y="1511"/>
                  </a:lnTo>
                  <a:cubicBezTo>
                    <a:pt x="14013" y="677"/>
                    <a:pt x="13344" y="0"/>
                    <a:pt x="125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34"/>
            <p:cNvSpPr/>
            <p:nvPr/>
          </p:nvSpPr>
          <p:spPr>
            <a:xfrm>
              <a:off x="3283882" y="2954231"/>
              <a:ext cx="155157" cy="184441"/>
            </a:xfrm>
            <a:custGeom>
              <a:avLst/>
              <a:gdLst/>
              <a:ahLst/>
              <a:cxnLst/>
              <a:rect l="l" t="t" r="r" b="b"/>
              <a:pathLst>
                <a:path w="5754" h="6840" extrusionOk="0">
                  <a:moveTo>
                    <a:pt x="2880" y="822"/>
                  </a:moveTo>
                  <a:cubicBezTo>
                    <a:pt x="4010" y="822"/>
                    <a:pt x="4933" y="1740"/>
                    <a:pt x="4933" y="2872"/>
                  </a:cubicBezTo>
                  <a:lnTo>
                    <a:pt x="4933" y="4095"/>
                  </a:lnTo>
                  <a:cubicBezTo>
                    <a:pt x="4933" y="4390"/>
                    <a:pt x="4782" y="4671"/>
                    <a:pt x="4531" y="4835"/>
                  </a:cubicBezTo>
                  <a:cubicBezTo>
                    <a:pt x="4268" y="5009"/>
                    <a:pt x="4111" y="5310"/>
                    <a:pt x="4111" y="5631"/>
                  </a:cubicBezTo>
                  <a:lnTo>
                    <a:pt x="4111" y="6019"/>
                  </a:lnTo>
                  <a:lnTo>
                    <a:pt x="1642" y="6019"/>
                  </a:lnTo>
                  <a:lnTo>
                    <a:pt x="1642" y="5631"/>
                  </a:lnTo>
                  <a:cubicBezTo>
                    <a:pt x="1642" y="5310"/>
                    <a:pt x="1485" y="5009"/>
                    <a:pt x="1216" y="4835"/>
                  </a:cubicBezTo>
                  <a:cubicBezTo>
                    <a:pt x="971" y="4665"/>
                    <a:pt x="820" y="4390"/>
                    <a:pt x="820" y="4095"/>
                  </a:cubicBezTo>
                  <a:lnTo>
                    <a:pt x="820" y="2897"/>
                  </a:lnTo>
                  <a:cubicBezTo>
                    <a:pt x="820" y="1789"/>
                    <a:pt x="1693" y="861"/>
                    <a:pt x="2801" y="823"/>
                  </a:cubicBezTo>
                  <a:cubicBezTo>
                    <a:pt x="2828" y="822"/>
                    <a:pt x="2854" y="822"/>
                    <a:pt x="2880" y="822"/>
                  </a:cubicBezTo>
                  <a:close/>
                  <a:moveTo>
                    <a:pt x="2869" y="1"/>
                  </a:moveTo>
                  <a:cubicBezTo>
                    <a:pt x="1286" y="1"/>
                    <a:pt x="1" y="1292"/>
                    <a:pt x="1" y="2872"/>
                  </a:cubicBezTo>
                  <a:lnTo>
                    <a:pt x="1" y="4095"/>
                  </a:lnTo>
                  <a:cubicBezTo>
                    <a:pt x="1" y="4665"/>
                    <a:pt x="288" y="5197"/>
                    <a:pt x="765" y="5518"/>
                  </a:cubicBezTo>
                  <a:cubicBezTo>
                    <a:pt x="802" y="5542"/>
                    <a:pt x="820" y="5587"/>
                    <a:pt x="820" y="5631"/>
                  </a:cubicBezTo>
                  <a:lnTo>
                    <a:pt x="820" y="6432"/>
                  </a:lnTo>
                  <a:cubicBezTo>
                    <a:pt x="820" y="6658"/>
                    <a:pt x="1008" y="6840"/>
                    <a:pt x="1234" y="6840"/>
                  </a:cubicBezTo>
                  <a:lnTo>
                    <a:pt x="4519" y="6840"/>
                  </a:lnTo>
                  <a:cubicBezTo>
                    <a:pt x="4745" y="6840"/>
                    <a:pt x="4933" y="6658"/>
                    <a:pt x="4933" y="6432"/>
                  </a:cubicBezTo>
                  <a:lnTo>
                    <a:pt x="4933" y="5631"/>
                  </a:lnTo>
                  <a:cubicBezTo>
                    <a:pt x="4933" y="5587"/>
                    <a:pt x="4951" y="5542"/>
                    <a:pt x="4988" y="5518"/>
                  </a:cubicBezTo>
                  <a:cubicBezTo>
                    <a:pt x="5465" y="5197"/>
                    <a:pt x="5754" y="4665"/>
                    <a:pt x="5754" y="4095"/>
                  </a:cubicBezTo>
                  <a:lnTo>
                    <a:pt x="5754" y="2904"/>
                  </a:lnTo>
                  <a:cubicBezTo>
                    <a:pt x="5754" y="1344"/>
                    <a:pt x="4519" y="46"/>
                    <a:pt x="2958" y="2"/>
                  </a:cubicBezTo>
                  <a:cubicBezTo>
                    <a:pt x="2928" y="1"/>
                    <a:pt x="2898" y="1"/>
                    <a:pt x="28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34"/>
            <p:cNvSpPr/>
            <p:nvPr/>
          </p:nvSpPr>
          <p:spPr>
            <a:xfrm>
              <a:off x="3328132" y="3016978"/>
              <a:ext cx="22327" cy="22165"/>
            </a:xfrm>
            <a:custGeom>
              <a:avLst/>
              <a:gdLst/>
              <a:ahLst/>
              <a:cxnLst/>
              <a:rect l="l" t="t" r="r" b="b"/>
              <a:pathLst>
                <a:path w="828" h="822" extrusionOk="0">
                  <a:moveTo>
                    <a:pt x="414" y="0"/>
                  </a:moveTo>
                  <a:cubicBezTo>
                    <a:pt x="189" y="0"/>
                    <a:pt x="1" y="182"/>
                    <a:pt x="1" y="408"/>
                  </a:cubicBezTo>
                  <a:cubicBezTo>
                    <a:pt x="1" y="634"/>
                    <a:pt x="189" y="822"/>
                    <a:pt x="414" y="822"/>
                  </a:cubicBezTo>
                  <a:cubicBezTo>
                    <a:pt x="640" y="822"/>
                    <a:pt x="828" y="634"/>
                    <a:pt x="828" y="408"/>
                  </a:cubicBezTo>
                  <a:cubicBezTo>
                    <a:pt x="828" y="182"/>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34"/>
            <p:cNvSpPr/>
            <p:nvPr/>
          </p:nvSpPr>
          <p:spPr>
            <a:xfrm>
              <a:off x="3372597" y="3016978"/>
              <a:ext cx="22165" cy="22165"/>
            </a:xfrm>
            <a:custGeom>
              <a:avLst/>
              <a:gdLst/>
              <a:ahLst/>
              <a:cxnLst/>
              <a:rect l="l" t="t" r="r" b="b"/>
              <a:pathLst>
                <a:path w="822" h="822" extrusionOk="0">
                  <a:moveTo>
                    <a:pt x="408" y="0"/>
                  </a:moveTo>
                  <a:cubicBezTo>
                    <a:pt x="182" y="0"/>
                    <a:pt x="0" y="182"/>
                    <a:pt x="0" y="408"/>
                  </a:cubicBezTo>
                  <a:cubicBezTo>
                    <a:pt x="0" y="634"/>
                    <a:pt x="182" y="822"/>
                    <a:pt x="408" y="822"/>
                  </a:cubicBezTo>
                  <a:cubicBezTo>
                    <a:pt x="633" y="822"/>
                    <a:pt x="821" y="634"/>
                    <a:pt x="821" y="408"/>
                  </a:cubicBezTo>
                  <a:cubicBezTo>
                    <a:pt x="821" y="182"/>
                    <a:pt x="633"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34"/>
            <p:cNvSpPr/>
            <p:nvPr/>
          </p:nvSpPr>
          <p:spPr>
            <a:xfrm>
              <a:off x="3334576" y="3050145"/>
              <a:ext cx="53768" cy="36915"/>
            </a:xfrm>
            <a:custGeom>
              <a:avLst/>
              <a:gdLst/>
              <a:ahLst/>
              <a:cxnLst/>
              <a:rect l="l" t="t" r="r" b="b"/>
              <a:pathLst>
                <a:path w="1994" h="1369" extrusionOk="0">
                  <a:moveTo>
                    <a:pt x="997" y="1"/>
                  </a:moveTo>
                  <a:cubicBezTo>
                    <a:pt x="892" y="1"/>
                    <a:pt x="787" y="40"/>
                    <a:pt x="708" y="118"/>
                  </a:cubicBezTo>
                  <a:lnTo>
                    <a:pt x="157" y="669"/>
                  </a:lnTo>
                  <a:cubicBezTo>
                    <a:pt x="1" y="827"/>
                    <a:pt x="1" y="1090"/>
                    <a:pt x="157" y="1246"/>
                  </a:cubicBezTo>
                  <a:cubicBezTo>
                    <a:pt x="238" y="1327"/>
                    <a:pt x="343" y="1368"/>
                    <a:pt x="448" y="1368"/>
                  </a:cubicBezTo>
                  <a:cubicBezTo>
                    <a:pt x="553" y="1368"/>
                    <a:pt x="658" y="1327"/>
                    <a:pt x="739" y="1246"/>
                  </a:cubicBezTo>
                  <a:lnTo>
                    <a:pt x="996" y="989"/>
                  </a:lnTo>
                  <a:lnTo>
                    <a:pt x="1254" y="1246"/>
                  </a:lnTo>
                  <a:cubicBezTo>
                    <a:pt x="1335" y="1327"/>
                    <a:pt x="1440" y="1368"/>
                    <a:pt x="1545" y="1368"/>
                  </a:cubicBezTo>
                  <a:cubicBezTo>
                    <a:pt x="1650" y="1368"/>
                    <a:pt x="1755" y="1327"/>
                    <a:pt x="1836" y="1246"/>
                  </a:cubicBezTo>
                  <a:cubicBezTo>
                    <a:pt x="1994" y="1090"/>
                    <a:pt x="1994" y="827"/>
                    <a:pt x="1836" y="669"/>
                  </a:cubicBezTo>
                  <a:lnTo>
                    <a:pt x="1285" y="118"/>
                  </a:lnTo>
                  <a:cubicBezTo>
                    <a:pt x="1207" y="40"/>
                    <a:pt x="1102" y="1"/>
                    <a:pt x="9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 name="Google Shape;207;p34"/>
          <p:cNvGrpSpPr/>
          <p:nvPr/>
        </p:nvGrpSpPr>
        <p:grpSpPr>
          <a:xfrm>
            <a:off x="3506352" y="1562608"/>
            <a:ext cx="464011" cy="462624"/>
            <a:chOff x="3171977" y="3525673"/>
            <a:chExt cx="378939" cy="377807"/>
          </a:xfrm>
        </p:grpSpPr>
        <p:sp>
          <p:nvSpPr>
            <p:cNvPr id="208" name="Google Shape;208;p34"/>
            <p:cNvSpPr/>
            <p:nvPr/>
          </p:nvSpPr>
          <p:spPr>
            <a:xfrm>
              <a:off x="3413826" y="3767657"/>
              <a:ext cx="22192" cy="22165"/>
            </a:xfrm>
            <a:custGeom>
              <a:avLst/>
              <a:gdLst/>
              <a:ahLst/>
              <a:cxnLst/>
              <a:rect l="l" t="t" r="r" b="b"/>
              <a:pathLst>
                <a:path w="823" h="822" extrusionOk="0">
                  <a:moveTo>
                    <a:pt x="415" y="0"/>
                  </a:moveTo>
                  <a:cubicBezTo>
                    <a:pt x="183" y="0"/>
                    <a:pt x="1" y="188"/>
                    <a:pt x="1" y="414"/>
                  </a:cubicBezTo>
                  <a:cubicBezTo>
                    <a:pt x="1" y="640"/>
                    <a:pt x="183" y="822"/>
                    <a:pt x="415" y="822"/>
                  </a:cubicBezTo>
                  <a:cubicBezTo>
                    <a:pt x="640" y="822"/>
                    <a:pt x="822" y="640"/>
                    <a:pt x="822" y="414"/>
                  </a:cubicBezTo>
                  <a:cubicBezTo>
                    <a:pt x="822" y="188"/>
                    <a:pt x="640" y="0"/>
                    <a:pt x="4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34"/>
            <p:cNvSpPr/>
            <p:nvPr/>
          </p:nvSpPr>
          <p:spPr>
            <a:xfrm>
              <a:off x="3458076" y="3767657"/>
              <a:ext cx="22192" cy="22165"/>
            </a:xfrm>
            <a:custGeom>
              <a:avLst/>
              <a:gdLst/>
              <a:ahLst/>
              <a:cxnLst/>
              <a:rect l="l" t="t" r="r" b="b"/>
              <a:pathLst>
                <a:path w="823" h="822" extrusionOk="0">
                  <a:moveTo>
                    <a:pt x="415" y="0"/>
                  </a:moveTo>
                  <a:cubicBezTo>
                    <a:pt x="189" y="0"/>
                    <a:pt x="1" y="188"/>
                    <a:pt x="1" y="414"/>
                  </a:cubicBezTo>
                  <a:cubicBezTo>
                    <a:pt x="1" y="640"/>
                    <a:pt x="189" y="822"/>
                    <a:pt x="415" y="822"/>
                  </a:cubicBezTo>
                  <a:cubicBezTo>
                    <a:pt x="640" y="822"/>
                    <a:pt x="822" y="640"/>
                    <a:pt x="822" y="414"/>
                  </a:cubicBezTo>
                  <a:cubicBezTo>
                    <a:pt x="822" y="188"/>
                    <a:pt x="640" y="0"/>
                    <a:pt x="4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34"/>
            <p:cNvSpPr/>
            <p:nvPr/>
          </p:nvSpPr>
          <p:spPr>
            <a:xfrm>
              <a:off x="3241951" y="3745627"/>
              <a:ext cx="67790" cy="66415"/>
            </a:xfrm>
            <a:custGeom>
              <a:avLst/>
              <a:gdLst/>
              <a:ahLst/>
              <a:cxnLst/>
              <a:rect l="l" t="t" r="r" b="b"/>
              <a:pathLst>
                <a:path w="2514" h="2463" extrusionOk="0">
                  <a:moveTo>
                    <a:pt x="1251" y="0"/>
                  </a:moveTo>
                  <a:cubicBezTo>
                    <a:pt x="1025" y="0"/>
                    <a:pt x="847" y="184"/>
                    <a:pt x="847" y="410"/>
                  </a:cubicBezTo>
                  <a:lnTo>
                    <a:pt x="847" y="817"/>
                  </a:lnTo>
                  <a:lnTo>
                    <a:pt x="445" y="817"/>
                  </a:lnTo>
                  <a:cubicBezTo>
                    <a:pt x="232" y="817"/>
                    <a:pt x="51" y="974"/>
                    <a:pt x="26" y="1181"/>
                  </a:cubicBezTo>
                  <a:cubicBezTo>
                    <a:pt x="0" y="1432"/>
                    <a:pt x="194" y="1639"/>
                    <a:pt x="433" y="1639"/>
                  </a:cubicBezTo>
                  <a:lnTo>
                    <a:pt x="847" y="1639"/>
                  </a:lnTo>
                  <a:lnTo>
                    <a:pt x="847" y="2040"/>
                  </a:lnTo>
                  <a:cubicBezTo>
                    <a:pt x="847" y="2252"/>
                    <a:pt x="997" y="2434"/>
                    <a:pt x="1210" y="2460"/>
                  </a:cubicBezTo>
                  <a:cubicBezTo>
                    <a:pt x="1224" y="2461"/>
                    <a:pt x="1239" y="2462"/>
                    <a:pt x="1253" y="2462"/>
                  </a:cubicBezTo>
                  <a:cubicBezTo>
                    <a:pt x="1479" y="2462"/>
                    <a:pt x="1668" y="2276"/>
                    <a:pt x="1668" y="2052"/>
                  </a:cubicBezTo>
                  <a:lnTo>
                    <a:pt x="1668" y="1639"/>
                  </a:lnTo>
                  <a:lnTo>
                    <a:pt x="2074" y="1639"/>
                  </a:lnTo>
                  <a:cubicBezTo>
                    <a:pt x="2320" y="1639"/>
                    <a:pt x="2514" y="1432"/>
                    <a:pt x="2482" y="1181"/>
                  </a:cubicBezTo>
                  <a:cubicBezTo>
                    <a:pt x="2464" y="974"/>
                    <a:pt x="2276" y="817"/>
                    <a:pt x="2068" y="817"/>
                  </a:cubicBezTo>
                  <a:lnTo>
                    <a:pt x="1668" y="817"/>
                  </a:lnTo>
                  <a:lnTo>
                    <a:pt x="1668" y="417"/>
                  </a:lnTo>
                  <a:cubicBezTo>
                    <a:pt x="1668" y="210"/>
                    <a:pt x="1510" y="22"/>
                    <a:pt x="1304" y="4"/>
                  </a:cubicBezTo>
                  <a:cubicBezTo>
                    <a:pt x="1286" y="1"/>
                    <a:pt x="1268" y="0"/>
                    <a:pt x="12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4"/>
            <p:cNvSpPr/>
            <p:nvPr/>
          </p:nvSpPr>
          <p:spPr>
            <a:xfrm>
              <a:off x="3171977" y="3525673"/>
              <a:ext cx="378939" cy="377807"/>
            </a:xfrm>
            <a:custGeom>
              <a:avLst/>
              <a:gdLst/>
              <a:ahLst/>
              <a:cxnLst/>
              <a:rect l="l" t="t" r="r" b="b"/>
              <a:pathLst>
                <a:path w="14053" h="14011" extrusionOk="0">
                  <a:moveTo>
                    <a:pt x="7026" y="3284"/>
                  </a:moveTo>
                  <a:cubicBezTo>
                    <a:pt x="7327" y="3284"/>
                    <a:pt x="7573" y="3528"/>
                    <a:pt x="7573" y="3829"/>
                  </a:cubicBezTo>
                  <a:cubicBezTo>
                    <a:pt x="7573" y="4129"/>
                    <a:pt x="7327" y="4375"/>
                    <a:pt x="7026" y="4375"/>
                  </a:cubicBezTo>
                  <a:cubicBezTo>
                    <a:pt x="6726" y="4375"/>
                    <a:pt x="6482" y="4129"/>
                    <a:pt x="6482" y="3829"/>
                  </a:cubicBezTo>
                  <a:cubicBezTo>
                    <a:pt x="6482" y="3528"/>
                    <a:pt x="6726" y="3284"/>
                    <a:pt x="7026" y="3284"/>
                  </a:cubicBezTo>
                  <a:close/>
                  <a:moveTo>
                    <a:pt x="7460" y="820"/>
                  </a:moveTo>
                  <a:lnTo>
                    <a:pt x="7753" y="1404"/>
                  </a:lnTo>
                  <a:cubicBezTo>
                    <a:pt x="7804" y="1517"/>
                    <a:pt x="7903" y="1592"/>
                    <a:pt x="8024" y="1624"/>
                  </a:cubicBezTo>
                  <a:cubicBezTo>
                    <a:pt x="8487" y="1730"/>
                    <a:pt x="8926" y="1911"/>
                    <a:pt x="9332" y="2162"/>
                  </a:cubicBezTo>
                  <a:cubicBezTo>
                    <a:pt x="9396" y="2206"/>
                    <a:pt x="9472" y="2227"/>
                    <a:pt x="9548" y="2227"/>
                  </a:cubicBezTo>
                  <a:cubicBezTo>
                    <a:pt x="9593" y="2227"/>
                    <a:pt x="9637" y="2219"/>
                    <a:pt x="9678" y="2206"/>
                  </a:cubicBezTo>
                  <a:lnTo>
                    <a:pt x="10304" y="2000"/>
                  </a:lnTo>
                  <a:lnTo>
                    <a:pt x="10912" y="2607"/>
                  </a:lnTo>
                  <a:lnTo>
                    <a:pt x="10706" y="3227"/>
                  </a:lnTo>
                  <a:cubicBezTo>
                    <a:pt x="10668" y="3347"/>
                    <a:pt x="10680" y="3472"/>
                    <a:pt x="10743" y="3573"/>
                  </a:cubicBezTo>
                  <a:cubicBezTo>
                    <a:pt x="10994" y="3979"/>
                    <a:pt x="11182" y="4424"/>
                    <a:pt x="11288" y="4889"/>
                  </a:cubicBezTo>
                  <a:cubicBezTo>
                    <a:pt x="11313" y="5008"/>
                    <a:pt x="11395" y="5101"/>
                    <a:pt x="11501" y="5158"/>
                  </a:cubicBezTo>
                  <a:lnTo>
                    <a:pt x="12091" y="5453"/>
                  </a:lnTo>
                  <a:lnTo>
                    <a:pt x="12091" y="6310"/>
                  </a:lnTo>
                  <a:lnTo>
                    <a:pt x="11859" y="6431"/>
                  </a:lnTo>
                  <a:cubicBezTo>
                    <a:pt x="11521" y="6116"/>
                    <a:pt x="11076" y="5934"/>
                    <a:pt x="10593" y="5934"/>
                  </a:cubicBezTo>
                  <a:cubicBezTo>
                    <a:pt x="9985" y="5934"/>
                    <a:pt x="9427" y="6223"/>
                    <a:pt x="9083" y="6712"/>
                  </a:cubicBezTo>
                  <a:lnTo>
                    <a:pt x="9083" y="6431"/>
                  </a:lnTo>
                  <a:cubicBezTo>
                    <a:pt x="9083" y="5691"/>
                    <a:pt x="8687" y="5039"/>
                    <a:pt x="8099" y="4681"/>
                  </a:cubicBezTo>
                  <a:cubicBezTo>
                    <a:pt x="8305" y="4424"/>
                    <a:pt x="8418" y="4092"/>
                    <a:pt x="8392" y="3735"/>
                  </a:cubicBezTo>
                  <a:cubicBezTo>
                    <a:pt x="8343" y="3058"/>
                    <a:pt x="7804" y="2512"/>
                    <a:pt x="7133" y="2463"/>
                  </a:cubicBezTo>
                  <a:cubicBezTo>
                    <a:pt x="7100" y="2461"/>
                    <a:pt x="7068" y="2459"/>
                    <a:pt x="7035" y="2459"/>
                  </a:cubicBezTo>
                  <a:cubicBezTo>
                    <a:pt x="6278" y="2459"/>
                    <a:pt x="5661" y="3071"/>
                    <a:pt x="5661" y="3829"/>
                  </a:cubicBezTo>
                  <a:cubicBezTo>
                    <a:pt x="5661" y="4149"/>
                    <a:pt x="5768" y="4444"/>
                    <a:pt x="5956" y="4681"/>
                  </a:cubicBezTo>
                  <a:cubicBezTo>
                    <a:pt x="5366" y="5039"/>
                    <a:pt x="4970" y="5691"/>
                    <a:pt x="4970" y="6431"/>
                  </a:cubicBezTo>
                  <a:lnTo>
                    <a:pt x="4970" y="6712"/>
                  </a:lnTo>
                  <a:cubicBezTo>
                    <a:pt x="4626" y="6223"/>
                    <a:pt x="4068" y="5934"/>
                    <a:pt x="3460" y="5934"/>
                  </a:cubicBezTo>
                  <a:cubicBezTo>
                    <a:pt x="2977" y="5934"/>
                    <a:pt x="2534" y="6116"/>
                    <a:pt x="2195" y="6431"/>
                  </a:cubicBezTo>
                  <a:lnTo>
                    <a:pt x="1962" y="6310"/>
                  </a:lnTo>
                  <a:lnTo>
                    <a:pt x="1962" y="5453"/>
                  </a:lnTo>
                  <a:lnTo>
                    <a:pt x="2552" y="5158"/>
                  </a:lnTo>
                  <a:cubicBezTo>
                    <a:pt x="2658" y="5101"/>
                    <a:pt x="2740" y="5002"/>
                    <a:pt x="2765" y="4881"/>
                  </a:cubicBezTo>
                  <a:cubicBezTo>
                    <a:pt x="2872" y="4424"/>
                    <a:pt x="3060" y="3979"/>
                    <a:pt x="3310" y="3573"/>
                  </a:cubicBezTo>
                  <a:cubicBezTo>
                    <a:pt x="3373" y="3472"/>
                    <a:pt x="3385" y="3347"/>
                    <a:pt x="3347" y="3227"/>
                  </a:cubicBezTo>
                  <a:lnTo>
                    <a:pt x="3141" y="2607"/>
                  </a:lnTo>
                  <a:lnTo>
                    <a:pt x="3749" y="2000"/>
                  </a:lnTo>
                  <a:lnTo>
                    <a:pt x="4376" y="2206"/>
                  </a:lnTo>
                  <a:cubicBezTo>
                    <a:pt x="4418" y="2219"/>
                    <a:pt x="4462" y="2227"/>
                    <a:pt x="4506" y="2227"/>
                  </a:cubicBezTo>
                  <a:cubicBezTo>
                    <a:pt x="4581" y="2227"/>
                    <a:pt x="4657" y="2206"/>
                    <a:pt x="4721" y="2162"/>
                  </a:cubicBezTo>
                  <a:cubicBezTo>
                    <a:pt x="5128" y="1911"/>
                    <a:pt x="5566" y="1730"/>
                    <a:pt x="6031" y="1624"/>
                  </a:cubicBezTo>
                  <a:cubicBezTo>
                    <a:pt x="6150" y="1592"/>
                    <a:pt x="6249" y="1517"/>
                    <a:pt x="6300" y="1404"/>
                  </a:cubicBezTo>
                  <a:lnTo>
                    <a:pt x="6595" y="820"/>
                  </a:lnTo>
                  <a:close/>
                  <a:moveTo>
                    <a:pt x="7029" y="5200"/>
                  </a:moveTo>
                  <a:cubicBezTo>
                    <a:pt x="7051" y="5200"/>
                    <a:pt x="7073" y="5201"/>
                    <a:pt x="7096" y="5202"/>
                  </a:cubicBezTo>
                  <a:cubicBezTo>
                    <a:pt x="7735" y="5233"/>
                    <a:pt x="8261" y="5810"/>
                    <a:pt x="8261" y="6449"/>
                  </a:cubicBezTo>
                  <a:lnTo>
                    <a:pt x="8261" y="6894"/>
                  </a:lnTo>
                  <a:lnTo>
                    <a:pt x="5792" y="6894"/>
                  </a:lnTo>
                  <a:lnTo>
                    <a:pt x="5792" y="6431"/>
                  </a:lnTo>
                  <a:cubicBezTo>
                    <a:pt x="5792" y="5751"/>
                    <a:pt x="6350" y="5200"/>
                    <a:pt x="7029" y="5200"/>
                  </a:cubicBezTo>
                  <a:close/>
                  <a:moveTo>
                    <a:pt x="5360" y="11688"/>
                  </a:moveTo>
                  <a:cubicBezTo>
                    <a:pt x="5586" y="11688"/>
                    <a:pt x="5768" y="11870"/>
                    <a:pt x="5768" y="12095"/>
                  </a:cubicBezTo>
                  <a:cubicBezTo>
                    <a:pt x="5768" y="12321"/>
                    <a:pt x="5586" y="12509"/>
                    <a:pt x="5360" y="12509"/>
                  </a:cubicBezTo>
                  <a:cubicBezTo>
                    <a:pt x="5128" y="12509"/>
                    <a:pt x="4946" y="12321"/>
                    <a:pt x="4946" y="12095"/>
                  </a:cubicBezTo>
                  <a:cubicBezTo>
                    <a:pt x="4946" y="11870"/>
                    <a:pt x="5128" y="11688"/>
                    <a:pt x="5360" y="11688"/>
                  </a:cubicBezTo>
                  <a:close/>
                  <a:moveTo>
                    <a:pt x="8693" y="11688"/>
                  </a:moveTo>
                  <a:cubicBezTo>
                    <a:pt x="8926" y="11688"/>
                    <a:pt x="9107" y="11870"/>
                    <a:pt x="9107" y="12095"/>
                  </a:cubicBezTo>
                  <a:cubicBezTo>
                    <a:pt x="9107" y="12321"/>
                    <a:pt x="8926" y="12509"/>
                    <a:pt x="8693" y="12509"/>
                  </a:cubicBezTo>
                  <a:cubicBezTo>
                    <a:pt x="8467" y="12509"/>
                    <a:pt x="8287" y="12321"/>
                    <a:pt x="8287" y="12095"/>
                  </a:cubicBezTo>
                  <a:cubicBezTo>
                    <a:pt x="8287" y="11870"/>
                    <a:pt x="8467" y="11688"/>
                    <a:pt x="8693" y="11688"/>
                  </a:cubicBezTo>
                  <a:close/>
                  <a:moveTo>
                    <a:pt x="10593" y="6756"/>
                  </a:moveTo>
                  <a:cubicBezTo>
                    <a:pt x="11019" y="6756"/>
                    <a:pt x="11395" y="7013"/>
                    <a:pt x="11559" y="7408"/>
                  </a:cubicBezTo>
                  <a:lnTo>
                    <a:pt x="12968" y="10892"/>
                  </a:lnTo>
                  <a:cubicBezTo>
                    <a:pt x="13130" y="11288"/>
                    <a:pt x="13213" y="11707"/>
                    <a:pt x="13213" y="12139"/>
                  </a:cubicBezTo>
                  <a:cubicBezTo>
                    <a:pt x="13213" y="12723"/>
                    <a:pt x="12742" y="13192"/>
                    <a:pt x="12160" y="13192"/>
                  </a:cubicBezTo>
                  <a:cubicBezTo>
                    <a:pt x="11947" y="13192"/>
                    <a:pt x="11739" y="13130"/>
                    <a:pt x="11565" y="13004"/>
                  </a:cubicBezTo>
                  <a:lnTo>
                    <a:pt x="9904" y="11864"/>
                  </a:lnTo>
                  <a:cubicBezTo>
                    <a:pt x="9797" y="11294"/>
                    <a:pt x="9295" y="10868"/>
                    <a:pt x="8693" y="10868"/>
                  </a:cubicBezTo>
                  <a:cubicBezTo>
                    <a:pt x="8161" y="10868"/>
                    <a:pt x="7703" y="11206"/>
                    <a:pt x="7535" y="11688"/>
                  </a:cubicBezTo>
                  <a:lnTo>
                    <a:pt x="6520" y="11688"/>
                  </a:lnTo>
                  <a:cubicBezTo>
                    <a:pt x="6350" y="11206"/>
                    <a:pt x="5892" y="10868"/>
                    <a:pt x="5360" y="10868"/>
                  </a:cubicBezTo>
                  <a:cubicBezTo>
                    <a:pt x="4758" y="10868"/>
                    <a:pt x="4256" y="11294"/>
                    <a:pt x="4151" y="11864"/>
                  </a:cubicBezTo>
                  <a:lnTo>
                    <a:pt x="2488" y="13004"/>
                  </a:lnTo>
                  <a:cubicBezTo>
                    <a:pt x="2314" y="13130"/>
                    <a:pt x="2106" y="13192"/>
                    <a:pt x="1894" y="13192"/>
                  </a:cubicBezTo>
                  <a:cubicBezTo>
                    <a:pt x="1311" y="13192"/>
                    <a:pt x="841" y="12723"/>
                    <a:pt x="841" y="12139"/>
                  </a:cubicBezTo>
                  <a:cubicBezTo>
                    <a:pt x="841" y="11707"/>
                    <a:pt x="923" y="11288"/>
                    <a:pt x="1085" y="10892"/>
                  </a:cubicBezTo>
                  <a:lnTo>
                    <a:pt x="2496" y="7408"/>
                  </a:lnTo>
                  <a:cubicBezTo>
                    <a:pt x="2658" y="7013"/>
                    <a:pt x="3034" y="6756"/>
                    <a:pt x="3460" y="6756"/>
                  </a:cubicBezTo>
                  <a:cubicBezTo>
                    <a:pt x="3818" y="6756"/>
                    <a:pt x="4151" y="6938"/>
                    <a:pt x="4345" y="7245"/>
                  </a:cubicBezTo>
                  <a:cubicBezTo>
                    <a:pt x="4527" y="7539"/>
                    <a:pt x="4845" y="7715"/>
                    <a:pt x="5196" y="7715"/>
                  </a:cubicBezTo>
                  <a:lnTo>
                    <a:pt x="8857" y="7715"/>
                  </a:lnTo>
                  <a:cubicBezTo>
                    <a:pt x="9208" y="7715"/>
                    <a:pt x="9528" y="7539"/>
                    <a:pt x="9716" y="7245"/>
                  </a:cubicBezTo>
                  <a:cubicBezTo>
                    <a:pt x="9904" y="6938"/>
                    <a:pt x="10235" y="6756"/>
                    <a:pt x="10593" y="6756"/>
                  </a:cubicBezTo>
                  <a:close/>
                  <a:moveTo>
                    <a:pt x="6344" y="1"/>
                  </a:moveTo>
                  <a:cubicBezTo>
                    <a:pt x="6187" y="1"/>
                    <a:pt x="6043" y="88"/>
                    <a:pt x="5974" y="226"/>
                  </a:cubicBezTo>
                  <a:lnTo>
                    <a:pt x="5655" y="871"/>
                  </a:lnTo>
                  <a:cubicBezTo>
                    <a:pt x="5234" y="984"/>
                    <a:pt x="4833" y="1153"/>
                    <a:pt x="4457" y="1366"/>
                  </a:cubicBezTo>
                  <a:lnTo>
                    <a:pt x="3767" y="1141"/>
                  </a:lnTo>
                  <a:cubicBezTo>
                    <a:pt x="3725" y="1126"/>
                    <a:pt x="3681" y="1119"/>
                    <a:pt x="3637" y="1119"/>
                  </a:cubicBezTo>
                  <a:cubicBezTo>
                    <a:pt x="3532" y="1119"/>
                    <a:pt x="3427" y="1160"/>
                    <a:pt x="3347" y="1234"/>
                  </a:cubicBezTo>
                  <a:lnTo>
                    <a:pt x="2383" y="2206"/>
                  </a:lnTo>
                  <a:cubicBezTo>
                    <a:pt x="2270" y="2312"/>
                    <a:pt x="2233" y="2475"/>
                    <a:pt x="2282" y="2625"/>
                  </a:cubicBezTo>
                  <a:lnTo>
                    <a:pt x="2508" y="3310"/>
                  </a:lnTo>
                  <a:cubicBezTo>
                    <a:pt x="2294" y="3692"/>
                    <a:pt x="2126" y="4092"/>
                    <a:pt x="2013" y="4505"/>
                  </a:cubicBezTo>
                  <a:lnTo>
                    <a:pt x="1368" y="4832"/>
                  </a:lnTo>
                  <a:cubicBezTo>
                    <a:pt x="1229" y="4901"/>
                    <a:pt x="1142" y="5045"/>
                    <a:pt x="1142" y="5196"/>
                  </a:cubicBezTo>
                  <a:lnTo>
                    <a:pt x="1142" y="6568"/>
                  </a:lnTo>
                  <a:cubicBezTo>
                    <a:pt x="1142" y="6724"/>
                    <a:pt x="1229" y="6862"/>
                    <a:pt x="1368" y="6932"/>
                  </a:cubicBezTo>
                  <a:lnTo>
                    <a:pt x="1730" y="7114"/>
                  </a:lnTo>
                  <a:lnTo>
                    <a:pt x="321" y="10585"/>
                  </a:lnTo>
                  <a:cubicBezTo>
                    <a:pt x="133" y="11056"/>
                    <a:pt x="26" y="11557"/>
                    <a:pt x="20" y="12064"/>
                  </a:cubicBezTo>
                  <a:cubicBezTo>
                    <a:pt x="1" y="13087"/>
                    <a:pt x="778" y="13958"/>
                    <a:pt x="1794" y="14007"/>
                  </a:cubicBezTo>
                  <a:cubicBezTo>
                    <a:pt x="1832" y="14010"/>
                    <a:pt x="1871" y="14011"/>
                    <a:pt x="1910" y="14011"/>
                  </a:cubicBezTo>
                  <a:cubicBezTo>
                    <a:pt x="2287" y="14011"/>
                    <a:pt x="2646" y="13898"/>
                    <a:pt x="2953" y="13681"/>
                  </a:cubicBezTo>
                  <a:lnTo>
                    <a:pt x="4313" y="12748"/>
                  </a:lnTo>
                  <a:cubicBezTo>
                    <a:pt x="4533" y="13099"/>
                    <a:pt x="4915" y="13330"/>
                    <a:pt x="5360" y="13330"/>
                  </a:cubicBezTo>
                  <a:cubicBezTo>
                    <a:pt x="5892" y="13330"/>
                    <a:pt x="6350" y="12986"/>
                    <a:pt x="6520" y="12509"/>
                  </a:cubicBezTo>
                  <a:lnTo>
                    <a:pt x="7535" y="12509"/>
                  </a:lnTo>
                  <a:cubicBezTo>
                    <a:pt x="7703" y="12986"/>
                    <a:pt x="8161" y="13330"/>
                    <a:pt x="8693" y="13330"/>
                  </a:cubicBezTo>
                  <a:cubicBezTo>
                    <a:pt x="9138" y="13330"/>
                    <a:pt x="9520" y="13099"/>
                    <a:pt x="9740" y="12748"/>
                  </a:cubicBezTo>
                  <a:lnTo>
                    <a:pt x="11100" y="13681"/>
                  </a:lnTo>
                  <a:cubicBezTo>
                    <a:pt x="11408" y="13893"/>
                    <a:pt x="11769" y="14011"/>
                    <a:pt x="12143" y="14011"/>
                  </a:cubicBezTo>
                  <a:cubicBezTo>
                    <a:pt x="12180" y="14011"/>
                    <a:pt x="12216" y="14009"/>
                    <a:pt x="12253" y="14007"/>
                  </a:cubicBezTo>
                  <a:cubicBezTo>
                    <a:pt x="13275" y="13958"/>
                    <a:pt x="14052" y="13087"/>
                    <a:pt x="14033" y="12064"/>
                  </a:cubicBezTo>
                  <a:cubicBezTo>
                    <a:pt x="14021" y="11557"/>
                    <a:pt x="13920" y="11056"/>
                    <a:pt x="13732" y="10585"/>
                  </a:cubicBezTo>
                  <a:lnTo>
                    <a:pt x="12323" y="7114"/>
                  </a:lnTo>
                  <a:lnTo>
                    <a:pt x="12687" y="6932"/>
                  </a:lnTo>
                  <a:cubicBezTo>
                    <a:pt x="12824" y="6862"/>
                    <a:pt x="12912" y="6724"/>
                    <a:pt x="12912" y="6568"/>
                  </a:cubicBezTo>
                  <a:lnTo>
                    <a:pt x="12912" y="5196"/>
                  </a:lnTo>
                  <a:cubicBezTo>
                    <a:pt x="12912" y="5045"/>
                    <a:pt x="12824" y="4901"/>
                    <a:pt x="12687" y="4832"/>
                  </a:cubicBezTo>
                  <a:lnTo>
                    <a:pt x="12040" y="4505"/>
                  </a:lnTo>
                  <a:cubicBezTo>
                    <a:pt x="11921" y="4092"/>
                    <a:pt x="11759" y="3692"/>
                    <a:pt x="11539" y="3310"/>
                  </a:cubicBezTo>
                  <a:lnTo>
                    <a:pt x="11771" y="2625"/>
                  </a:lnTo>
                  <a:cubicBezTo>
                    <a:pt x="11822" y="2475"/>
                    <a:pt x="11784" y="2312"/>
                    <a:pt x="11671" y="2206"/>
                  </a:cubicBezTo>
                  <a:lnTo>
                    <a:pt x="10706" y="1234"/>
                  </a:lnTo>
                  <a:cubicBezTo>
                    <a:pt x="10626" y="1160"/>
                    <a:pt x="10522" y="1119"/>
                    <a:pt x="10416" y="1119"/>
                  </a:cubicBezTo>
                  <a:cubicBezTo>
                    <a:pt x="10373" y="1119"/>
                    <a:pt x="10328" y="1126"/>
                    <a:pt x="10286" y="1141"/>
                  </a:cubicBezTo>
                  <a:lnTo>
                    <a:pt x="9596" y="1366"/>
                  </a:lnTo>
                  <a:cubicBezTo>
                    <a:pt x="9220" y="1153"/>
                    <a:pt x="8819" y="984"/>
                    <a:pt x="8400" y="871"/>
                  </a:cubicBezTo>
                  <a:lnTo>
                    <a:pt x="8079" y="226"/>
                  </a:lnTo>
                  <a:cubicBezTo>
                    <a:pt x="8010" y="88"/>
                    <a:pt x="7866" y="1"/>
                    <a:pt x="77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 name="Google Shape;212;p34"/>
          <p:cNvGrpSpPr/>
          <p:nvPr/>
        </p:nvGrpSpPr>
        <p:grpSpPr>
          <a:xfrm>
            <a:off x="3506961" y="3214809"/>
            <a:ext cx="462789" cy="462723"/>
            <a:chOff x="761872" y="3525673"/>
            <a:chExt cx="377941" cy="377888"/>
          </a:xfrm>
        </p:grpSpPr>
        <p:sp>
          <p:nvSpPr>
            <p:cNvPr id="213" name="Google Shape;213;p34"/>
            <p:cNvSpPr/>
            <p:nvPr/>
          </p:nvSpPr>
          <p:spPr>
            <a:xfrm>
              <a:off x="806176" y="3658503"/>
              <a:ext cx="132857" cy="22138"/>
            </a:xfrm>
            <a:custGeom>
              <a:avLst/>
              <a:gdLst/>
              <a:ahLst/>
              <a:cxnLst/>
              <a:rect l="l" t="t" r="r" b="b"/>
              <a:pathLst>
                <a:path w="4927" h="821" extrusionOk="0">
                  <a:moveTo>
                    <a:pt x="414" y="1"/>
                  </a:moveTo>
                  <a:cubicBezTo>
                    <a:pt x="182" y="1"/>
                    <a:pt x="0" y="181"/>
                    <a:pt x="0" y="407"/>
                  </a:cubicBezTo>
                  <a:cubicBezTo>
                    <a:pt x="0" y="632"/>
                    <a:pt x="182" y="820"/>
                    <a:pt x="414" y="820"/>
                  </a:cubicBezTo>
                  <a:lnTo>
                    <a:pt x="4519" y="820"/>
                  </a:lnTo>
                  <a:cubicBezTo>
                    <a:pt x="4744" y="820"/>
                    <a:pt x="4926" y="632"/>
                    <a:pt x="4926" y="407"/>
                  </a:cubicBezTo>
                  <a:cubicBezTo>
                    <a:pt x="4926" y="181"/>
                    <a:pt x="4744" y="1"/>
                    <a:pt x="45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34"/>
            <p:cNvSpPr/>
            <p:nvPr/>
          </p:nvSpPr>
          <p:spPr>
            <a:xfrm>
              <a:off x="1073372" y="3658503"/>
              <a:ext cx="22138" cy="22138"/>
            </a:xfrm>
            <a:custGeom>
              <a:avLst/>
              <a:gdLst/>
              <a:ahLst/>
              <a:cxnLst/>
              <a:rect l="l" t="t" r="r" b="b"/>
              <a:pathLst>
                <a:path w="821" h="821" extrusionOk="0">
                  <a:moveTo>
                    <a:pt x="414" y="1"/>
                  </a:moveTo>
                  <a:cubicBezTo>
                    <a:pt x="181" y="1"/>
                    <a:pt x="1" y="181"/>
                    <a:pt x="1" y="407"/>
                  </a:cubicBezTo>
                  <a:cubicBezTo>
                    <a:pt x="1" y="632"/>
                    <a:pt x="181" y="820"/>
                    <a:pt x="414" y="820"/>
                  </a:cubicBezTo>
                  <a:cubicBezTo>
                    <a:pt x="640" y="820"/>
                    <a:pt x="821" y="632"/>
                    <a:pt x="821" y="407"/>
                  </a:cubicBezTo>
                  <a:cubicBezTo>
                    <a:pt x="821" y="181"/>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34"/>
            <p:cNvSpPr/>
            <p:nvPr/>
          </p:nvSpPr>
          <p:spPr>
            <a:xfrm>
              <a:off x="1029096" y="3658503"/>
              <a:ext cx="22165" cy="22138"/>
            </a:xfrm>
            <a:custGeom>
              <a:avLst/>
              <a:gdLst/>
              <a:ahLst/>
              <a:cxnLst/>
              <a:rect l="l" t="t" r="r" b="b"/>
              <a:pathLst>
                <a:path w="822" h="821" extrusionOk="0">
                  <a:moveTo>
                    <a:pt x="414" y="1"/>
                  </a:moveTo>
                  <a:cubicBezTo>
                    <a:pt x="182" y="1"/>
                    <a:pt x="0" y="181"/>
                    <a:pt x="0" y="407"/>
                  </a:cubicBezTo>
                  <a:cubicBezTo>
                    <a:pt x="0" y="632"/>
                    <a:pt x="182" y="820"/>
                    <a:pt x="414" y="820"/>
                  </a:cubicBezTo>
                  <a:cubicBezTo>
                    <a:pt x="639" y="820"/>
                    <a:pt x="821" y="632"/>
                    <a:pt x="821" y="407"/>
                  </a:cubicBezTo>
                  <a:cubicBezTo>
                    <a:pt x="821" y="181"/>
                    <a:pt x="639"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4"/>
            <p:cNvSpPr/>
            <p:nvPr/>
          </p:nvSpPr>
          <p:spPr>
            <a:xfrm>
              <a:off x="984792" y="3658503"/>
              <a:ext cx="22165" cy="22138"/>
            </a:xfrm>
            <a:custGeom>
              <a:avLst/>
              <a:gdLst/>
              <a:ahLst/>
              <a:cxnLst/>
              <a:rect l="l" t="t" r="r" b="b"/>
              <a:pathLst>
                <a:path w="822" h="821" extrusionOk="0">
                  <a:moveTo>
                    <a:pt x="414" y="1"/>
                  </a:moveTo>
                  <a:cubicBezTo>
                    <a:pt x="183" y="1"/>
                    <a:pt x="1" y="181"/>
                    <a:pt x="1" y="407"/>
                  </a:cubicBezTo>
                  <a:cubicBezTo>
                    <a:pt x="1" y="632"/>
                    <a:pt x="183" y="820"/>
                    <a:pt x="414" y="820"/>
                  </a:cubicBezTo>
                  <a:cubicBezTo>
                    <a:pt x="640" y="820"/>
                    <a:pt x="822" y="632"/>
                    <a:pt x="822" y="407"/>
                  </a:cubicBezTo>
                  <a:cubicBezTo>
                    <a:pt x="822" y="181"/>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4"/>
            <p:cNvSpPr/>
            <p:nvPr/>
          </p:nvSpPr>
          <p:spPr>
            <a:xfrm>
              <a:off x="806176" y="3569923"/>
              <a:ext cx="132857" cy="22165"/>
            </a:xfrm>
            <a:custGeom>
              <a:avLst/>
              <a:gdLst/>
              <a:ahLst/>
              <a:cxnLst/>
              <a:rect l="l" t="t" r="r" b="b"/>
              <a:pathLst>
                <a:path w="4927" h="822" extrusionOk="0">
                  <a:moveTo>
                    <a:pt x="414" y="1"/>
                  </a:moveTo>
                  <a:cubicBezTo>
                    <a:pt x="182" y="1"/>
                    <a:pt x="0" y="183"/>
                    <a:pt x="0" y="408"/>
                  </a:cubicBezTo>
                  <a:cubicBezTo>
                    <a:pt x="0" y="634"/>
                    <a:pt x="182" y="822"/>
                    <a:pt x="414" y="822"/>
                  </a:cubicBezTo>
                  <a:lnTo>
                    <a:pt x="4519" y="822"/>
                  </a:lnTo>
                  <a:cubicBezTo>
                    <a:pt x="4744" y="822"/>
                    <a:pt x="4926" y="634"/>
                    <a:pt x="4926" y="408"/>
                  </a:cubicBezTo>
                  <a:cubicBezTo>
                    <a:pt x="4926" y="183"/>
                    <a:pt x="4744" y="1"/>
                    <a:pt x="45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4"/>
            <p:cNvSpPr/>
            <p:nvPr/>
          </p:nvSpPr>
          <p:spPr>
            <a:xfrm>
              <a:off x="1073372" y="3569923"/>
              <a:ext cx="22138" cy="22165"/>
            </a:xfrm>
            <a:custGeom>
              <a:avLst/>
              <a:gdLst/>
              <a:ahLst/>
              <a:cxnLst/>
              <a:rect l="l" t="t" r="r" b="b"/>
              <a:pathLst>
                <a:path w="821" h="822" extrusionOk="0">
                  <a:moveTo>
                    <a:pt x="414" y="1"/>
                  </a:moveTo>
                  <a:cubicBezTo>
                    <a:pt x="181" y="1"/>
                    <a:pt x="1" y="183"/>
                    <a:pt x="1" y="408"/>
                  </a:cubicBezTo>
                  <a:cubicBezTo>
                    <a:pt x="1" y="634"/>
                    <a:pt x="181" y="822"/>
                    <a:pt x="414" y="822"/>
                  </a:cubicBezTo>
                  <a:cubicBezTo>
                    <a:pt x="640" y="822"/>
                    <a:pt x="821" y="634"/>
                    <a:pt x="821" y="408"/>
                  </a:cubicBezTo>
                  <a:cubicBezTo>
                    <a:pt x="821" y="183"/>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4"/>
            <p:cNvSpPr/>
            <p:nvPr/>
          </p:nvSpPr>
          <p:spPr>
            <a:xfrm>
              <a:off x="1029096" y="3569923"/>
              <a:ext cx="22165" cy="22165"/>
            </a:xfrm>
            <a:custGeom>
              <a:avLst/>
              <a:gdLst/>
              <a:ahLst/>
              <a:cxnLst/>
              <a:rect l="l" t="t" r="r" b="b"/>
              <a:pathLst>
                <a:path w="822" h="822" extrusionOk="0">
                  <a:moveTo>
                    <a:pt x="414" y="1"/>
                  </a:moveTo>
                  <a:cubicBezTo>
                    <a:pt x="182" y="1"/>
                    <a:pt x="0" y="183"/>
                    <a:pt x="0" y="408"/>
                  </a:cubicBezTo>
                  <a:cubicBezTo>
                    <a:pt x="0" y="634"/>
                    <a:pt x="182" y="822"/>
                    <a:pt x="414" y="822"/>
                  </a:cubicBezTo>
                  <a:cubicBezTo>
                    <a:pt x="639" y="822"/>
                    <a:pt x="821" y="634"/>
                    <a:pt x="821" y="408"/>
                  </a:cubicBezTo>
                  <a:cubicBezTo>
                    <a:pt x="821" y="183"/>
                    <a:pt x="639"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4"/>
            <p:cNvSpPr/>
            <p:nvPr/>
          </p:nvSpPr>
          <p:spPr>
            <a:xfrm>
              <a:off x="984792" y="3569923"/>
              <a:ext cx="22165" cy="22165"/>
            </a:xfrm>
            <a:custGeom>
              <a:avLst/>
              <a:gdLst/>
              <a:ahLst/>
              <a:cxnLst/>
              <a:rect l="l" t="t" r="r" b="b"/>
              <a:pathLst>
                <a:path w="822" h="822" extrusionOk="0">
                  <a:moveTo>
                    <a:pt x="414" y="1"/>
                  </a:moveTo>
                  <a:cubicBezTo>
                    <a:pt x="183" y="1"/>
                    <a:pt x="1" y="183"/>
                    <a:pt x="1" y="408"/>
                  </a:cubicBezTo>
                  <a:cubicBezTo>
                    <a:pt x="1" y="634"/>
                    <a:pt x="183" y="822"/>
                    <a:pt x="414" y="822"/>
                  </a:cubicBezTo>
                  <a:cubicBezTo>
                    <a:pt x="640" y="822"/>
                    <a:pt x="822" y="634"/>
                    <a:pt x="822" y="408"/>
                  </a:cubicBezTo>
                  <a:cubicBezTo>
                    <a:pt x="822" y="183"/>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4"/>
            <p:cNvSpPr/>
            <p:nvPr/>
          </p:nvSpPr>
          <p:spPr>
            <a:xfrm>
              <a:off x="761872" y="3525673"/>
              <a:ext cx="377941" cy="377888"/>
            </a:xfrm>
            <a:custGeom>
              <a:avLst/>
              <a:gdLst/>
              <a:ahLst/>
              <a:cxnLst/>
              <a:rect l="l" t="t" r="r" b="b"/>
              <a:pathLst>
                <a:path w="14016" h="14014" extrusionOk="0">
                  <a:moveTo>
                    <a:pt x="12786" y="820"/>
                  </a:moveTo>
                  <a:cubicBezTo>
                    <a:pt x="13012" y="820"/>
                    <a:pt x="13194" y="1002"/>
                    <a:pt x="13194" y="1228"/>
                  </a:cubicBezTo>
                  <a:lnTo>
                    <a:pt x="13194" y="2870"/>
                  </a:lnTo>
                  <a:cubicBezTo>
                    <a:pt x="13194" y="3096"/>
                    <a:pt x="13012" y="3284"/>
                    <a:pt x="12786" y="3284"/>
                  </a:cubicBezTo>
                  <a:lnTo>
                    <a:pt x="1236" y="3284"/>
                  </a:lnTo>
                  <a:cubicBezTo>
                    <a:pt x="1004" y="3284"/>
                    <a:pt x="822" y="3096"/>
                    <a:pt x="822" y="2870"/>
                  </a:cubicBezTo>
                  <a:lnTo>
                    <a:pt x="822" y="1228"/>
                  </a:lnTo>
                  <a:cubicBezTo>
                    <a:pt x="822" y="1002"/>
                    <a:pt x="1004" y="820"/>
                    <a:pt x="1236" y="820"/>
                  </a:cubicBezTo>
                  <a:close/>
                  <a:moveTo>
                    <a:pt x="12786" y="4105"/>
                  </a:moveTo>
                  <a:cubicBezTo>
                    <a:pt x="13012" y="4105"/>
                    <a:pt x="13194" y="4287"/>
                    <a:pt x="13194" y="4513"/>
                  </a:cubicBezTo>
                  <a:lnTo>
                    <a:pt x="13194" y="6154"/>
                  </a:lnTo>
                  <a:cubicBezTo>
                    <a:pt x="13194" y="6380"/>
                    <a:pt x="13012" y="6568"/>
                    <a:pt x="12786" y="6568"/>
                  </a:cubicBezTo>
                  <a:lnTo>
                    <a:pt x="1236" y="6568"/>
                  </a:lnTo>
                  <a:cubicBezTo>
                    <a:pt x="1004" y="6568"/>
                    <a:pt x="822" y="6380"/>
                    <a:pt x="822" y="6154"/>
                  </a:cubicBezTo>
                  <a:lnTo>
                    <a:pt x="822" y="4513"/>
                  </a:lnTo>
                  <a:cubicBezTo>
                    <a:pt x="822" y="4287"/>
                    <a:pt x="1004" y="4105"/>
                    <a:pt x="1236" y="4105"/>
                  </a:cubicBezTo>
                  <a:close/>
                  <a:moveTo>
                    <a:pt x="3937" y="10999"/>
                  </a:moveTo>
                  <a:cubicBezTo>
                    <a:pt x="4250" y="10999"/>
                    <a:pt x="4527" y="11212"/>
                    <a:pt x="4602" y="11519"/>
                  </a:cubicBezTo>
                  <a:lnTo>
                    <a:pt x="4921" y="12792"/>
                  </a:lnTo>
                  <a:cubicBezTo>
                    <a:pt x="4927" y="12816"/>
                    <a:pt x="4927" y="12841"/>
                    <a:pt x="4927" y="12873"/>
                  </a:cubicBezTo>
                  <a:cubicBezTo>
                    <a:pt x="4927" y="13049"/>
                    <a:pt x="4784" y="13192"/>
                    <a:pt x="4608" y="13192"/>
                  </a:cubicBezTo>
                  <a:cubicBezTo>
                    <a:pt x="4527" y="13192"/>
                    <a:pt x="4452" y="13148"/>
                    <a:pt x="4408" y="13079"/>
                  </a:cubicBezTo>
                  <a:lnTo>
                    <a:pt x="3856" y="12153"/>
                  </a:lnTo>
                  <a:cubicBezTo>
                    <a:pt x="3731" y="11951"/>
                    <a:pt x="3505" y="11820"/>
                    <a:pt x="3266" y="11820"/>
                  </a:cubicBezTo>
                  <a:lnTo>
                    <a:pt x="2483" y="11820"/>
                  </a:lnTo>
                  <a:cubicBezTo>
                    <a:pt x="2245" y="11820"/>
                    <a:pt x="2019" y="11951"/>
                    <a:pt x="1895" y="12153"/>
                  </a:cubicBezTo>
                  <a:lnTo>
                    <a:pt x="1343" y="13079"/>
                  </a:lnTo>
                  <a:cubicBezTo>
                    <a:pt x="1299" y="13148"/>
                    <a:pt x="1224" y="13192"/>
                    <a:pt x="1142" y="13192"/>
                  </a:cubicBezTo>
                  <a:cubicBezTo>
                    <a:pt x="966" y="13192"/>
                    <a:pt x="822" y="13049"/>
                    <a:pt x="822" y="12873"/>
                  </a:cubicBezTo>
                  <a:cubicBezTo>
                    <a:pt x="822" y="12841"/>
                    <a:pt x="828" y="12816"/>
                    <a:pt x="836" y="12792"/>
                  </a:cubicBezTo>
                  <a:lnTo>
                    <a:pt x="1148" y="11519"/>
                  </a:lnTo>
                  <a:cubicBezTo>
                    <a:pt x="1230" y="11212"/>
                    <a:pt x="1499" y="10999"/>
                    <a:pt x="1813" y="10999"/>
                  </a:cubicBezTo>
                  <a:close/>
                  <a:moveTo>
                    <a:pt x="12204" y="10999"/>
                  </a:moveTo>
                  <a:cubicBezTo>
                    <a:pt x="12517" y="10999"/>
                    <a:pt x="12794" y="11212"/>
                    <a:pt x="12869" y="11519"/>
                  </a:cubicBezTo>
                  <a:lnTo>
                    <a:pt x="13188" y="12792"/>
                  </a:lnTo>
                  <a:cubicBezTo>
                    <a:pt x="13194" y="12816"/>
                    <a:pt x="13194" y="12841"/>
                    <a:pt x="13194" y="12873"/>
                  </a:cubicBezTo>
                  <a:cubicBezTo>
                    <a:pt x="13194" y="13049"/>
                    <a:pt x="13049" y="13192"/>
                    <a:pt x="12875" y="13192"/>
                  </a:cubicBezTo>
                  <a:cubicBezTo>
                    <a:pt x="12794" y="13192"/>
                    <a:pt x="12718" y="13148"/>
                    <a:pt x="12673" y="13079"/>
                  </a:cubicBezTo>
                  <a:lnTo>
                    <a:pt x="12123" y="12153"/>
                  </a:lnTo>
                  <a:cubicBezTo>
                    <a:pt x="11996" y="11951"/>
                    <a:pt x="11771" y="11820"/>
                    <a:pt x="11533" y="11820"/>
                  </a:cubicBezTo>
                  <a:lnTo>
                    <a:pt x="10750" y="11820"/>
                  </a:lnTo>
                  <a:cubicBezTo>
                    <a:pt x="10512" y="11820"/>
                    <a:pt x="10286" y="11951"/>
                    <a:pt x="10161" y="12153"/>
                  </a:cubicBezTo>
                  <a:lnTo>
                    <a:pt x="9609" y="13079"/>
                  </a:lnTo>
                  <a:cubicBezTo>
                    <a:pt x="9566" y="13148"/>
                    <a:pt x="9491" y="13192"/>
                    <a:pt x="9409" y="13192"/>
                  </a:cubicBezTo>
                  <a:cubicBezTo>
                    <a:pt x="9233" y="13192"/>
                    <a:pt x="9089" y="13049"/>
                    <a:pt x="9089" y="12873"/>
                  </a:cubicBezTo>
                  <a:cubicBezTo>
                    <a:pt x="9089" y="12841"/>
                    <a:pt x="9095" y="12816"/>
                    <a:pt x="9101" y="12792"/>
                  </a:cubicBezTo>
                  <a:lnTo>
                    <a:pt x="9415" y="11519"/>
                  </a:lnTo>
                  <a:cubicBezTo>
                    <a:pt x="9497" y="11212"/>
                    <a:pt x="9766" y="10999"/>
                    <a:pt x="10079" y="10999"/>
                  </a:cubicBezTo>
                  <a:close/>
                  <a:moveTo>
                    <a:pt x="1236" y="1"/>
                  </a:moveTo>
                  <a:cubicBezTo>
                    <a:pt x="553" y="1"/>
                    <a:pt x="1" y="551"/>
                    <a:pt x="1" y="1228"/>
                  </a:cubicBezTo>
                  <a:lnTo>
                    <a:pt x="1" y="2870"/>
                  </a:lnTo>
                  <a:cubicBezTo>
                    <a:pt x="1" y="3189"/>
                    <a:pt x="121" y="3472"/>
                    <a:pt x="315" y="3692"/>
                  </a:cubicBezTo>
                  <a:cubicBezTo>
                    <a:pt x="121" y="3911"/>
                    <a:pt x="1" y="4199"/>
                    <a:pt x="1" y="4513"/>
                  </a:cubicBezTo>
                  <a:lnTo>
                    <a:pt x="1" y="6154"/>
                  </a:lnTo>
                  <a:cubicBezTo>
                    <a:pt x="1" y="6837"/>
                    <a:pt x="553" y="7389"/>
                    <a:pt x="1236" y="7389"/>
                  </a:cubicBezTo>
                  <a:lnTo>
                    <a:pt x="5479" y="7389"/>
                  </a:lnTo>
                  <a:lnTo>
                    <a:pt x="5479" y="8072"/>
                  </a:lnTo>
                  <a:cubicBezTo>
                    <a:pt x="5479" y="8297"/>
                    <a:pt x="5291" y="8485"/>
                    <a:pt x="5065" y="8485"/>
                  </a:cubicBezTo>
                  <a:lnTo>
                    <a:pt x="3700" y="8485"/>
                  </a:lnTo>
                  <a:cubicBezTo>
                    <a:pt x="3017" y="8485"/>
                    <a:pt x="2465" y="9037"/>
                    <a:pt x="2465" y="9714"/>
                  </a:cubicBezTo>
                  <a:lnTo>
                    <a:pt x="2465" y="10178"/>
                  </a:lnTo>
                  <a:lnTo>
                    <a:pt x="1813" y="10178"/>
                  </a:lnTo>
                  <a:cubicBezTo>
                    <a:pt x="1123" y="10178"/>
                    <a:pt x="521" y="10648"/>
                    <a:pt x="353" y="11319"/>
                  </a:cubicBezTo>
                  <a:lnTo>
                    <a:pt x="32" y="12590"/>
                  </a:lnTo>
                  <a:cubicBezTo>
                    <a:pt x="14" y="12685"/>
                    <a:pt x="1" y="12778"/>
                    <a:pt x="1" y="12873"/>
                  </a:cubicBezTo>
                  <a:cubicBezTo>
                    <a:pt x="1" y="13500"/>
                    <a:pt x="515" y="14013"/>
                    <a:pt x="1142" y="14013"/>
                  </a:cubicBezTo>
                  <a:cubicBezTo>
                    <a:pt x="1512" y="14013"/>
                    <a:pt x="1857" y="13819"/>
                    <a:pt x="2045" y="13500"/>
                  </a:cubicBezTo>
                  <a:lnTo>
                    <a:pt x="2558" y="12641"/>
                  </a:lnTo>
                  <a:lnTo>
                    <a:pt x="3191" y="12641"/>
                  </a:lnTo>
                  <a:lnTo>
                    <a:pt x="3706" y="13500"/>
                  </a:lnTo>
                  <a:cubicBezTo>
                    <a:pt x="3894" y="13819"/>
                    <a:pt x="4238" y="14013"/>
                    <a:pt x="4608" y="14013"/>
                  </a:cubicBezTo>
                  <a:cubicBezTo>
                    <a:pt x="5235" y="14013"/>
                    <a:pt x="5748" y="13500"/>
                    <a:pt x="5748" y="12873"/>
                  </a:cubicBezTo>
                  <a:cubicBezTo>
                    <a:pt x="5748" y="12778"/>
                    <a:pt x="5736" y="12685"/>
                    <a:pt x="5717" y="12590"/>
                  </a:cubicBezTo>
                  <a:lnTo>
                    <a:pt x="5398" y="11319"/>
                  </a:lnTo>
                  <a:cubicBezTo>
                    <a:pt x="5228" y="10648"/>
                    <a:pt x="4626" y="10178"/>
                    <a:pt x="3937" y="10178"/>
                  </a:cubicBezTo>
                  <a:lnTo>
                    <a:pt x="3286" y="10178"/>
                  </a:lnTo>
                  <a:lnTo>
                    <a:pt x="3286" y="9714"/>
                  </a:lnTo>
                  <a:cubicBezTo>
                    <a:pt x="3286" y="9489"/>
                    <a:pt x="3468" y="9307"/>
                    <a:pt x="3700" y="9307"/>
                  </a:cubicBezTo>
                  <a:lnTo>
                    <a:pt x="5065" y="9307"/>
                  </a:lnTo>
                  <a:cubicBezTo>
                    <a:pt x="5742" y="9307"/>
                    <a:pt x="6300" y="8749"/>
                    <a:pt x="6300" y="8072"/>
                  </a:cubicBezTo>
                  <a:lnTo>
                    <a:pt x="6300" y="7389"/>
                  </a:lnTo>
                  <a:lnTo>
                    <a:pt x="7723" y="7389"/>
                  </a:lnTo>
                  <a:lnTo>
                    <a:pt x="7723" y="8072"/>
                  </a:lnTo>
                  <a:cubicBezTo>
                    <a:pt x="7723" y="8749"/>
                    <a:pt x="8274" y="9307"/>
                    <a:pt x="8951" y="9307"/>
                  </a:cubicBezTo>
                  <a:lnTo>
                    <a:pt x="10324" y="9307"/>
                  </a:lnTo>
                  <a:cubicBezTo>
                    <a:pt x="10549" y="9307"/>
                    <a:pt x="10731" y="9489"/>
                    <a:pt x="10731" y="9714"/>
                  </a:cubicBezTo>
                  <a:lnTo>
                    <a:pt x="10731" y="10178"/>
                  </a:lnTo>
                  <a:lnTo>
                    <a:pt x="10079" y="10178"/>
                  </a:lnTo>
                  <a:cubicBezTo>
                    <a:pt x="9390" y="10178"/>
                    <a:pt x="8788" y="10648"/>
                    <a:pt x="8620" y="11319"/>
                  </a:cubicBezTo>
                  <a:lnTo>
                    <a:pt x="8299" y="12590"/>
                  </a:lnTo>
                  <a:cubicBezTo>
                    <a:pt x="8281" y="12685"/>
                    <a:pt x="8268" y="12778"/>
                    <a:pt x="8268" y="12873"/>
                  </a:cubicBezTo>
                  <a:cubicBezTo>
                    <a:pt x="8268" y="13500"/>
                    <a:pt x="8782" y="14013"/>
                    <a:pt x="9409" y="14013"/>
                  </a:cubicBezTo>
                  <a:cubicBezTo>
                    <a:pt x="9778" y="14013"/>
                    <a:pt x="10124" y="13819"/>
                    <a:pt x="10312" y="13500"/>
                  </a:cubicBezTo>
                  <a:lnTo>
                    <a:pt x="10825" y="12641"/>
                  </a:lnTo>
                  <a:lnTo>
                    <a:pt x="11458" y="12641"/>
                  </a:lnTo>
                  <a:lnTo>
                    <a:pt x="11972" y="13500"/>
                  </a:lnTo>
                  <a:cubicBezTo>
                    <a:pt x="12160" y="13819"/>
                    <a:pt x="12505" y="14013"/>
                    <a:pt x="12875" y="14013"/>
                  </a:cubicBezTo>
                  <a:cubicBezTo>
                    <a:pt x="13501" y="14013"/>
                    <a:pt x="14015" y="13500"/>
                    <a:pt x="14015" y="12873"/>
                  </a:cubicBezTo>
                  <a:cubicBezTo>
                    <a:pt x="14015" y="12778"/>
                    <a:pt x="14003" y="12685"/>
                    <a:pt x="13983" y="12590"/>
                  </a:cubicBezTo>
                  <a:lnTo>
                    <a:pt x="13665" y="11319"/>
                  </a:lnTo>
                  <a:cubicBezTo>
                    <a:pt x="13495" y="10648"/>
                    <a:pt x="12893" y="10178"/>
                    <a:pt x="12204" y="10178"/>
                  </a:cubicBezTo>
                  <a:lnTo>
                    <a:pt x="11553" y="10178"/>
                  </a:lnTo>
                  <a:lnTo>
                    <a:pt x="11553" y="9714"/>
                  </a:lnTo>
                  <a:cubicBezTo>
                    <a:pt x="11553" y="9037"/>
                    <a:pt x="11001" y="8485"/>
                    <a:pt x="10324" y="8485"/>
                  </a:cubicBezTo>
                  <a:lnTo>
                    <a:pt x="8951" y="8485"/>
                  </a:lnTo>
                  <a:cubicBezTo>
                    <a:pt x="8725" y="8485"/>
                    <a:pt x="8544" y="8297"/>
                    <a:pt x="8544" y="8072"/>
                  </a:cubicBezTo>
                  <a:lnTo>
                    <a:pt x="8544" y="7389"/>
                  </a:lnTo>
                  <a:lnTo>
                    <a:pt x="12786" y="7389"/>
                  </a:lnTo>
                  <a:cubicBezTo>
                    <a:pt x="13463" y="7389"/>
                    <a:pt x="14015" y="6837"/>
                    <a:pt x="14015" y="6154"/>
                  </a:cubicBezTo>
                  <a:lnTo>
                    <a:pt x="14015" y="4513"/>
                  </a:lnTo>
                  <a:cubicBezTo>
                    <a:pt x="14015" y="4199"/>
                    <a:pt x="13896" y="3911"/>
                    <a:pt x="13702" y="3692"/>
                  </a:cubicBezTo>
                  <a:cubicBezTo>
                    <a:pt x="13896" y="3472"/>
                    <a:pt x="14015" y="3189"/>
                    <a:pt x="14015" y="2870"/>
                  </a:cubicBezTo>
                  <a:lnTo>
                    <a:pt x="14015" y="1228"/>
                  </a:lnTo>
                  <a:cubicBezTo>
                    <a:pt x="14015" y="551"/>
                    <a:pt x="13463" y="1"/>
                    <a:pt x="127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 name="Google Shape;222;p34"/>
          <p:cNvSpPr txBox="1">
            <a:spLocks noGrp="1"/>
          </p:cNvSpPr>
          <p:nvPr>
            <p:ph type="title"/>
          </p:nvPr>
        </p:nvSpPr>
        <p:spPr>
          <a:xfrm>
            <a:off x="1246125" y="1427675"/>
            <a:ext cx="2116200" cy="2559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lt1"/>
                </a:solidFill>
              </a:rPr>
              <a:t>Venus</a:t>
            </a:r>
            <a:endParaRPr>
              <a:solidFill>
                <a:schemeClr val="lt1"/>
              </a:solidFill>
            </a:endParaRPr>
          </a:p>
        </p:txBody>
      </p:sp>
      <p:sp>
        <p:nvSpPr>
          <p:cNvPr id="223" name="Google Shape;223;p34"/>
          <p:cNvSpPr txBox="1">
            <a:spLocks noGrp="1"/>
          </p:cNvSpPr>
          <p:nvPr>
            <p:ph type="subTitle" idx="1"/>
          </p:nvPr>
        </p:nvSpPr>
        <p:spPr>
          <a:xfrm>
            <a:off x="1246125" y="1716915"/>
            <a:ext cx="2116200" cy="484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lt1"/>
                </a:solidFill>
              </a:rPr>
              <a:t>Venus is the second planet from the Sun</a:t>
            </a:r>
            <a:endParaRPr>
              <a:solidFill>
                <a:schemeClr val="lt1"/>
              </a:solidFill>
            </a:endParaRPr>
          </a:p>
        </p:txBody>
      </p:sp>
      <p:sp>
        <p:nvSpPr>
          <p:cNvPr id="224" name="Google Shape;224;p34"/>
          <p:cNvSpPr txBox="1">
            <a:spLocks noGrp="1"/>
          </p:cNvSpPr>
          <p:nvPr>
            <p:ph type="title" idx="2"/>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What I do</a:t>
            </a:r>
            <a:endParaRPr>
              <a:solidFill>
                <a:schemeClr val="accent6"/>
              </a:solidFill>
            </a:endParaRPr>
          </a:p>
        </p:txBody>
      </p:sp>
      <p:sp>
        <p:nvSpPr>
          <p:cNvPr id="225" name="Google Shape;225;p34"/>
          <p:cNvSpPr txBox="1">
            <a:spLocks noGrp="1"/>
          </p:cNvSpPr>
          <p:nvPr>
            <p:ph type="title" idx="3"/>
          </p:nvPr>
        </p:nvSpPr>
        <p:spPr>
          <a:xfrm>
            <a:off x="1246125" y="3073134"/>
            <a:ext cx="2116200" cy="2559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lt1"/>
                </a:solidFill>
              </a:rPr>
              <a:t>Mars</a:t>
            </a:r>
            <a:endParaRPr>
              <a:solidFill>
                <a:schemeClr val="lt1"/>
              </a:solidFill>
            </a:endParaRPr>
          </a:p>
        </p:txBody>
      </p:sp>
      <p:sp>
        <p:nvSpPr>
          <p:cNvPr id="226" name="Google Shape;226;p34"/>
          <p:cNvSpPr txBox="1">
            <a:spLocks noGrp="1"/>
          </p:cNvSpPr>
          <p:nvPr>
            <p:ph type="subTitle" idx="4"/>
          </p:nvPr>
        </p:nvSpPr>
        <p:spPr>
          <a:xfrm>
            <a:off x="1246125" y="3362374"/>
            <a:ext cx="2116200" cy="484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lt1"/>
                </a:solidFill>
              </a:rPr>
              <a:t>Despite being red, Mars is a cold place</a:t>
            </a:r>
            <a:endParaRPr>
              <a:solidFill>
                <a:schemeClr val="lt1"/>
              </a:solidFill>
            </a:endParaRPr>
          </a:p>
        </p:txBody>
      </p:sp>
      <p:sp>
        <p:nvSpPr>
          <p:cNvPr id="227" name="Google Shape;227;p34"/>
          <p:cNvSpPr txBox="1">
            <a:spLocks noGrp="1"/>
          </p:cNvSpPr>
          <p:nvPr>
            <p:ph type="title" idx="5"/>
          </p:nvPr>
        </p:nvSpPr>
        <p:spPr>
          <a:xfrm>
            <a:off x="5797275" y="1427675"/>
            <a:ext cx="2116200" cy="255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Jupiter</a:t>
            </a:r>
            <a:endParaRPr>
              <a:solidFill>
                <a:schemeClr val="lt1"/>
              </a:solidFill>
            </a:endParaRPr>
          </a:p>
        </p:txBody>
      </p:sp>
      <p:sp>
        <p:nvSpPr>
          <p:cNvPr id="228" name="Google Shape;228;p34"/>
          <p:cNvSpPr txBox="1">
            <a:spLocks noGrp="1"/>
          </p:cNvSpPr>
          <p:nvPr>
            <p:ph type="subTitle" idx="6"/>
          </p:nvPr>
        </p:nvSpPr>
        <p:spPr>
          <a:xfrm>
            <a:off x="5797275" y="1716916"/>
            <a:ext cx="21162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It’s the biggest planet in the Solar System</a:t>
            </a:r>
            <a:endParaRPr>
              <a:solidFill>
                <a:schemeClr val="lt1"/>
              </a:solidFill>
            </a:endParaRPr>
          </a:p>
        </p:txBody>
      </p:sp>
      <p:sp>
        <p:nvSpPr>
          <p:cNvPr id="229" name="Google Shape;229;p34"/>
          <p:cNvSpPr txBox="1">
            <a:spLocks noGrp="1"/>
          </p:cNvSpPr>
          <p:nvPr>
            <p:ph type="title" idx="7"/>
          </p:nvPr>
        </p:nvSpPr>
        <p:spPr>
          <a:xfrm>
            <a:off x="5797275" y="3073134"/>
            <a:ext cx="2116200" cy="255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Saturn</a:t>
            </a:r>
            <a:endParaRPr>
              <a:solidFill>
                <a:schemeClr val="lt1"/>
              </a:solidFill>
            </a:endParaRPr>
          </a:p>
        </p:txBody>
      </p:sp>
      <p:sp>
        <p:nvSpPr>
          <p:cNvPr id="230" name="Google Shape;230;p34"/>
          <p:cNvSpPr txBox="1">
            <a:spLocks noGrp="1"/>
          </p:cNvSpPr>
          <p:nvPr>
            <p:ph type="subTitle" idx="8"/>
          </p:nvPr>
        </p:nvSpPr>
        <p:spPr>
          <a:xfrm>
            <a:off x="5797275" y="3362375"/>
            <a:ext cx="21162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Saturn is a gas giant and has several rings</a:t>
            </a:r>
            <a:endParaRPr>
              <a:solidFill>
                <a:schemeClr val="lt1"/>
              </a:solidFill>
            </a:endParaRPr>
          </a:p>
        </p:txBody>
      </p:sp>
      <p:cxnSp>
        <p:nvCxnSpPr>
          <p:cNvPr id="231" name="Google Shape;231;p34"/>
          <p:cNvCxnSpPr/>
          <p:nvPr/>
        </p:nvCxnSpPr>
        <p:spPr>
          <a:xfrm>
            <a:off x="-2" y="2650025"/>
            <a:ext cx="3424800" cy="0"/>
          </a:xfrm>
          <a:prstGeom prst="straightConnector1">
            <a:avLst/>
          </a:prstGeom>
          <a:noFill/>
          <a:ln w="28575" cap="flat" cmpd="sng">
            <a:solidFill>
              <a:schemeClr val="accent4"/>
            </a:solidFill>
            <a:prstDash val="solid"/>
            <a:round/>
            <a:headEnd type="none" w="med" len="med"/>
            <a:tailEnd type="diamond" w="med" len="med"/>
          </a:ln>
        </p:spPr>
      </p:cxn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0">
  <p:cSld>
    <p:spTree>
      <p:nvGrpSpPr>
        <p:cNvPr id="1" name="Shape 331"/>
        <p:cNvGrpSpPr/>
        <p:nvPr/>
      </p:nvGrpSpPr>
      <p:grpSpPr>
        <a:xfrm>
          <a:off x="0" y="0"/>
          <a:ext cx="0" cy="0"/>
          <a:chOff x="0" y="0"/>
          <a:chExt cx="0" cy="0"/>
        </a:xfrm>
      </p:grpSpPr>
      <p:sp>
        <p:nvSpPr>
          <p:cNvPr id="332" name="Google Shape;332;p3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Project 01</a:t>
            </a:r>
            <a:endParaRPr>
              <a:solidFill>
                <a:schemeClr val="accent6"/>
              </a:solidFill>
            </a:endParaRPr>
          </a:p>
        </p:txBody>
      </p:sp>
      <p:sp>
        <p:nvSpPr>
          <p:cNvPr id="333" name="Google Shape;333;p38"/>
          <p:cNvSpPr txBox="1">
            <a:spLocks noGrp="1"/>
          </p:cNvSpPr>
          <p:nvPr>
            <p:ph type="subTitle" idx="1"/>
          </p:nvPr>
        </p:nvSpPr>
        <p:spPr>
          <a:xfrm>
            <a:off x="720000" y="1538850"/>
            <a:ext cx="4672800" cy="2103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rPr>
              <a:t>Do you know what helps you make your point clear?</a:t>
            </a:r>
            <a:endParaRPr>
              <a:solidFill>
                <a:schemeClr val="lt1"/>
              </a:solidFill>
            </a:endParaRPr>
          </a:p>
          <a:p>
            <a:pPr marL="0" lvl="0" indent="0" algn="l" rtl="0">
              <a:spcBef>
                <a:spcPts val="0"/>
              </a:spcBef>
              <a:spcAft>
                <a:spcPts val="0"/>
              </a:spcAft>
              <a:buNone/>
            </a:pPr>
            <a:r>
              <a:rPr lang="en">
                <a:solidFill>
                  <a:schemeClr val="lt1"/>
                </a:solidFill>
              </a:rPr>
              <a:t>Lists like this one:</a:t>
            </a:r>
            <a:endParaRPr>
              <a:solidFill>
                <a:schemeClr val="lt1"/>
              </a:solidFill>
            </a:endParaRPr>
          </a:p>
          <a:p>
            <a:pPr marL="457200" lvl="0" indent="-317500" algn="l" rtl="0">
              <a:spcBef>
                <a:spcPts val="1600"/>
              </a:spcBef>
              <a:spcAft>
                <a:spcPts val="0"/>
              </a:spcAft>
              <a:buSzPts val="1400"/>
              <a:buChar char="■"/>
            </a:pPr>
            <a:r>
              <a:rPr lang="en">
                <a:solidFill>
                  <a:schemeClr val="lt1"/>
                </a:solidFill>
              </a:rPr>
              <a:t>They’re simple </a:t>
            </a:r>
            <a:endParaRPr>
              <a:solidFill>
                <a:schemeClr val="lt1"/>
              </a:solidFill>
            </a:endParaRPr>
          </a:p>
          <a:p>
            <a:pPr marL="457200" lvl="0" indent="-317500" algn="l" rtl="0">
              <a:spcBef>
                <a:spcPts val="0"/>
              </a:spcBef>
              <a:spcAft>
                <a:spcPts val="0"/>
              </a:spcAft>
              <a:buSzPts val="1400"/>
              <a:buChar char="■"/>
            </a:pPr>
            <a:r>
              <a:rPr lang="en">
                <a:solidFill>
                  <a:schemeClr val="lt1"/>
                </a:solidFill>
              </a:rPr>
              <a:t>You can organize your ideas clearly</a:t>
            </a:r>
            <a:endParaRPr>
              <a:solidFill>
                <a:schemeClr val="lt1"/>
              </a:solidFill>
            </a:endParaRPr>
          </a:p>
          <a:p>
            <a:pPr marL="457200" lvl="0" indent="-317500" algn="l" rtl="0">
              <a:spcBef>
                <a:spcPts val="0"/>
              </a:spcBef>
              <a:spcAft>
                <a:spcPts val="0"/>
              </a:spcAft>
              <a:buSzPts val="1400"/>
              <a:buChar char="■"/>
            </a:pPr>
            <a:r>
              <a:rPr lang="en">
                <a:solidFill>
                  <a:schemeClr val="lt1"/>
                </a:solidFill>
              </a:rPr>
              <a:t>You’ll never forget to buy milk!</a:t>
            </a:r>
            <a:endParaRPr>
              <a:solidFill>
                <a:schemeClr val="lt1"/>
              </a:solidFill>
            </a:endParaRPr>
          </a:p>
          <a:p>
            <a:pPr marL="0" lvl="0" indent="0" algn="l" rtl="0">
              <a:spcBef>
                <a:spcPts val="1600"/>
              </a:spcBef>
              <a:spcAft>
                <a:spcPts val="0"/>
              </a:spcAft>
              <a:buNone/>
            </a:pPr>
            <a:r>
              <a:rPr lang="en">
                <a:solidFill>
                  <a:schemeClr val="lt1"/>
                </a:solidFill>
              </a:rPr>
              <a:t>And the most important thing: the audience won’t miss the point of your presentation</a:t>
            </a:r>
            <a:endParaRPr>
              <a:solidFill>
                <a:schemeClr val="lt1"/>
              </a:solidFill>
            </a:endParaRPr>
          </a:p>
        </p:txBody>
      </p:sp>
      <p:pic>
        <p:nvPicPr>
          <p:cNvPr id="334" name="Google Shape;334;p38"/>
          <p:cNvPicPr preferRelativeResize="0"/>
          <p:nvPr/>
        </p:nvPicPr>
        <p:blipFill rotWithShape="1">
          <a:blip r:embed="rId3">
            <a:alphaModFix/>
          </a:blip>
          <a:srcRect l="13182" r="13174"/>
          <a:stretch/>
        </p:blipFill>
        <p:spPr>
          <a:xfrm>
            <a:off x="5534025" y="364325"/>
            <a:ext cx="3254625" cy="4419600"/>
          </a:xfrm>
          <a:prstGeom prst="rect">
            <a:avLst/>
          </a:prstGeom>
          <a:noFill/>
          <a:ln w="28575" cap="flat" cmpd="sng">
            <a:solidFill>
              <a:schemeClr val="accent6"/>
            </a:solidFill>
            <a:prstDash val="solid"/>
            <a:round/>
            <a:headEnd type="none" w="sm" len="sm"/>
            <a:tailEnd type="none" w="sm" len="sm"/>
          </a:ln>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0">
  <p:cSld>
    <p:spTree>
      <p:nvGrpSpPr>
        <p:cNvPr id="1" name="Shape 235"/>
        <p:cNvGrpSpPr/>
        <p:nvPr/>
      </p:nvGrpSpPr>
      <p:grpSpPr>
        <a:xfrm>
          <a:off x="0" y="0"/>
          <a:ext cx="0" cy="0"/>
          <a:chOff x="0" y="0"/>
          <a:chExt cx="0" cy="0"/>
        </a:xfrm>
      </p:grpSpPr>
      <p:grpSp>
        <p:nvGrpSpPr>
          <p:cNvPr id="236" name="Google Shape;236;p35"/>
          <p:cNvGrpSpPr/>
          <p:nvPr/>
        </p:nvGrpSpPr>
        <p:grpSpPr>
          <a:xfrm>
            <a:off x="7741208" y="3900802"/>
            <a:ext cx="297933" cy="324689"/>
            <a:chOff x="6417943" y="2304617"/>
            <a:chExt cx="346797" cy="377941"/>
          </a:xfrm>
        </p:grpSpPr>
        <p:sp>
          <p:nvSpPr>
            <p:cNvPr id="237" name="Google Shape;237;p35"/>
            <p:cNvSpPr/>
            <p:nvPr/>
          </p:nvSpPr>
          <p:spPr>
            <a:xfrm>
              <a:off x="6417943" y="2304617"/>
              <a:ext cx="346797" cy="377941"/>
            </a:xfrm>
            <a:custGeom>
              <a:avLst/>
              <a:gdLst/>
              <a:ahLst/>
              <a:cxnLst/>
              <a:rect l="l" t="t" r="r" b="b"/>
              <a:pathLst>
                <a:path w="12861" h="14016" extrusionOk="0">
                  <a:moveTo>
                    <a:pt x="6430" y="822"/>
                  </a:moveTo>
                  <a:cubicBezTo>
                    <a:pt x="7754" y="822"/>
                    <a:pt x="8969" y="1305"/>
                    <a:pt x="9903" y="2107"/>
                  </a:cubicBezTo>
                  <a:lnTo>
                    <a:pt x="9320" y="2690"/>
                  </a:lnTo>
                  <a:cubicBezTo>
                    <a:pt x="8524" y="2032"/>
                    <a:pt x="7509" y="1644"/>
                    <a:pt x="6430" y="1644"/>
                  </a:cubicBezTo>
                  <a:cubicBezTo>
                    <a:pt x="5353" y="1644"/>
                    <a:pt x="4338" y="2032"/>
                    <a:pt x="3542" y="2690"/>
                  </a:cubicBezTo>
                  <a:lnTo>
                    <a:pt x="2959" y="2107"/>
                  </a:lnTo>
                  <a:cubicBezTo>
                    <a:pt x="3893" y="1305"/>
                    <a:pt x="5108" y="822"/>
                    <a:pt x="6430" y="822"/>
                  </a:cubicBezTo>
                  <a:close/>
                  <a:moveTo>
                    <a:pt x="6430" y="2465"/>
                  </a:moveTo>
                  <a:cubicBezTo>
                    <a:pt x="7810" y="2465"/>
                    <a:pt x="9057" y="3235"/>
                    <a:pt x="9690" y="4426"/>
                  </a:cubicBezTo>
                  <a:cubicBezTo>
                    <a:pt x="9439" y="4513"/>
                    <a:pt x="9239" y="4695"/>
                    <a:pt x="9126" y="4927"/>
                  </a:cubicBezTo>
                  <a:lnTo>
                    <a:pt x="8073" y="4927"/>
                  </a:lnTo>
                  <a:cubicBezTo>
                    <a:pt x="7685" y="4420"/>
                    <a:pt x="7077" y="4107"/>
                    <a:pt x="6430" y="4107"/>
                  </a:cubicBezTo>
                  <a:cubicBezTo>
                    <a:pt x="5785" y="4107"/>
                    <a:pt x="5177" y="4420"/>
                    <a:pt x="4789" y="4927"/>
                  </a:cubicBezTo>
                  <a:lnTo>
                    <a:pt x="3736" y="4927"/>
                  </a:lnTo>
                  <a:cubicBezTo>
                    <a:pt x="3624" y="4695"/>
                    <a:pt x="3422" y="4513"/>
                    <a:pt x="3172" y="4426"/>
                  </a:cubicBezTo>
                  <a:cubicBezTo>
                    <a:pt x="3806" y="3235"/>
                    <a:pt x="5053" y="2465"/>
                    <a:pt x="6430" y="2465"/>
                  </a:cubicBezTo>
                  <a:close/>
                  <a:moveTo>
                    <a:pt x="6430" y="4927"/>
                  </a:moveTo>
                  <a:cubicBezTo>
                    <a:pt x="6870" y="4927"/>
                    <a:pt x="7277" y="5166"/>
                    <a:pt x="7497" y="5548"/>
                  </a:cubicBezTo>
                  <a:cubicBezTo>
                    <a:pt x="7572" y="5673"/>
                    <a:pt x="7703" y="5748"/>
                    <a:pt x="7853" y="5780"/>
                  </a:cubicBezTo>
                  <a:lnTo>
                    <a:pt x="9033" y="5780"/>
                  </a:lnTo>
                  <a:lnTo>
                    <a:pt x="9033" y="6570"/>
                  </a:lnTo>
                  <a:lnTo>
                    <a:pt x="7847" y="6570"/>
                  </a:lnTo>
                  <a:cubicBezTo>
                    <a:pt x="7703" y="6570"/>
                    <a:pt x="7572" y="6651"/>
                    <a:pt x="7497" y="6777"/>
                  </a:cubicBezTo>
                  <a:cubicBezTo>
                    <a:pt x="7390" y="6965"/>
                    <a:pt x="7234" y="7116"/>
                    <a:pt x="7052" y="7221"/>
                  </a:cubicBezTo>
                  <a:cubicBezTo>
                    <a:pt x="6919" y="7296"/>
                    <a:pt x="6844" y="7434"/>
                    <a:pt x="6844" y="7579"/>
                  </a:cubicBezTo>
                  <a:lnTo>
                    <a:pt x="6844" y="8763"/>
                  </a:lnTo>
                  <a:lnTo>
                    <a:pt x="6017" y="8763"/>
                  </a:lnTo>
                  <a:lnTo>
                    <a:pt x="6017" y="7579"/>
                  </a:lnTo>
                  <a:cubicBezTo>
                    <a:pt x="6017" y="7434"/>
                    <a:pt x="5942" y="7296"/>
                    <a:pt x="5817" y="7228"/>
                  </a:cubicBezTo>
                  <a:cubicBezTo>
                    <a:pt x="5629" y="7122"/>
                    <a:pt x="5472" y="6965"/>
                    <a:pt x="5365" y="6777"/>
                  </a:cubicBezTo>
                  <a:cubicBezTo>
                    <a:pt x="5290" y="6651"/>
                    <a:pt x="5159" y="6570"/>
                    <a:pt x="5009" y="6570"/>
                  </a:cubicBezTo>
                  <a:lnTo>
                    <a:pt x="3830" y="6570"/>
                  </a:lnTo>
                  <a:lnTo>
                    <a:pt x="3830" y="5748"/>
                  </a:lnTo>
                  <a:lnTo>
                    <a:pt x="5009" y="5748"/>
                  </a:lnTo>
                  <a:cubicBezTo>
                    <a:pt x="5159" y="5748"/>
                    <a:pt x="5290" y="5673"/>
                    <a:pt x="5365" y="5548"/>
                  </a:cubicBezTo>
                  <a:cubicBezTo>
                    <a:pt x="5585" y="5166"/>
                    <a:pt x="5993" y="4927"/>
                    <a:pt x="6430" y="4927"/>
                  </a:cubicBezTo>
                  <a:close/>
                  <a:moveTo>
                    <a:pt x="4789" y="7391"/>
                  </a:moveTo>
                  <a:cubicBezTo>
                    <a:pt x="4908" y="7547"/>
                    <a:pt x="5047" y="7686"/>
                    <a:pt x="5197" y="7805"/>
                  </a:cubicBezTo>
                  <a:lnTo>
                    <a:pt x="5197" y="8776"/>
                  </a:lnTo>
                  <a:cubicBezTo>
                    <a:pt x="4902" y="8838"/>
                    <a:pt x="4677" y="9089"/>
                    <a:pt x="4651" y="9396"/>
                  </a:cubicBezTo>
                  <a:cubicBezTo>
                    <a:pt x="4024" y="9051"/>
                    <a:pt x="3511" y="8531"/>
                    <a:pt x="3172" y="7892"/>
                  </a:cubicBezTo>
                  <a:cubicBezTo>
                    <a:pt x="3422" y="7811"/>
                    <a:pt x="3624" y="7629"/>
                    <a:pt x="3736" y="7391"/>
                  </a:cubicBezTo>
                  <a:close/>
                  <a:moveTo>
                    <a:pt x="9126" y="7391"/>
                  </a:moveTo>
                  <a:cubicBezTo>
                    <a:pt x="9239" y="7629"/>
                    <a:pt x="9439" y="7811"/>
                    <a:pt x="9690" y="7892"/>
                  </a:cubicBezTo>
                  <a:cubicBezTo>
                    <a:pt x="9351" y="8531"/>
                    <a:pt x="8837" y="9051"/>
                    <a:pt x="8211" y="9396"/>
                  </a:cubicBezTo>
                  <a:cubicBezTo>
                    <a:pt x="8186" y="9089"/>
                    <a:pt x="7960" y="8838"/>
                    <a:pt x="7665" y="8776"/>
                  </a:cubicBezTo>
                  <a:lnTo>
                    <a:pt x="7665" y="7805"/>
                  </a:lnTo>
                  <a:cubicBezTo>
                    <a:pt x="7816" y="7686"/>
                    <a:pt x="7954" y="7547"/>
                    <a:pt x="8073" y="7391"/>
                  </a:cubicBezTo>
                  <a:close/>
                  <a:moveTo>
                    <a:pt x="2383" y="2690"/>
                  </a:moveTo>
                  <a:lnTo>
                    <a:pt x="2965" y="3273"/>
                  </a:lnTo>
                  <a:cubicBezTo>
                    <a:pt x="2626" y="3674"/>
                    <a:pt x="2357" y="4137"/>
                    <a:pt x="2175" y="4652"/>
                  </a:cubicBezTo>
                  <a:cubicBezTo>
                    <a:pt x="2151" y="4727"/>
                    <a:pt x="2144" y="4814"/>
                    <a:pt x="2163" y="4897"/>
                  </a:cubicBezTo>
                  <a:cubicBezTo>
                    <a:pt x="2213" y="5085"/>
                    <a:pt x="2383" y="5204"/>
                    <a:pt x="2565" y="5204"/>
                  </a:cubicBezTo>
                  <a:lnTo>
                    <a:pt x="2872" y="5204"/>
                  </a:lnTo>
                  <a:cubicBezTo>
                    <a:pt x="2947" y="5204"/>
                    <a:pt x="3008" y="5266"/>
                    <a:pt x="3008" y="5341"/>
                  </a:cubicBezTo>
                  <a:lnTo>
                    <a:pt x="3008" y="6983"/>
                  </a:lnTo>
                  <a:cubicBezTo>
                    <a:pt x="3008" y="7058"/>
                    <a:pt x="2947" y="7122"/>
                    <a:pt x="2872" y="7122"/>
                  </a:cubicBezTo>
                  <a:lnTo>
                    <a:pt x="2571" y="7122"/>
                  </a:lnTo>
                  <a:cubicBezTo>
                    <a:pt x="2489" y="7122"/>
                    <a:pt x="2407" y="7140"/>
                    <a:pt x="2339" y="7183"/>
                  </a:cubicBezTo>
                  <a:cubicBezTo>
                    <a:pt x="2175" y="7296"/>
                    <a:pt x="2113" y="7498"/>
                    <a:pt x="2175" y="7666"/>
                  </a:cubicBezTo>
                  <a:cubicBezTo>
                    <a:pt x="2351" y="8169"/>
                    <a:pt x="2620" y="8638"/>
                    <a:pt x="2965" y="9045"/>
                  </a:cubicBezTo>
                  <a:lnTo>
                    <a:pt x="2383" y="9635"/>
                  </a:lnTo>
                  <a:cubicBezTo>
                    <a:pt x="1579" y="8701"/>
                    <a:pt x="1091" y="7484"/>
                    <a:pt x="1091" y="6162"/>
                  </a:cubicBezTo>
                  <a:cubicBezTo>
                    <a:pt x="1091" y="4834"/>
                    <a:pt x="1579" y="3624"/>
                    <a:pt x="2383" y="2690"/>
                  </a:cubicBezTo>
                  <a:close/>
                  <a:moveTo>
                    <a:pt x="10480" y="2690"/>
                  </a:moveTo>
                  <a:cubicBezTo>
                    <a:pt x="11281" y="3624"/>
                    <a:pt x="11770" y="4834"/>
                    <a:pt x="11770" y="6162"/>
                  </a:cubicBezTo>
                  <a:cubicBezTo>
                    <a:pt x="11770" y="7484"/>
                    <a:pt x="11281" y="8701"/>
                    <a:pt x="10480" y="9635"/>
                  </a:cubicBezTo>
                  <a:lnTo>
                    <a:pt x="9897" y="9045"/>
                  </a:lnTo>
                  <a:cubicBezTo>
                    <a:pt x="10242" y="8638"/>
                    <a:pt x="10511" y="8169"/>
                    <a:pt x="10687" y="7666"/>
                  </a:cubicBezTo>
                  <a:cubicBezTo>
                    <a:pt x="10749" y="7498"/>
                    <a:pt x="10687" y="7296"/>
                    <a:pt x="10523" y="7183"/>
                  </a:cubicBezTo>
                  <a:cubicBezTo>
                    <a:pt x="10454" y="7140"/>
                    <a:pt x="10373" y="7122"/>
                    <a:pt x="10292" y="7122"/>
                  </a:cubicBezTo>
                  <a:lnTo>
                    <a:pt x="9991" y="7122"/>
                  </a:lnTo>
                  <a:cubicBezTo>
                    <a:pt x="9916" y="7122"/>
                    <a:pt x="9852" y="7058"/>
                    <a:pt x="9852" y="6983"/>
                  </a:cubicBezTo>
                  <a:lnTo>
                    <a:pt x="9852" y="5341"/>
                  </a:lnTo>
                  <a:cubicBezTo>
                    <a:pt x="9852" y="5266"/>
                    <a:pt x="9916" y="5204"/>
                    <a:pt x="9991" y="5204"/>
                  </a:cubicBezTo>
                  <a:lnTo>
                    <a:pt x="10292" y="5204"/>
                  </a:lnTo>
                  <a:cubicBezTo>
                    <a:pt x="10373" y="5204"/>
                    <a:pt x="10454" y="5178"/>
                    <a:pt x="10523" y="5135"/>
                  </a:cubicBezTo>
                  <a:cubicBezTo>
                    <a:pt x="10687" y="5028"/>
                    <a:pt x="10749" y="4828"/>
                    <a:pt x="10687" y="4658"/>
                  </a:cubicBezTo>
                  <a:cubicBezTo>
                    <a:pt x="10505" y="4145"/>
                    <a:pt x="10236" y="3674"/>
                    <a:pt x="9897" y="3273"/>
                  </a:cubicBezTo>
                  <a:lnTo>
                    <a:pt x="10480" y="2690"/>
                  </a:lnTo>
                  <a:close/>
                  <a:moveTo>
                    <a:pt x="7390" y="9584"/>
                  </a:moveTo>
                  <a:lnTo>
                    <a:pt x="7390" y="10017"/>
                  </a:lnTo>
                  <a:cubicBezTo>
                    <a:pt x="7390" y="10110"/>
                    <a:pt x="7416" y="10199"/>
                    <a:pt x="7465" y="10267"/>
                  </a:cubicBezTo>
                  <a:cubicBezTo>
                    <a:pt x="7546" y="10380"/>
                    <a:pt x="7671" y="10437"/>
                    <a:pt x="7798" y="10437"/>
                  </a:cubicBezTo>
                  <a:cubicBezTo>
                    <a:pt x="7847" y="10437"/>
                    <a:pt x="7891" y="10431"/>
                    <a:pt x="7935" y="10417"/>
                  </a:cubicBezTo>
                  <a:cubicBezTo>
                    <a:pt x="8437" y="10237"/>
                    <a:pt x="8906" y="9966"/>
                    <a:pt x="9320" y="9628"/>
                  </a:cubicBezTo>
                  <a:lnTo>
                    <a:pt x="9903" y="10211"/>
                  </a:lnTo>
                  <a:cubicBezTo>
                    <a:pt x="8969" y="11013"/>
                    <a:pt x="7754" y="11496"/>
                    <a:pt x="6430" y="11496"/>
                  </a:cubicBezTo>
                  <a:cubicBezTo>
                    <a:pt x="5108" y="11496"/>
                    <a:pt x="3893" y="11013"/>
                    <a:pt x="2959" y="10211"/>
                  </a:cubicBezTo>
                  <a:lnTo>
                    <a:pt x="3542" y="9628"/>
                  </a:lnTo>
                  <a:cubicBezTo>
                    <a:pt x="3956" y="9966"/>
                    <a:pt x="4425" y="10237"/>
                    <a:pt x="4920" y="10411"/>
                  </a:cubicBezTo>
                  <a:cubicBezTo>
                    <a:pt x="4968" y="10430"/>
                    <a:pt x="5016" y="10439"/>
                    <a:pt x="5064" y="10439"/>
                  </a:cubicBezTo>
                  <a:cubicBezTo>
                    <a:pt x="5098" y="10439"/>
                    <a:pt x="5132" y="10435"/>
                    <a:pt x="5165" y="10425"/>
                  </a:cubicBezTo>
                  <a:cubicBezTo>
                    <a:pt x="5353" y="10374"/>
                    <a:pt x="5472" y="10211"/>
                    <a:pt x="5472" y="10029"/>
                  </a:cubicBezTo>
                  <a:lnTo>
                    <a:pt x="5472" y="9584"/>
                  </a:lnTo>
                  <a:close/>
                  <a:moveTo>
                    <a:pt x="9965" y="11207"/>
                  </a:moveTo>
                  <a:lnTo>
                    <a:pt x="11063" y="11846"/>
                  </a:lnTo>
                  <a:cubicBezTo>
                    <a:pt x="11564" y="12141"/>
                    <a:pt x="11909" y="12636"/>
                    <a:pt x="12009" y="13194"/>
                  </a:cubicBezTo>
                  <a:lnTo>
                    <a:pt x="853" y="13194"/>
                  </a:lnTo>
                  <a:cubicBezTo>
                    <a:pt x="954" y="12636"/>
                    <a:pt x="1298" y="12141"/>
                    <a:pt x="1799" y="11846"/>
                  </a:cubicBezTo>
                  <a:lnTo>
                    <a:pt x="2896" y="11207"/>
                  </a:lnTo>
                  <a:cubicBezTo>
                    <a:pt x="3924" y="11929"/>
                    <a:pt x="5146" y="12317"/>
                    <a:pt x="6430" y="12317"/>
                  </a:cubicBezTo>
                  <a:cubicBezTo>
                    <a:pt x="7716" y="12317"/>
                    <a:pt x="8938" y="11929"/>
                    <a:pt x="9965" y="11207"/>
                  </a:cubicBezTo>
                  <a:close/>
                  <a:moveTo>
                    <a:pt x="6430" y="1"/>
                  </a:moveTo>
                  <a:cubicBezTo>
                    <a:pt x="4789" y="1"/>
                    <a:pt x="3242" y="640"/>
                    <a:pt x="2076" y="1806"/>
                  </a:cubicBezTo>
                  <a:cubicBezTo>
                    <a:pt x="916" y="2966"/>
                    <a:pt x="271" y="4513"/>
                    <a:pt x="271" y="6162"/>
                  </a:cubicBezTo>
                  <a:cubicBezTo>
                    <a:pt x="271" y="7805"/>
                    <a:pt x="916" y="9352"/>
                    <a:pt x="2076" y="10518"/>
                  </a:cubicBezTo>
                  <a:cubicBezTo>
                    <a:pt x="2125" y="10562"/>
                    <a:pt x="2169" y="10605"/>
                    <a:pt x="2219" y="10650"/>
                  </a:cubicBezTo>
                  <a:lnTo>
                    <a:pt x="1385" y="11139"/>
                  </a:lnTo>
                  <a:cubicBezTo>
                    <a:pt x="527" y="11640"/>
                    <a:pt x="0" y="12561"/>
                    <a:pt x="0" y="13552"/>
                  </a:cubicBezTo>
                  <a:lnTo>
                    <a:pt x="0" y="13608"/>
                  </a:lnTo>
                  <a:cubicBezTo>
                    <a:pt x="0" y="13833"/>
                    <a:pt x="182" y="14015"/>
                    <a:pt x="408" y="14015"/>
                  </a:cubicBezTo>
                  <a:lnTo>
                    <a:pt x="12455" y="14015"/>
                  </a:lnTo>
                  <a:cubicBezTo>
                    <a:pt x="12680" y="14015"/>
                    <a:pt x="12861" y="13833"/>
                    <a:pt x="12861" y="13608"/>
                  </a:cubicBezTo>
                  <a:lnTo>
                    <a:pt x="12861" y="13552"/>
                  </a:lnTo>
                  <a:cubicBezTo>
                    <a:pt x="12861" y="12561"/>
                    <a:pt x="12334" y="11640"/>
                    <a:pt x="11477" y="11139"/>
                  </a:cubicBezTo>
                  <a:lnTo>
                    <a:pt x="10642" y="10650"/>
                  </a:lnTo>
                  <a:cubicBezTo>
                    <a:pt x="10693" y="10605"/>
                    <a:pt x="10737" y="10562"/>
                    <a:pt x="10786" y="10518"/>
                  </a:cubicBezTo>
                  <a:cubicBezTo>
                    <a:pt x="11946" y="9352"/>
                    <a:pt x="12591" y="7805"/>
                    <a:pt x="12591" y="6162"/>
                  </a:cubicBezTo>
                  <a:cubicBezTo>
                    <a:pt x="12591" y="4513"/>
                    <a:pt x="11946" y="2966"/>
                    <a:pt x="10786" y="1806"/>
                  </a:cubicBezTo>
                  <a:cubicBezTo>
                    <a:pt x="9621" y="640"/>
                    <a:pt x="8073" y="1"/>
                    <a:pt x="64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5"/>
            <p:cNvSpPr/>
            <p:nvPr/>
          </p:nvSpPr>
          <p:spPr>
            <a:xfrm>
              <a:off x="6580380" y="2459612"/>
              <a:ext cx="22111" cy="22165"/>
            </a:xfrm>
            <a:custGeom>
              <a:avLst/>
              <a:gdLst/>
              <a:ahLst/>
              <a:cxnLst/>
              <a:rect l="l" t="t" r="r" b="b"/>
              <a:pathLst>
                <a:path w="820" h="822" extrusionOk="0">
                  <a:moveTo>
                    <a:pt x="406" y="0"/>
                  </a:moveTo>
                  <a:cubicBezTo>
                    <a:pt x="181" y="0"/>
                    <a:pt x="0" y="188"/>
                    <a:pt x="0" y="414"/>
                  </a:cubicBezTo>
                  <a:cubicBezTo>
                    <a:pt x="0" y="640"/>
                    <a:pt x="181" y="822"/>
                    <a:pt x="406" y="822"/>
                  </a:cubicBezTo>
                  <a:cubicBezTo>
                    <a:pt x="632" y="822"/>
                    <a:pt x="820" y="640"/>
                    <a:pt x="820" y="414"/>
                  </a:cubicBezTo>
                  <a:cubicBezTo>
                    <a:pt x="820" y="188"/>
                    <a:pt x="632" y="0"/>
                    <a:pt x="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 name="Google Shape;239;p35"/>
          <p:cNvGrpSpPr/>
          <p:nvPr/>
        </p:nvGrpSpPr>
        <p:grpSpPr>
          <a:xfrm>
            <a:off x="5430244" y="3900791"/>
            <a:ext cx="274003" cy="324689"/>
            <a:chOff x="3986374" y="3515157"/>
            <a:chExt cx="318942" cy="377941"/>
          </a:xfrm>
        </p:grpSpPr>
        <p:sp>
          <p:nvSpPr>
            <p:cNvPr id="240" name="Google Shape;240;p35"/>
            <p:cNvSpPr/>
            <p:nvPr/>
          </p:nvSpPr>
          <p:spPr>
            <a:xfrm>
              <a:off x="3986374" y="3515157"/>
              <a:ext cx="318942" cy="377941"/>
            </a:xfrm>
            <a:custGeom>
              <a:avLst/>
              <a:gdLst/>
              <a:ahLst/>
              <a:cxnLst/>
              <a:rect l="l" t="t" r="r" b="b"/>
              <a:pathLst>
                <a:path w="11828" h="14016" extrusionOk="0">
                  <a:moveTo>
                    <a:pt x="10593" y="822"/>
                  </a:moveTo>
                  <a:cubicBezTo>
                    <a:pt x="10825" y="822"/>
                    <a:pt x="11007" y="1004"/>
                    <a:pt x="11007" y="1230"/>
                  </a:cubicBezTo>
                  <a:lnTo>
                    <a:pt x="11007" y="11088"/>
                  </a:lnTo>
                  <a:cubicBezTo>
                    <a:pt x="11007" y="11314"/>
                    <a:pt x="10825" y="11496"/>
                    <a:pt x="10593" y="11496"/>
                  </a:cubicBezTo>
                  <a:lnTo>
                    <a:pt x="2934" y="11496"/>
                  </a:lnTo>
                  <a:cubicBezTo>
                    <a:pt x="2702" y="11496"/>
                    <a:pt x="2520" y="11314"/>
                    <a:pt x="2520" y="11088"/>
                  </a:cubicBezTo>
                  <a:lnTo>
                    <a:pt x="2520" y="1230"/>
                  </a:lnTo>
                  <a:cubicBezTo>
                    <a:pt x="2520" y="1004"/>
                    <a:pt x="2702" y="822"/>
                    <a:pt x="2934" y="822"/>
                  </a:cubicBezTo>
                  <a:close/>
                  <a:moveTo>
                    <a:pt x="1700" y="2520"/>
                  </a:moveTo>
                  <a:lnTo>
                    <a:pt x="1700" y="11088"/>
                  </a:lnTo>
                  <a:cubicBezTo>
                    <a:pt x="1700" y="11765"/>
                    <a:pt x="2251" y="12317"/>
                    <a:pt x="2934" y="12317"/>
                  </a:cubicBezTo>
                  <a:lnTo>
                    <a:pt x="9308" y="12317"/>
                  </a:lnTo>
                  <a:lnTo>
                    <a:pt x="9308" y="12786"/>
                  </a:lnTo>
                  <a:cubicBezTo>
                    <a:pt x="9308" y="13012"/>
                    <a:pt x="9126" y="13194"/>
                    <a:pt x="8901" y="13194"/>
                  </a:cubicBezTo>
                  <a:lnTo>
                    <a:pt x="1236" y="13194"/>
                  </a:lnTo>
                  <a:cubicBezTo>
                    <a:pt x="1010" y="13194"/>
                    <a:pt x="822" y="13012"/>
                    <a:pt x="822" y="12786"/>
                  </a:cubicBezTo>
                  <a:lnTo>
                    <a:pt x="822" y="2928"/>
                  </a:lnTo>
                  <a:cubicBezTo>
                    <a:pt x="822" y="2702"/>
                    <a:pt x="1010" y="2520"/>
                    <a:pt x="1236" y="2520"/>
                  </a:cubicBezTo>
                  <a:close/>
                  <a:moveTo>
                    <a:pt x="2934" y="1"/>
                  </a:moveTo>
                  <a:cubicBezTo>
                    <a:pt x="2251" y="1"/>
                    <a:pt x="1700" y="553"/>
                    <a:pt x="1700" y="1230"/>
                  </a:cubicBezTo>
                  <a:lnTo>
                    <a:pt x="1700" y="1699"/>
                  </a:lnTo>
                  <a:lnTo>
                    <a:pt x="1236" y="1699"/>
                  </a:lnTo>
                  <a:cubicBezTo>
                    <a:pt x="553" y="1699"/>
                    <a:pt x="1" y="2251"/>
                    <a:pt x="1" y="2928"/>
                  </a:cubicBezTo>
                  <a:lnTo>
                    <a:pt x="1" y="12786"/>
                  </a:lnTo>
                  <a:cubicBezTo>
                    <a:pt x="1" y="13463"/>
                    <a:pt x="553" y="14015"/>
                    <a:pt x="1236" y="14015"/>
                  </a:cubicBezTo>
                  <a:lnTo>
                    <a:pt x="8901" y="14015"/>
                  </a:lnTo>
                  <a:cubicBezTo>
                    <a:pt x="9578" y="14015"/>
                    <a:pt x="10130" y="13463"/>
                    <a:pt x="10130" y="12786"/>
                  </a:cubicBezTo>
                  <a:lnTo>
                    <a:pt x="10130" y="12317"/>
                  </a:lnTo>
                  <a:lnTo>
                    <a:pt x="10593" y="12317"/>
                  </a:lnTo>
                  <a:cubicBezTo>
                    <a:pt x="11276" y="12317"/>
                    <a:pt x="11828" y="11765"/>
                    <a:pt x="11828" y="11088"/>
                  </a:cubicBezTo>
                  <a:lnTo>
                    <a:pt x="11828" y="1230"/>
                  </a:lnTo>
                  <a:cubicBezTo>
                    <a:pt x="11828" y="553"/>
                    <a:pt x="11276" y="1"/>
                    <a:pt x="105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5"/>
            <p:cNvSpPr/>
            <p:nvPr/>
          </p:nvSpPr>
          <p:spPr>
            <a:xfrm>
              <a:off x="4076464" y="3559460"/>
              <a:ext cx="184575" cy="154995"/>
            </a:xfrm>
            <a:custGeom>
              <a:avLst/>
              <a:gdLst/>
              <a:ahLst/>
              <a:cxnLst/>
              <a:rect l="l" t="t" r="r" b="b"/>
              <a:pathLst>
                <a:path w="6845" h="5748" extrusionOk="0">
                  <a:moveTo>
                    <a:pt x="3416" y="3283"/>
                  </a:moveTo>
                  <a:cubicBezTo>
                    <a:pt x="3798" y="3283"/>
                    <a:pt x="4105" y="3587"/>
                    <a:pt x="4105" y="3967"/>
                  </a:cubicBezTo>
                  <a:lnTo>
                    <a:pt x="4105" y="4927"/>
                  </a:lnTo>
                  <a:lnTo>
                    <a:pt x="2739" y="4927"/>
                  </a:lnTo>
                  <a:lnTo>
                    <a:pt x="2739" y="3980"/>
                  </a:lnTo>
                  <a:cubicBezTo>
                    <a:pt x="2739" y="3636"/>
                    <a:pt x="3022" y="3316"/>
                    <a:pt x="3373" y="3284"/>
                  </a:cubicBezTo>
                  <a:cubicBezTo>
                    <a:pt x="3387" y="3283"/>
                    <a:pt x="3402" y="3283"/>
                    <a:pt x="3416" y="3283"/>
                  </a:cubicBezTo>
                  <a:close/>
                  <a:moveTo>
                    <a:pt x="6023" y="822"/>
                  </a:moveTo>
                  <a:lnTo>
                    <a:pt x="6023" y="4927"/>
                  </a:lnTo>
                  <a:lnTo>
                    <a:pt x="4926" y="4927"/>
                  </a:lnTo>
                  <a:lnTo>
                    <a:pt x="4926" y="3967"/>
                  </a:lnTo>
                  <a:cubicBezTo>
                    <a:pt x="4926" y="3717"/>
                    <a:pt x="4865" y="3478"/>
                    <a:pt x="4758" y="3272"/>
                  </a:cubicBezTo>
                  <a:cubicBezTo>
                    <a:pt x="5027" y="3052"/>
                    <a:pt x="5196" y="2720"/>
                    <a:pt x="5203" y="2350"/>
                  </a:cubicBezTo>
                  <a:cubicBezTo>
                    <a:pt x="5209" y="2150"/>
                    <a:pt x="5053" y="1950"/>
                    <a:pt x="4851" y="1918"/>
                  </a:cubicBezTo>
                  <a:cubicBezTo>
                    <a:pt x="4833" y="1916"/>
                    <a:pt x="4815" y="1915"/>
                    <a:pt x="4798" y="1915"/>
                  </a:cubicBezTo>
                  <a:cubicBezTo>
                    <a:pt x="4571" y="1915"/>
                    <a:pt x="4382" y="2098"/>
                    <a:pt x="4382" y="2326"/>
                  </a:cubicBezTo>
                  <a:cubicBezTo>
                    <a:pt x="4382" y="2470"/>
                    <a:pt x="4307" y="2601"/>
                    <a:pt x="4188" y="2676"/>
                  </a:cubicBezTo>
                  <a:cubicBezTo>
                    <a:pt x="3962" y="2538"/>
                    <a:pt x="3705" y="2463"/>
                    <a:pt x="3422" y="2463"/>
                  </a:cubicBezTo>
                  <a:cubicBezTo>
                    <a:pt x="3141" y="2463"/>
                    <a:pt x="2884" y="2538"/>
                    <a:pt x="2658" y="2676"/>
                  </a:cubicBezTo>
                  <a:cubicBezTo>
                    <a:pt x="2539" y="2601"/>
                    <a:pt x="2464" y="2470"/>
                    <a:pt x="2464" y="2326"/>
                  </a:cubicBezTo>
                  <a:cubicBezTo>
                    <a:pt x="2464" y="2098"/>
                    <a:pt x="2280" y="1915"/>
                    <a:pt x="2048" y="1915"/>
                  </a:cubicBezTo>
                  <a:cubicBezTo>
                    <a:pt x="2030" y="1915"/>
                    <a:pt x="2012" y="1916"/>
                    <a:pt x="1993" y="1918"/>
                  </a:cubicBezTo>
                  <a:cubicBezTo>
                    <a:pt x="1793" y="1950"/>
                    <a:pt x="1637" y="2150"/>
                    <a:pt x="1643" y="2350"/>
                  </a:cubicBezTo>
                  <a:cubicBezTo>
                    <a:pt x="1649" y="2720"/>
                    <a:pt x="1819" y="3052"/>
                    <a:pt x="2088" y="3272"/>
                  </a:cubicBezTo>
                  <a:cubicBezTo>
                    <a:pt x="1981" y="3478"/>
                    <a:pt x="1918" y="3717"/>
                    <a:pt x="1918" y="3967"/>
                  </a:cubicBezTo>
                  <a:lnTo>
                    <a:pt x="1918" y="4927"/>
                  </a:lnTo>
                  <a:lnTo>
                    <a:pt x="822" y="4927"/>
                  </a:lnTo>
                  <a:lnTo>
                    <a:pt x="822" y="822"/>
                  </a:lnTo>
                  <a:close/>
                  <a:moveTo>
                    <a:pt x="414" y="0"/>
                  </a:moveTo>
                  <a:cubicBezTo>
                    <a:pt x="182" y="0"/>
                    <a:pt x="0" y="182"/>
                    <a:pt x="0" y="408"/>
                  </a:cubicBezTo>
                  <a:lnTo>
                    <a:pt x="0" y="5340"/>
                  </a:lnTo>
                  <a:cubicBezTo>
                    <a:pt x="0" y="5566"/>
                    <a:pt x="182" y="5748"/>
                    <a:pt x="414" y="5748"/>
                  </a:cubicBezTo>
                  <a:lnTo>
                    <a:pt x="6431" y="5748"/>
                  </a:lnTo>
                  <a:cubicBezTo>
                    <a:pt x="6662" y="5748"/>
                    <a:pt x="6844" y="5566"/>
                    <a:pt x="6844" y="5340"/>
                  </a:cubicBezTo>
                  <a:lnTo>
                    <a:pt x="6844" y="408"/>
                  </a:lnTo>
                  <a:cubicBezTo>
                    <a:pt x="6844" y="182"/>
                    <a:pt x="6662" y="0"/>
                    <a:pt x="64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5"/>
            <p:cNvSpPr/>
            <p:nvPr/>
          </p:nvSpPr>
          <p:spPr>
            <a:xfrm>
              <a:off x="4120741" y="3736593"/>
              <a:ext cx="140299" cy="22111"/>
            </a:xfrm>
            <a:custGeom>
              <a:avLst/>
              <a:gdLst/>
              <a:ahLst/>
              <a:cxnLst/>
              <a:rect l="l" t="t" r="r" b="b"/>
              <a:pathLst>
                <a:path w="5203" h="820" extrusionOk="0">
                  <a:moveTo>
                    <a:pt x="415" y="0"/>
                  </a:moveTo>
                  <a:cubicBezTo>
                    <a:pt x="189" y="0"/>
                    <a:pt x="1" y="181"/>
                    <a:pt x="1" y="414"/>
                  </a:cubicBezTo>
                  <a:cubicBezTo>
                    <a:pt x="1" y="639"/>
                    <a:pt x="189" y="820"/>
                    <a:pt x="415" y="820"/>
                  </a:cubicBezTo>
                  <a:lnTo>
                    <a:pt x="4795" y="820"/>
                  </a:lnTo>
                  <a:cubicBezTo>
                    <a:pt x="5020" y="820"/>
                    <a:pt x="5202" y="639"/>
                    <a:pt x="5202" y="414"/>
                  </a:cubicBezTo>
                  <a:cubicBezTo>
                    <a:pt x="5202" y="181"/>
                    <a:pt x="5020" y="0"/>
                    <a:pt x="47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5"/>
            <p:cNvSpPr/>
            <p:nvPr/>
          </p:nvSpPr>
          <p:spPr>
            <a:xfrm>
              <a:off x="4120741" y="3780843"/>
              <a:ext cx="140299" cy="22165"/>
            </a:xfrm>
            <a:custGeom>
              <a:avLst/>
              <a:gdLst/>
              <a:ahLst/>
              <a:cxnLst/>
              <a:rect l="l" t="t" r="r" b="b"/>
              <a:pathLst>
                <a:path w="5203" h="822" extrusionOk="0">
                  <a:moveTo>
                    <a:pt x="415" y="0"/>
                  </a:moveTo>
                  <a:cubicBezTo>
                    <a:pt x="189" y="0"/>
                    <a:pt x="1" y="188"/>
                    <a:pt x="1" y="414"/>
                  </a:cubicBezTo>
                  <a:cubicBezTo>
                    <a:pt x="1" y="639"/>
                    <a:pt x="189" y="821"/>
                    <a:pt x="415" y="821"/>
                  </a:cubicBezTo>
                  <a:lnTo>
                    <a:pt x="4795" y="821"/>
                  </a:lnTo>
                  <a:cubicBezTo>
                    <a:pt x="5020" y="821"/>
                    <a:pt x="5202" y="639"/>
                    <a:pt x="5202" y="414"/>
                  </a:cubicBezTo>
                  <a:cubicBezTo>
                    <a:pt x="5202" y="188"/>
                    <a:pt x="5020" y="0"/>
                    <a:pt x="47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5"/>
            <p:cNvSpPr/>
            <p:nvPr/>
          </p:nvSpPr>
          <p:spPr>
            <a:xfrm>
              <a:off x="4076464" y="3736593"/>
              <a:ext cx="22165" cy="22111"/>
            </a:xfrm>
            <a:custGeom>
              <a:avLst/>
              <a:gdLst/>
              <a:ahLst/>
              <a:cxnLst/>
              <a:rect l="l" t="t" r="r" b="b"/>
              <a:pathLst>
                <a:path w="822" h="820" extrusionOk="0">
                  <a:moveTo>
                    <a:pt x="414" y="0"/>
                  </a:moveTo>
                  <a:cubicBezTo>
                    <a:pt x="182" y="0"/>
                    <a:pt x="0" y="181"/>
                    <a:pt x="0" y="414"/>
                  </a:cubicBezTo>
                  <a:cubicBezTo>
                    <a:pt x="0" y="639"/>
                    <a:pt x="182" y="820"/>
                    <a:pt x="414" y="820"/>
                  </a:cubicBezTo>
                  <a:cubicBezTo>
                    <a:pt x="640" y="820"/>
                    <a:pt x="822" y="639"/>
                    <a:pt x="822" y="414"/>
                  </a:cubicBezTo>
                  <a:cubicBezTo>
                    <a:pt x="822" y="181"/>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5"/>
            <p:cNvSpPr/>
            <p:nvPr/>
          </p:nvSpPr>
          <p:spPr>
            <a:xfrm>
              <a:off x="4076464" y="3780843"/>
              <a:ext cx="22165" cy="22165"/>
            </a:xfrm>
            <a:custGeom>
              <a:avLst/>
              <a:gdLst/>
              <a:ahLst/>
              <a:cxnLst/>
              <a:rect l="l" t="t" r="r" b="b"/>
              <a:pathLst>
                <a:path w="822" h="822" extrusionOk="0">
                  <a:moveTo>
                    <a:pt x="414" y="0"/>
                  </a:moveTo>
                  <a:cubicBezTo>
                    <a:pt x="182" y="0"/>
                    <a:pt x="0" y="188"/>
                    <a:pt x="0" y="414"/>
                  </a:cubicBezTo>
                  <a:cubicBezTo>
                    <a:pt x="0" y="639"/>
                    <a:pt x="182" y="821"/>
                    <a:pt x="414" y="821"/>
                  </a:cubicBezTo>
                  <a:cubicBezTo>
                    <a:pt x="640" y="821"/>
                    <a:pt x="822" y="639"/>
                    <a:pt x="822" y="414"/>
                  </a:cubicBezTo>
                  <a:cubicBezTo>
                    <a:pt x="822" y="188"/>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 name="Google Shape;246;p35"/>
          <p:cNvGrpSpPr/>
          <p:nvPr/>
        </p:nvGrpSpPr>
        <p:grpSpPr>
          <a:xfrm>
            <a:off x="6571173" y="3900812"/>
            <a:ext cx="324666" cy="324666"/>
            <a:chOff x="3986374" y="2920336"/>
            <a:chExt cx="377914" cy="377914"/>
          </a:xfrm>
        </p:grpSpPr>
        <p:sp>
          <p:nvSpPr>
            <p:cNvPr id="247" name="Google Shape;247;p35"/>
            <p:cNvSpPr/>
            <p:nvPr/>
          </p:nvSpPr>
          <p:spPr>
            <a:xfrm>
              <a:off x="3986374" y="2920336"/>
              <a:ext cx="243764" cy="199244"/>
            </a:xfrm>
            <a:custGeom>
              <a:avLst/>
              <a:gdLst/>
              <a:ahLst/>
              <a:cxnLst/>
              <a:rect l="l" t="t" r="r" b="b"/>
              <a:pathLst>
                <a:path w="9040" h="7389" extrusionOk="0">
                  <a:moveTo>
                    <a:pt x="8079" y="820"/>
                  </a:moveTo>
                  <a:cubicBezTo>
                    <a:pt x="8155" y="820"/>
                    <a:pt x="8218" y="883"/>
                    <a:pt x="8218" y="958"/>
                  </a:cubicBezTo>
                  <a:lnTo>
                    <a:pt x="8218" y="4794"/>
                  </a:lnTo>
                  <a:cubicBezTo>
                    <a:pt x="8218" y="4869"/>
                    <a:pt x="8155" y="4926"/>
                    <a:pt x="8079" y="4926"/>
                  </a:cubicBezTo>
                  <a:lnTo>
                    <a:pt x="960" y="4926"/>
                  </a:lnTo>
                  <a:cubicBezTo>
                    <a:pt x="885" y="4926"/>
                    <a:pt x="822" y="4869"/>
                    <a:pt x="822" y="4794"/>
                  </a:cubicBezTo>
                  <a:lnTo>
                    <a:pt x="822" y="958"/>
                  </a:lnTo>
                  <a:cubicBezTo>
                    <a:pt x="822" y="883"/>
                    <a:pt x="885" y="820"/>
                    <a:pt x="960" y="820"/>
                  </a:cubicBezTo>
                  <a:close/>
                  <a:moveTo>
                    <a:pt x="5204" y="5746"/>
                  </a:moveTo>
                  <a:lnTo>
                    <a:pt x="5204" y="6567"/>
                  </a:lnTo>
                  <a:lnTo>
                    <a:pt x="3836" y="6567"/>
                  </a:lnTo>
                  <a:lnTo>
                    <a:pt x="3836" y="5746"/>
                  </a:lnTo>
                  <a:close/>
                  <a:moveTo>
                    <a:pt x="960" y="0"/>
                  </a:moveTo>
                  <a:cubicBezTo>
                    <a:pt x="434" y="0"/>
                    <a:pt x="1" y="432"/>
                    <a:pt x="1" y="958"/>
                  </a:cubicBezTo>
                  <a:lnTo>
                    <a:pt x="1" y="4794"/>
                  </a:lnTo>
                  <a:cubicBezTo>
                    <a:pt x="1" y="5320"/>
                    <a:pt x="434" y="5746"/>
                    <a:pt x="960" y="5746"/>
                  </a:cubicBezTo>
                  <a:lnTo>
                    <a:pt x="3016" y="5746"/>
                  </a:lnTo>
                  <a:lnTo>
                    <a:pt x="3016" y="6567"/>
                  </a:lnTo>
                  <a:lnTo>
                    <a:pt x="2603" y="6567"/>
                  </a:lnTo>
                  <a:cubicBezTo>
                    <a:pt x="2427" y="6567"/>
                    <a:pt x="2264" y="6680"/>
                    <a:pt x="2213" y="6850"/>
                  </a:cubicBezTo>
                  <a:cubicBezTo>
                    <a:pt x="2126" y="7131"/>
                    <a:pt x="2332" y="7388"/>
                    <a:pt x="2603" y="7388"/>
                  </a:cubicBezTo>
                  <a:lnTo>
                    <a:pt x="6438" y="7388"/>
                  </a:lnTo>
                  <a:cubicBezTo>
                    <a:pt x="6613" y="7388"/>
                    <a:pt x="6777" y="7282"/>
                    <a:pt x="6826" y="7113"/>
                  </a:cubicBezTo>
                  <a:cubicBezTo>
                    <a:pt x="6914" y="6830"/>
                    <a:pt x="6708" y="6567"/>
                    <a:pt x="6438" y="6567"/>
                  </a:cubicBezTo>
                  <a:lnTo>
                    <a:pt x="6025" y="6567"/>
                  </a:lnTo>
                  <a:lnTo>
                    <a:pt x="6025" y="5746"/>
                  </a:lnTo>
                  <a:lnTo>
                    <a:pt x="8079" y="5746"/>
                  </a:lnTo>
                  <a:cubicBezTo>
                    <a:pt x="8606" y="5746"/>
                    <a:pt x="9039" y="5320"/>
                    <a:pt x="9039" y="4794"/>
                  </a:cubicBezTo>
                  <a:lnTo>
                    <a:pt x="9039" y="958"/>
                  </a:lnTo>
                  <a:cubicBezTo>
                    <a:pt x="9039" y="432"/>
                    <a:pt x="8606" y="0"/>
                    <a:pt x="80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5"/>
            <p:cNvSpPr/>
            <p:nvPr/>
          </p:nvSpPr>
          <p:spPr>
            <a:xfrm>
              <a:off x="4253597" y="2920336"/>
              <a:ext cx="110691" cy="221383"/>
            </a:xfrm>
            <a:custGeom>
              <a:avLst/>
              <a:gdLst/>
              <a:ahLst/>
              <a:cxnLst/>
              <a:rect l="l" t="t" r="r" b="b"/>
              <a:pathLst>
                <a:path w="4105" h="8210" extrusionOk="0">
                  <a:moveTo>
                    <a:pt x="3153" y="820"/>
                  </a:moveTo>
                  <a:cubicBezTo>
                    <a:pt x="3228" y="820"/>
                    <a:pt x="3284" y="883"/>
                    <a:pt x="3284" y="958"/>
                  </a:cubicBezTo>
                  <a:lnTo>
                    <a:pt x="3284" y="1641"/>
                  </a:lnTo>
                  <a:lnTo>
                    <a:pt x="821" y="1641"/>
                  </a:lnTo>
                  <a:lnTo>
                    <a:pt x="821" y="958"/>
                  </a:lnTo>
                  <a:cubicBezTo>
                    <a:pt x="821" y="883"/>
                    <a:pt x="883" y="820"/>
                    <a:pt x="958" y="820"/>
                  </a:cubicBezTo>
                  <a:close/>
                  <a:moveTo>
                    <a:pt x="3284" y="2462"/>
                  </a:moveTo>
                  <a:lnTo>
                    <a:pt x="3284" y="3284"/>
                  </a:lnTo>
                  <a:lnTo>
                    <a:pt x="821" y="3284"/>
                  </a:lnTo>
                  <a:lnTo>
                    <a:pt x="821" y="2462"/>
                  </a:lnTo>
                  <a:close/>
                  <a:moveTo>
                    <a:pt x="3284" y="4105"/>
                  </a:moveTo>
                  <a:lnTo>
                    <a:pt x="3284" y="7258"/>
                  </a:lnTo>
                  <a:cubicBezTo>
                    <a:pt x="3284" y="7333"/>
                    <a:pt x="3228" y="7388"/>
                    <a:pt x="3153" y="7388"/>
                  </a:cubicBezTo>
                  <a:lnTo>
                    <a:pt x="958" y="7388"/>
                  </a:lnTo>
                  <a:cubicBezTo>
                    <a:pt x="883" y="7388"/>
                    <a:pt x="821" y="7333"/>
                    <a:pt x="821" y="7258"/>
                  </a:cubicBezTo>
                  <a:lnTo>
                    <a:pt x="821" y="4105"/>
                  </a:lnTo>
                  <a:close/>
                  <a:moveTo>
                    <a:pt x="958" y="0"/>
                  </a:moveTo>
                  <a:cubicBezTo>
                    <a:pt x="432" y="0"/>
                    <a:pt x="0" y="432"/>
                    <a:pt x="0" y="958"/>
                  </a:cubicBezTo>
                  <a:lnTo>
                    <a:pt x="0" y="7258"/>
                  </a:lnTo>
                  <a:cubicBezTo>
                    <a:pt x="0" y="7784"/>
                    <a:pt x="432" y="8210"/>
                    <a:pt x="958" y="8210"/>
                  </a:cubicBezTo>
                  <a:lnTo>
                    <a:pt x="3153" y="8210"/>
                  </a:lnTo>
                  <a:cubicBezTo>
                    <a:pt x="3679" y="8210"/>
                    <a:pt x="4105" y="7784"/>
                    <a:pt x="4105" y="7258"/>
                  </a:cubicBezTo>
                  <a:lnTo>
                    <a:pt x="4105" y="958"/>
                  </a:lnTo>
                  <a:cubicBezTo>
                    <a:pt x="4105" y="432"/>
                    <a:pt x="3679" y="0"/>
                    <a:pt x="31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5"/>
            <p:cNvSpPr/>
            <p:nvPr/>
          </p:nvSpPr>
          <p:spPr>
            <a:xfrm>
              <a:off x="4297874" y="3053165"/>
              <a:ext cx="22138" cy="22111"/>
            </a:xfrm>
            <a:custGeom>
              <a:avLst/>
              <a:gdLst/>
              <a:ahLst/>
              <a:cxnLst/>
              <a:rect l="l" t="t" r="r" b="b"/>
              <a:pathLst>
                <a:path w="821" h="820" extrusionOk="0">
                  <a:moveTo>
                    <a:pt x="414" y="0"/>
                  </a:moveTo>
                  <a:cubicBezTo>
                    <a:pt x="189" y="0"/>
                    <a:pt x="1" y="188"/>
                    <a:pt x="1" y="414"/>
                  </a:cubicBezTo>
                  <a:cubicBezTo>
                    <a:pt x="1" y="639"/>
                    <a:pt x="189" y="820"/>
                    <a:pt x="414" y="820"/>
                  </a:cubicBezTo>
                  <a:cubicBezTo>
                    <a:pt x="640" y="820"/>
                    <a:pt x="820" y="639"/>
                    <a:pt x="820" y="414"/>
                  </a:cubicBezTo>
                  <a:cubicBezTo>
                    <a:pt x="820" y="188"/>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5"/>
            <p:cNvSpPr/>
            <p:nvPr/>
          </p:nvSpPr>
          <p:spPr>
            <a:xfrm>
              <a:off x="3986374" y="3143202"/>
              <a:ext cx="243764" cy="154995"/>
            </a:xfrm>
            <a:custGeom>
              <a:avLst/>
              <a:gdLst/>
              <a:ahLst/>
              <a:cxnLst/>
              <a:rect l="l" t="t" r="r" b="b"/>
              <a:pathLst>
                <a:path w="9040" h="5748" extrusionOk="0">
                  <a:moveTo>
                    <a:pt x="8079" y="822"/>
                  </a:moveTo>
                  <a:cubicBezTo>
                    <a:pt x="8155" y="822"/>
                    <a:pt x="8218" y="885"/>
                    <a:pt x="8218" y="960"/>
                  </a:cubicBezTo>
                  <a:lnTo>
                    <a:pt x="8218" y="4796"/>
                  </a:lnTo>
                  <a:cubicBezTo>
                    <a:pt x="8218" y="4871"/>
                    <a:pt x="8155" y="4926"/>
                    <a:pt x="8079" y="4926"/>
                  </a:cubicBezTo>
                  <a:lnTo>
                    <a:pt x="960" y="4926"/>
                  </a:lnTo>
                  <a:cubicBezTo>
                    <a:pt x="885" y="4926"/>
                    <a:pt x="822" y="4871"/>
                    <a:pt x="822" y="4796"/>
                  </a:cubicBezTo>
                  <a:lnTo>
                    <a:pt x="822" y="960"/>
                  </a:lnTo>
                  <a:cubicBezTo>
                    <a:pt x="822" y="885"/>
                    <a:pt x="885" y="822"/>
                    <a:pt x="960" y="822"/>
                  </a:cubicBezTo>
                  <a:close/>
                  <a:moveTo>
                    <a:pt x="960" y="0"/>
                  </a:moveTo>
                  <a:cubicBezTo>
                    <a:pt x="434" y="0"/>
                    <a:pt x="1" y="434"/>
                    <a:pt x="1" y="960"/>
                  </a:cubicBezTo>
                  <a:lnTo>
                    <a:pt x="1" y="4796"/>
                  </a:lnTo>
                  <a:cubicBezTo>
                    <a:pt x="1" y="5322"/>
                    <a:pt x="434" y="5748"/>
                    <a:pt x="960" y="5748"/>
                  </a:cubicBezTo>
                  <a:lnTo>
                    <a:pt x="8079" y="5748"/>
                  </a:lnTo>
                  <a:cubicBezTo>
                    <a:pt x="8606" y="5748"/>
                    <a:pt x="9039" y="5322"/>
                    <a:pt x="9039" y="4796"/>
                  </a:cubicBezTo>
                  <a:lnTo>
                    <a:pt x="9039" y="960"/>
                  </a:lnTo>
                  <a:cubicBezTo>
                    <a:pt x="9039" y="434"/>
                    <a:pt x="8606" y="0"/>
                    <a:pt x="80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5"/>
            <p:cNvSpPr/>
            <p:nvPr/>
          </p:nvSpPr>
          <p:spPr>
            <a:xfrm>
              <a:off x="4268482" y="3172755"/>
              <a:ext cx="95807" cy="125495"/>
            </a:xfrm>
            <a:custGeom>
              <a:avLst/>
              <a:gdLst/>
              <a:ahLst/>
              <a:cxnLst/>
              <a:rect l="l" t="t" r="r" b="b"/>
              <a:pathLst>
                <a:path w="3553" h="4654" extrusionOk="0">
                  <a:moveTo>
                    <a:pt x="2187" y="917"/>
                  </a:moveTo>
                  <a:cubicBezTo>
                    <a:pt x="2512" y="1067"/>
                    <a:pt x="2732" y="1400"/>
                    <a:pt x="2732" y="1782"/>
                  </a:cubicBezTo>
                  <a:lnTo>
                    <a:pt x="2732" y="2860"/>
                  </a:lnTo>
                  <a:cubicBezTo>
                    <a:pt x="2732" y="3367"/>
                    <a:pt x="2344" y="3800"/>
                    <a:pt x="1835" y="3830"/>
                  </a:cubicBezTo>
                  <a:cubicBezTo>
                    <a:pt x="1813" y="3832"/>
                    <a:pt x="1792" y="3833"/>
                    <a:pt x="1770" y="3833"/>
                  </a:cubicBezTo>
                  <a:cubicBezTo>
                    <a:pt x="1248" y="3833"/>
                    <a:pt x="820" y="3403"/>
                    <a:pt x="820" y="2878"/>
                  </a:cubicBezTo>
                  <a:lnTo>
                    <a:pt x="820" y="1782"/>
                  </a:lnTo>
                  <a:cubicBezTo>
                    <a:pt x="820" y="1400"/>
                    <a:pt x="1039" y="1067"/>
                    <a:pt x="1366" y="917"/>
                  </a:cubicBezTo>
                  <a:lnTo>
                    <a:pt x="1366" y="1493"/>
                  </a:lnTo>
                  <a:cubicBezTo>
                    <a:pt x="1366" y="1707"/>
                    <a:pt x="1522" y="1895"/>
                    <a:pt x="1730" y="1913"/>
                  </a:cubicBezTo>
                  <a:cubicBezTo>
                    <a:pt x="1748" y="1915"/>
                    <a:pt x="1766" y="1916"/>
                    <a:pt x="1783" y="1916"/>
                  </a:cubicBezTo>
                  <a:cubicBezTo>
                    <a:pt x="2008" y="1916"/>
                    <a:pt x="2187" y="1733"/>
                    <a:pt x="2187" y="1507"/>
                  </a:cubicBezTo>
                  <a:lnTo>
                    <a:pt x="2187" y="917"/>
                  </a:lnTo>
                  <a:close/>
                  <a:moveTo>
                    <a:pt x="1773" y="1"/>
                  </a:moveTo>
                  <a:cubicBezTo>
                    <a:pt x="1746" y="1"/>
                    <a:pt x="1719" y="1"/>
                    <a:pt x="1692" y="2"/>
                  </a:cubicBezTo>
                  <a:cubicBezTo>
                    <a:pt x="739" y="46"/>
                    <a:pt x="0" y="854"/>
                    <a:pt x="0" y="1807"/>
                  </a:cubicBezTo>
                  <a:lnTo>
                    <a:pt x="0" y="2847"/>
                  </a:lnTo>
                  <a:cubicBezTo>
                    <a:pt x="0" y="3806"/>
                    <a:pt x="739" y="4608"/>
                    <a:pt x="1692" y="4652"/>
                  </a:cubicBezTo>
                  <a:cubicBezTo>
                    <a:pt x="1723" y="4653"/>
                    <a:pt x="1753" y="4654"/>
                    <a:pt x="1783" y="4654"/>
                  </a:cubicBezTo>
                  <a:cubicBezTo>
                    <a:pt x="2763" y="4654"/>
                    <a:pt x="3553" y="3857"/>
                    <a:pt x="3553" y="2878"/>
                  </a:cubicBezTo>
                  <a:lnTo>
                    <a:pt x="3553" y="1782"/>
                  </a:lnTo>
                  <a:cubicBezTo>
                    <a:pt x="3553" y="799"/>
                    <a:pt x="2757" y="1"/>
                    <a:pt x="17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5"/>
            <p:cNvSpPr/>
            <p:nvPr/>
          </p:nvSpPr>
          <p:spPr>
            <a:xfrm>
              <a:off x="4030678" y="3231782"/>
              <a:ext cx="110691" cy="22165"/>
            </a:xfrm>
            <a:custGeom>
              <a:avLst/>
              <a:gdLst/>
              <a:ahLst/>
              <a:cxnLst/>
              <a:rect l="l" t="t" r="r" b="b"/>
              <a:pathLst>
                <a:path w="4105" h="822" extrusionOk="0">
                  <a:moveTo>
                    <a:pt x="414" y="0"/>
                  </a:moveTo>
                  <a:cubicBezTo>
                    <a:pt x="188" y="0"/>
                    <a:pt x="0" y="188"/>
                    <a:pt x="0" y="414"/>
                  </a:cubicBezTo>
                  <a:cubicBezTo>
                    <a:pt x="0" y="640"/>
                    <a:pt x="188" y="822"/>
                    <a:pt x="414" y="822"/>
                  </a:cubicBezTo>
                  <a:lnTo>
                    <a:pt x="3697" y="822"/>
                  </a:lnTo>
                  <a:cubicBezTo>
                    <a:pt x="3923" y="822"/>
                    <a:pt x="4105" y="640"/>
                    <a:pt x="4105" y="414"/>
                  </a:cubicBezTo>
                  <a:cubicBezTo>
                    <a:pt x="4105" y="188"/>
                    <a:pt x="3923" y="0"/>
                    <a:pt x="36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5"/>
            <p:cNvSpPr/>
            <p:nvPr/>
          </p:nvSpPr>
          <p:spPr>
            <a:xfrm>
              <a:off x="4030678" y="3187478"/>
              <a:ext cx="22165" cy="22192"/>
            </a:xfrm>
            <a:custGeom>
              <a:avLst/>
              <a:gdLst/>
              <a:ahLst/>
              <a:cxnLst/>
              <a:rect l="l" t="t" r="r" b="b"/>
              <a:pathLst>
                <a:path w="822" h="823" extrusionOk="0">
                  <a:moveTo>
                    <a:pt x="414" y="1"/>
                  </a:moveTo>
                  <a:cubicBezTo>
                    <a:pt x="188" y="1"/>
                    <a:pt x="0" y="189"/>
                    <a:pt x="0" y="415"/>
                  </a:cubicBezTo>
                  <a:cubicBezTo>
                    <a:pt x="0" y="640"/>
                    <a:pt x="188" y="822"/>
                    <a:pt x="414" y="822"/>
                  </a:cubicBezTo>
                  <a:cubicBezTo>
                    <a:pt x="639" y="822"/>
                    <a:pt x="821" y="640"/>
                    <a:pt x="821" y="415"/>
                  </a:cubicBezTo>
                  <a:cubicBezTo>
                    <a:pt x="821" y="189"/>
                    <a:pt x="639"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5"/>
            <p:cNvSpPr/>
            <p:nvPr/>
          </p:nvSpPr>
          <p:spPr>
            <a:xfrm>
              <a:off x="4074954" y="3187478"/>
              <a:ext cx="22165" cy="22192"/>
            </a:xfrm>
            <a:custGeom>
              <a:avLst/>
              <a:gdLst/>
              <a:ahLst/>
              <a:cxnLst/>
              <a:rect l="l" t="t" r="r" b="b"/>
              <a:pathLst>
                <a:path w="822" h="823" extrusionOk="0">
                  <a:moveTo>
                    <a:pt x="414" y="1"/>
                  </a:moveTo>
                  <a:cubicBezTo>
                    <a:pt x="189" y="1"/>
                    <a:pt x="1" y="189"/>
                    <a:pt x="1" y="415"/>
                  </a:cubicBezTo>
                  <a:cubicBezTo>
                    <a:pt x="1" y="640"/>
                    <a:pt x="189" y="822"/>
                    <a:pt x="414" y="822"/>
                  </a:cubicBezTo>
                  <a:cubicBezTo>
                    <a:pt x="640" y="822"/>
                    <a:pt x="822" y="640"/>
                    <a:pt x="822" y="415"/>
                  </a:cubicBezTo>
                  <a:cubicBezTo>
                    <a:pt x="822" y="189"/>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5"/>
            <p:cNvSpPr/>
            <p:nvPr/>
          </p:nvSpPr>
          <p:spPr>
            <a:xfrm>
              <a:off x="4119204" y="3187478"/>
              <a:ext cx="22165" cy="22192"/>
            </a:xfrm>
            <a:custGeom>
              <a:avLst/>
              <a:gdLst/>
              <a:ahLst/>
              <a:cxnLst/>
              <a:rect l="l" t="t" r="r" b="b"/>
              <a:pathLst>
                <a:path w="822" h="823" extrusionOk="0">
                  <a:moveTo>
                    <a:pt x="414" y="1"/>
                  </a:moveTo>
                  <a:cubicBezTo>
                    <a:pt x="189" y="1"/>
                    <a:pt x="1" y="189"/>
                    <a:pt x="1" y="415"/>
                  </a:cubicBezTo>
                  <a:cubicBezTo>
                    <a:pt x="1" y="640"/>
                    <a:pt x="189" y="822"/>
                    <a:pt x="414" y="822"/>
                  </a:cubicBezTo>
                  <a:cubicBezTo>
                    <a:pt x="640" y="822"/>
                    <a:pt x="822" y="640"/>
                    <a:pt x="822" y="415"/>
                  </a:cubicBezTo>
                  <a:cubicBezTo>
                    <a:pt x="822" y="189"/>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5"/>
            <p:cNvSpPr/>
            <p:nvPr/>
          </p:nvSpPr>
          <p:spPr>
            <a:xfrm>
              <a:off x="4163669" y="3187478"/>
              <a:ext cx="22165" cy="22192"/>
            </a:xfrm>
            <a:custGeom>
              <a:avLst/>
              <a:gdLst/>
              <a:ahLst/>
              <a:cxnLst/>
              <a:rect l="l" t="t" r="r" b="b"/>
              <a:pathLst>
                <a:path w="822" h="823" extrusionOk="0">
                  <a:moveTo>
                    <a:pt x="408" y="1"/>
                  </a:moveTo>
                  <a:cubicBezTo>
                    <a:pt x="182" y="1"/>
                    <a:pt x="0" y="189"/>
                    <a:pt x="0" y="415"/>
                  </a:cubicBezTo>
                  <a:cubicBezTo>
                    <a:pt x="0" y="640"/>
                    <a:pt x="182" y="822"/>
                    <a:pt x="408" y="822"/>
                  </a:cubicBezTo>
                  <a:cubicBezTo>
                    <a:pt x="634" y="822"/>
                    <a:pt x="822" y="640"/>
                    <a:pt x="822" y="415"/>
                  </a:cubicBezTo>
                  <a:cubicBezTo>
                    <a:pt x="822" y="189"/>
                    <a:pt x="634"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5"/>
            <p:cNvSpPr/>
            <p:nvPr/>
          </p:nvSpPr>
          <p:spPr>
            <a:xfrm>
              <a:off x="4163669" y="3231782"/>
              <a:ext cx="22165" cy="22165"/>
            </a:xfrm>
            <a:custGeom>
              <a:avLst/>
              <a:gdLst/>
              <a:ahLst/>
              <a:cxnLst/>
              <a:rect l="l" t="t" r="r" b="b"/>
              <a:pathLst>
                <a:path w="822" h="822" extrusionOk="0">
                  <a:moveTo>
                    <a:pt x="408" y="0"/>
                  </a:moveTo>
                  <a:cubicBezTo>
                    <a:pt x="182" y="0"/>
                    <a:pt x="0" y="188"/>
                    <a:pt x="0" y="414"/>
                  </a:cubicBezTo>
                  <a:cubicBezTo>
                    <a:pt x="0" y="640"/>
                    <a:pt x="182" y="822"/>
                    <a:pt x="408" y="822"/>
                  </a:cubicBezTo>
                  <a:cubicBezTo>
                    <a:pt x="634" y="822"/>
                    <a:pt x="822" y="640"/>
                    <a:pt x="822" y="414"/>
                  </a:cubicBezTo>
                  <a:cubicBezTo>
                    <a:pt x="822" y="188"/>
                    <a:pt x="63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 name="Google Shape;258;p35"/>
          <p:cNvGrpSpPr/>
          <p:nvPr/>
        </p:nvGrpSpPr>
        <p:grpSpPr>
          <a:xfrm>
            <a:off x="3072418" y="3897101"/>
            <a:ext cx="324666" cy="324666"/>
            <a:chOff x="1544532" y="2899519"/>
            <a:chExt cx="377914" cy="377914"/>
          </a:xfrm>
        </p:grpSpPr>
        <p:sp>
          <p:nvSpPr>
            <p:cNvPr id="259" name="Google Shape;259;p35"/>
            <p:cNvSpPr/>
            <p:nvPr/>
          </p:nvSpPr>
          <p:spPr>
            <a:xfrm>
              <a:off x="1678197" y="3151911"/>
              <a:ext cx="110718" cy="125522"/>
            </a:xfrm>
            <a:custGeom>
              <a:avLst/>
              <a:gdLst/>
              <a:ahLst/>
              <a:cxnLst/>
              <a:rect l="l" t="t" r="r" b="b"/>
              <a:pathLst>
                <a:path w="4106" h="4655" extrusionOk="0">
                  <a:moveTo>
                    <a:pt x="2051" y="819"/>
                  </a:moveTo>
                  <a:cubicBezTo>
                    <a:pt x="2352" y="819"/>
                    <a:pt x="2602" y="1069"/>
                    <a:pt x="2602" y="1370"/>
                  </a:cubicBezTo>
                  <a:cubicBezTo>
                    <a:pt x="2602" y="1670"/>
                    <a:pt x="2352" y="1916"/>
                    <a:pt x="2051" y="1916"/>
                  </a:cubicBezTo>
                  <a:cubicBezTo>
                    <a:pt x="1750" y="1916"/>
                    <a:pt x="1505" y="1670"/>
                    <a:pt x="1505" y="1370"/>
                  </a:cubicBezTo>
                  <a:cubicBezTo>
                    <a:pt x="1505" y="1069"/>
                    <a:pt x="1750" y="819"/>
                    <a:pt x="2051" y="819"/>
                  </a:cubicBezTo>
                  <a:close/>
                  <a:moveTo>
                    <a:pt x="2051" y="2737"/>
                  </a:moveTo>
                  <a:cubicBezTo>
                    <a:pt x="2683" y="2737"/>
                    <a:pt x="3209" y="3220"/>
                    <a:pt x="3278" y="3833"/>
                  </a:cubicBezTo>
                  <a:lnTo>
                    <a:pt x="828" y="3833"/>
                  </a:lnTo>
                  <a:cubicBezTo>
                    <a:pt x="897" y="3220"/>
                    <a:pt x="1418" y="2737"/>
                    <a:pt x="2051" y="2737"/>
                  </a:cubicBezTo>
                  <a:close/>
                  <a:moveTo>
                    <a:pt x="2058" y="0"/>
                  </a:moveTo>
                  <a:cubicBezTo>
                    <a:pt x="1300" y="0"/>
                    <a:pt x="684" y="612"/>
                    <a:pt x="684" y="1370"/>
                  </a:cubicBezTo>
                  <a:cubicBezTo>
                    <a:pt x="684" y="1690"/>
                    <a:pt x="797" y="1985"/>
                    <a:pt x="979" y="2216"/>
                  </a:cubicBezTo>
                  <a:cubicBezTo>
                    <a:pt x="389" y="2580"/>
                    <a:pt x="1" y="3232"/>
                    <a:pt x="1" y="3972"/>
                  </a:cubicBezTo>
                  <a:lnTo>
                    <a:pt x="1" y="4241"/>
                  </a:lnTo>
                  <a:cubicBezTo>
                    <a:pt x="1" y="4473"/>
                    <a:pt x="183" y="4655"/>
                    <a:pt x="408" y="4655"/>
                  </a:cubicBezTo>
                  <a:lnTo>
                    <a:pt x="3692" y="4655"/>
                  </a:lnTo>
                  <a:cubicBezTo>
                    <a:pt x="3918" y="4655"/>
                    <a:pt x="4106" y="4473"/>
                    <a:pt x="4106" y="4241"/>
                  </a:cubicBezTo>
                  <a:lnTo>
                    <a:pt x="4106" y="3972"/>
                  </a:lnTo>
                  <a:cubicBezTo>
                    <a:pt x="4106" y="3232"/>
                    <a:pt x="3712" y="2580"/>
                    <a:pt x="3122" y="2216"/>
                  </a:cubicBezTo>
                  <a:cubicBezTo>
                    <a:pt x="3330" y="1959"/>
                    <a:pt x="3442" y="1633"/>
                    <a:pt x="3417" y="1270"/>
                  </a:cubicBezTo>
                  <a:cubicBezTo>
                    <a:pt x="3373" y="599"/>
                    <a:pt x="2827" y="53"/>
                    <a:pt x="2156" y="4"/>
                  </a:cubicBezTo>
                  <a:cubicBezTo>
                    <a:pt x="2123" y="1"/>
                    <a:pt x="2091" y="0"/>
                    <a:pt x="2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5"/>
            <p:cNvSpPr/>
            <p:nvPr/>
          </p:nvSpPr>
          <p:spPr>
            <a:xfrm>
              <a:off x="1544532" y="3151911"/>
              <a:ext cx="110691" cy="125522"/>
            </a:xfrm>
            <a:custGeom>
              <a:avLst/>
              <a:gdLst/>
              <a:ahLst/>
              <a:cxnLst/>
              <a:rect l="l" t="t" r="r" b="b"/>
              <a:pathLst>
                <a:path w="4105" h="4655" extrusionOk="0">
                  <a:moveTo>
                    <a:pt x="2056" y="819"/>
                  </a:moveTo>
                  <a:cubicBezTo>
                    <a:pt x="2357" y="819"/>
                    <a:pt x="2601" y="1069"/>
                    <a:pt x="2601" y="1370"/>
                  </a:cubicBezTo>
                  <a:cubicBezTo>
                    <a:pt x="2601" y="1670"/>
                    <a:pt x="2357" y="1916"/>
                    <a:pt x="2056" y="1916"/>
                  </a:cubicBezTo>
                  <a:cubicBezTo>
                    <a:pt x="1755" y="1916"/>
                    <a:pt x="1504" y="1670"/>
                    <a:pt x="1504" y="1370"/>
                  </a:cubicBezTo>
                  <a:cubicBezTo>
                    <a:pt x="1504" y="1069"/>
                    <a:pt x="1755" y="819"/>
                    <a:pt x="2056" y="819"/>
                  </a:cubicBezTo>
                  <a:close/>
                  <a:moveTo>
                    <a:pt x="2056" y="2737"/>
                  </a:moveTo>
                  <a:cubicBezTo>
                    <a:pt x="2690" y="2737"/>
                    <a:pt x="3210" y="3220"/>
                    <a:pt x="3278" y="3833"/>
                  </a:cubicBezTo>
                  <a:lnTo>
                    <a:pt x="827" y="3833"/>
                  </a:lnTo>
                  <a:cubicBezTo>
                    <a:pt x="897" y="3220"/>
                    <a:pt x="1423" y="2737"/>
                    <a:pt x="2056" y="2737"/>
                  </a:cubicBezTo>
                  <a:close/>
                  <a:moveTo>
                    <a:pt x="2059" y="0"/>
                  </a:moveTo>
                  <a:cubicBezTo>
                    <a:pt x="1300" y="0"/>
                    <a:pt x="683" y="612"/>
                    <a:pt x="683" y="1370"/>
                  </a:cubicBezTo>
                  <a:cubicBezTo>
                    <a:pt x="683" y="1690"/>
                    <a:pt x="796" y="1985"/>
                    <a:pt x="984" y="2216"/>
                  </a:cubicBezTo>
                  <a:cubicBezTo>
                    <a:pt x="396" y="2580"/>
                    <a:pt x="0" y="3232"/>
                    <a:pt x="0" y="3972"/>
                  </a:cubicBezTo>
                  <a:lnTo>
                    <a:pt x="0" y="4241"/>
                  </a:lnTo>
                  <a:cubicBezTo>
                    <a:pt x="0" y="4473"/>
                    <a:pt x="182" y="4655"/>
                    <a:pt x="414" y="4655"/>
                  </a:cubicBezTo>
                  <a:lnTo>
                    <a:pt x="3699" y="4655"/>
                  </a:lnTo>
                  <a:cubicBezTo>
                    <a:pt x="3924" y="4655"/>
                    <a:pt x="4105" y="4473"/>
                    <a:pt x="4105" y="4241"/>
                  </a:cubicBezTo>
                  <a:lnTo>
                    <a:pt x="4105" y="3972"/>
                  </a:lnTo>
                  <a:cubicBezTo>
                    <a:pt x="4105" y="3232"/>
                    <a:pt x="3717" y="2580"/>
                    <a:pt x="3127" y="2216"/>
                  </a:cubicBezTo>
                  <a:cubicBezTo>
                    <a:pt x="3329" y="1959"/>
                    <a:pt x="3442" y="1633"/>
                    <a:pt x="3422" y="1270"/>
                  </a:cubicBezTo>
                  <a:cubicBezTo>
                    <a:pt x="3372" y="599"/>
                    <a:pt x="2834" y="53"/>
                    <a:pt x="2157" y="4"/>
                  </a:cubicBezTo>
                  <a:cubicBezTo>
                    <a:pt x="2124" y="1"/>
                    <a:pt x="2091" y="0"/>
                    <a:pt x="20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5"/>
            <p:cNvSpPr/>
            <p:nvPr/>
          </p:nvSpPr>
          <p:spPr>
            <a:xfrm>
              <a:off x="1811728" y="3151911"/>
              <a:ext cx="110718" cy="125522"/>
            </a:xfrm>
            <a:custGeom>
              <a:avLst/>
              <a:gdLst/>
              <a:ahLst/>
              <a:cxnLst/>
              <a:rect l="l" t="t" r="r" b="b"/>
              <a:pathLst>
                <a:path w="4106" h="4655" extrusionOk="0">
                  <a:moveTo>
                    <a:pt x="2055" y="819"/>
                  </a:moveTo>
                  <a:cubicBezTo>
                    <a:pt x="2356" y="819"/>
                    <a:pt x="2601" y="1069"/>
                    <a:pt x="2601" y="1370"/>
                  </a:cubicBezTo>
                  <a:cubicBezTo>
                    <a:pt x="2601" y="1670"/>
                    <a:pt x="2356" y="1916"/>
                    <a:pt x="2055" y="1916"/>
                  </a:cubicBezTo>
                  <a:cubicBezTo>
                    <a:pt x="1754" y="1916"/>
                    <a:pt x="1505" y="1670"/>
                    <a:pt x="1505" y="1370"/>
                  </a:cubicBezTo>
                  <a:cubicBezTo>
                    <a:pt x="1505" y="1069"/>
                    <a:pt x="1754" y="819"/>
                    <a:pt x="2055" y="819"/>
                  </a:cubicBezTo>
                  <a:close/>
                  <a:moveTo>
                    <a:pt x="2055" y="2737"/>
                  </a:moveTo>
                  <a:cubicBezTo>
                    <a:pt x="2688" y="2737"/>
                    <a:pt x="3209" y="3220"/>
                    <a:pt x="3278" y="3833"/>
                  </a:cubicBezTo>
                  <a:lnTo>
                    <a:pt x="828" y="3833"/>
                  </a:lnTo>
                  <a:cubicBezTo>
                    <a:pt x="897" y="3220"/>
                    <a:pt x="1423" y="2737"/>
                    <a:pt x="2055" y="2737"/>
                  </a:cubicBezTo>
                  <a:close/>
                  <a:moveTo>
                    <a:pt x="2058" y="0"/>
                  </a:moveTo>
                  <a:cubicBezTo>
                    <a:pt x="1306" y="0"/>
                    <a:pt x="683" y="612"/>
                    <a:pt x="683" y="1370"/>
                  </a:cubicBezTo>
                  <a:cubicBezTo>
                    <a:pt x="683" y="1690"/>
                    <a:pt x="796" y="1985"/>
                    <a:pt x="984" y="2216"/>
                  </a:cubicBezTo>
                  <a:cubicBezTo>
                    <a:pt x="395" y="2580"/>
                    <a:pt x="1" y="3232"/>
                    <a:pt x="1" y="3972"/>
                  </a:cubicBezTo>
                  <a:lnTo>
                    <a:pt x="1" y="4241"/>
                  </a:lnTo>
                  <a:cubicBezTo>
                    <a:pt x="1" y="4473"/>
                    <a:pt x="189" y="4655"/>
                    <a:pt x="414" y="4655"/>
                  </a:cubicBezTo>
                  <a:lnTo>
                    <a:pt x="3698" y="4655"/>
                  </a:lnTo>
                  <a:cubicBezTo>
                    <a:pt x="3923" y="4655"/>
                    <a:pt x="4105" y="4473"/>
                    <a:pt x="4105" y="4241"/>
                  </a:cubicBezTo>
                  <a:lnTo>
                    <a:pt x="4105" y="3972"/>
                  </a:lnTo>
                  <a:cubicBezTo>
                    <a:pt x="4105" y="3232"/>
                    <a:pt x="3717" y="2580"/>
                    <a:pt x="3128" y="2216"/>
                  </a:cubicBezTo>
                  <a:cubicBezTo>
                    <a:pt x="3328" y="1959"/>
                    <a:pt x="3447" y="1633"/>
                    <a:pt x="3422" y="1270"/>
                  </a:cubicBezTo>
                  <a:cubicBezTo>
                    <a:pt x="3371" y="599"/>
                    <a:pt x="2833" y="53"/>
                    <a:pt x="2156" y="4"/>
                  </a:cubicBezTo>
                  <a:cubicBezTo>
                    <a:pt x="2123" y="1"/>
                    <a:pt x="2091" y="0"/>
                    <a:pt x="2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5"/>
            <p:cNvSpPr/>
            <p:nvPr/>
          </p:nvSpPr>
          <p:spPr>
            <a:xfrm>
              <a:off x="1544532" y="3021185"/>
              <a:ext cx="110691" cy="108534"/>
            </a:xfrm>
            <a:custGeom>
              <a:avLst/>
              <a:gdLst/>
              <a:ahLst/>
              <a:cxnLst/>
              <a:rect l="l" t="t" r="r" b="b"/>
              <a:pathLst>
                <a:path w="4105" h="4025" extrusionOk="0">
                  <a:moveTo>
                    <a:pt x="3285" y="822"/>
                  </a:moveTo>
                  <a:lnTo>
                    <a:pt x="3285" y="3203"/>
                  </a:lnTo>
                  <a:lnTo>
                    <a:pt x="821" y="3203"/>
                  </a:lnTo>
                  <a:lnTo>
                    <a:pt x="821" y="822"/>
                  </a:lnTo>
                  <a:close/>
                  <a:moveTo>
                    <a:pt x="414" y="1"/>
                  </a:moveTo>
                  <a:cubicBezTo>
                    <a:pt x="182" y="1"/>
                    <a:pt x="0" y="189"/>
                    <a:pt x="0" y="414"/>
                  </a:cubicBezTo>
                  <a:lnTo>
                    <a:pt x="0" y="3617"/>
                  </a:lnTo>
                  <a:cubicBezTo>
                    <a:pt x="0" y="3842"/>
                    <a:pt x="182" y="4024"/>
                    <a:pt x="414" y="4024"/>
                  </a:cubicBezTo>
                  <a:lnTo>
                    <a:pt x="3699" y="4024"/>
                  </a:lnTo>
                  <a:cubicBezTo>
                    <a:pt x="3924" y="4024"/>
                    <a:pt x="4105" y="3842"/>
                    <a:pt x="4105" y="3617"/>
                  </a:cubicBezTo>
                  <a:lnTo>
                    <a:pt x="4105" y="414"/>
                  </a:lnTo>
                  <a:cubicBezTo>
                    <a:pt x="4105" y="189"/>
                    <a:pt x="3924" y="1"/>
                    <a:pt x="36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5"/>
            <p:cNvSpPr/>
            <p:nvPr/>
          </p:nvSpPr>
          <p:spPr>
            <a:xfrm>
              <a:off x="1811728" y="3050766"/>
              <a:ext cx="110718" cy="78954"/>
            </a:xfrm>
            <a:custGeom>
              <a:avLst/>
              <a:gdLst/>
              <a:ahLst/>
              <a:cxnLst/>
              <a:rect l="l" t="t" r="r" b="b"/>
              <a:pathLst>
                <a:path w="4106" h="2928" extrusionOk="0">
                  <a:moveTo>
                    <a:pt x="3284" y="822"/>
                  </a:moveTo>
                  <a:lnTo>
                    <a:pt x="3284" y="2106"/>
                  </a:lnTo>
                  <a:lnTo>
                    <a:pt x="822" y="2106"/>
                  </a:lnTo>
                  <a:lnTo>
                    <a:pt x="822" y="822"/>
                  </a:lnTo>
                  <a:close/>
                  <a:moveTo>
                    <a:pt x="414" y="0"/>
                  </a:moveTo>
                  <a:cubicBezTo>
                    <a:pt x="189" y="0"/>
                    <a:pt x="1" y="182"/>
                    <a:pt x="1" y="414"/>
                  </a:cubicBezTo>
                  <a:lnTo>
                    <a:pt x="1" y="2520"/>
                  </a:lnTo>
                  <a:cubicBezTo>
                    <a:pt x="1" y="2745"/>
                    <a:pt x="189" y="2927"/>
                    <a:pt x="414" y="2927"/>
                  </a:cubicBezTo>
                  <a:lnTo>
                    <a:pt x="3698" y="2927"/>
                  </a:lnTo>
                  <a:cubicBezTo>
                    <a:pt x="3923" y="2927"/>
                    <a:pt x="4105" y="2745"/>
                    <a:pt x="4105" y="2520"/>
                  </a:cubicBezTo>
                  <a:lnTo>
                    <a:pt x="4105" y="414"/>
                  </a:lnTo>
                  <a:cubicBezTo>
                    <a:pt x="4105" y="182"/>
                    <a:pt x="3923" y="0"/>
                    <a:pt x="36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5"/>
            <p:cNvSpPr/>
            <p:nvPr/>
          </p:nvSpPr>
          <p:spPr>
            <a:xfrm>
              <a:off x="1678197" y="2991793"/>
              <a:ext cx="110718" cy="137926"/>
            </a:xfrm>
            <a:custGeom>
              <a:avLst/>
              <a:gdLst/>
              <a:ahLst/>
              <a:cxnLst/>
              <a:rect l="l" t="t" r="r" b="b"/>
              <a:pathLst>
                <a:path w="4106" h="5115" extrusionOk="0">
                  <a:moveTo>
                    <a:pt x="3284" y="822"/>
                  </a:moveTo>
                  <a:lnTo>
                    <a:pt x="3284" y="4293"/>
                  </a:lnTo>
                  <a:lnTo>
                    <a:pt x="822" y="4293"/>
                  </a:lnTo>
                  <a:lnTo>
                    <a:pt x="822" y="822"/>
                  </a:lnTo>
                  <a:close/>
                  <a:moveTo>
                    <a:pt x="408" y="0"/>
                  </a:moveTo>
                  <a:cubicBezTo>
                    <a:pt x="183" y="0"/>
                    <a:pt x="1" y="182"/>
                    <a:pt x="1" y="408"/>
                  </a:cubicBezTo>
                  <a:lnTo>
                    <a:pt x="1" y="4707"/>
                  </a:lnTo>
                  <a:cubicBezTo>
                    <a:pt x="1" y="4932"/>
                    <a:pt x="183" y="5114"/>
                    <a:pt x="408" y="5114"/>
                  </a:cubicBezTo>
                  <a:lnTo>
                    <a:pt x="3692" y="5114"/>
                  </a:lnTo>
                  <a:cubicBezTo>
                    <a:pt x="3918" y="5114"/>
                    <a:pt x="4106" y="4932"/>
                    <a:pt x="4106" y="4707"/>
                  </a:cubicBezTo>
                  <a:lnTo>
                    <a:pt x="4106" y="408"/>
                  </a:lnTo>
                  <a:cubicBezTo>
                    <a:pt x="4106" y="182"/>
                    <a:pt x="3918" y="0"/>
                    <a:pt x="36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5"/>
            <p:cNvSpPr/>
            <p:nvPr/>
          </p:nvSpPr>
          <p:spPr>
            <a:xfrm>
              <a:off x="1712847" y="2899519"/>
              <a:ext cx="28098" cy="73803"/>
            </a:xfrm>
            <a:custGeom>
              <a:avLst/>
              <a:gdLst/>
              <a:ahLst/>
              <a:cxnLst/>
              <a:rect l="l" t="t" r="r" b="b"/>
              <a:pathLst>
                <a:path w="1042" h="2737" extrusionOk="0">
                  <a:moveTo>
                    <a:pt x="301" y="0"/>
                  </a:moveTo>
                  <a:cubicBezTo>
                    <a:pt x="133" y="0"/>
                    <a:pt x="0" y="145"/>
                    <a:pt x="26" y="313"/>
                  </a:cubicBezTo>
                  <a:cubicBezTo>
                    <a:pt x="44" y="452"/>
                    <a:pt x="170" y="546"/>
                    <a:pt x="307" y="546"/>
                  </a:cubicBezTo>
                  <a:lnTo>
                    <a:pt x="495" y="546"/>
                  </a:lnTo>
                  <a:lnTo>
                    <a:pt x="495" y="2451"/>
                  </a:lnTo>
                  <a:cubicBezTo>
                    <a:pt x="495" y="2589"/>
                    <a:pt x="590" y="2714"/>
                    <a:pt x="728" y="2733"/>
                  </a:cubicBezTo>
                  <a:cubicBezTo>
                    <a:pt x="742" y="2735"/>
                    <a:pt x="755" y="2736"/>
                    <a:pt x="768" y="2736"/>
                  </a:cubicBezTo>
                  <a:cubicBezTo>
                    <a:pt x="919" y="2736"/>
                    <a:pt x="1041" y="2614"/>
                    <a:pt x="1041" y="2464"/>
                  </a:cubicBezTo>
                  <a:lnTo>
                    <a:pt x="1041" y="270"/>
                  </a:lnTo>
                  <a:cubicBezTo>
                    <a:pt x="1041" y="119"/>
                    <a:pt x="916" y="0"/>
                    <a:pt x="7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35"/>
            <p:cNvSpPr/>
            <p:nvPr/>
          </p:nvSpPr>
          <p:spPr>
            <a:xfrm>
              <a:off x="1843169" y="2958491"/>
              <a:ext cx="47324" cy="73884"/>
            </a:xfrm>
            <a:custGeom>
              <a:avLst/>
              <a:gdLst/>
              <a:ahLst/>
              <a:cxnLst/>
              <a:rect l="l" t="t" r="r" b="b"/>
              <a:pathLst>
                <a:path w="1755" h="2740" extrusionOk="0">
                  <a:moveTo>
                    <a:pt x="840" y="0"/>
                  </a:moveTo>
                  <a:cubicBezTo>
                    <a:pt x="445" y="0"/>
                    <a:pt x="107" y="283"/>
                    <a:pt x="32" y="665"/>
                  </a:cubicBezTo>
                  <a:cubicBezTo>
                    <a:pt x="0" y="816"/>
                    <a:pt x="100" y="960"/>
                    <a:pt x="244" y="984"/>
                  </a:cubicBezTo>
                  <a:cubicBezTo>
                    <a:pt x="264" y="988"/>
                    <a:pt x="283" y="990"/>
                    <a:pt x="303" y="990"/>
                  </a:cubicBezTo>
                  <a:cubicBezTo>
                    <a:pt x="430" y="990"/>
                    <a:pt x="543" y="903"/>
                    <a:pt x="570" y="772"/>
                  </a:cubicBezTo>
                  <a:cubicBezTo>
                    <a:pt x="596" y="640"/>
                    <a:pt x="709" y="546"/>
                    <a:pt x="840" y="546"/>
                  </a:cubicBezTo>
                  <a:cubicBezTo>
                    <a:pt x="984" y="546"/>
                    <a:pt x="1103" y="665"/>
                    <a:pt x="1115" y="810"/>
                  </a:cubicBezTo>
                  <a:lnTo>
                    <a:pt x="1109" y="859"/>
                  </a:lnTo>
                  <a:cubicBezTo>
                    <a:pt x="1085" y="960"/>
                    <a:pt x="1022" y="1085"/>
                    <a:pt x="927" y="1217"/>
                  </a:cubicBezTo>
                  <a:cubicBezTo>
                    <a:pt x="582" y="1706"/>
                    <a:pt x="382" y="1969"/>
                    <a:pt x="275" y="2112"/>
                  </a:cubicBezTo>
                  <a:cubicBezTo>
                    <a:pt x="137" y="2288"/>
                    <a:pt x="69" y="2383"/>
                    <a:pt x="113" y="2533"/>
                  </a:cubicBezTo>
                  <a:cubicBezTo>
                    <a:pt x="137" y="2621"/>
                    <a:pt x="206" y="2690"/>
                    <a:pt x="295" y="2714"/>
                  </a:cubicBezTo>
                  <a:cubicBezTo>
                    <a:pt x="333" y="2727"/>
                    <a:pt x="363" y="2739"/>
                    <a:pt x="790" y="2739"/>
                  </a:cubicBezTo>
                  <a:cubicBezTo>
                    <a:pt x="952" y="2739"/>
                    <a:pt x="1178" y="2739"/>
                    <a:pt x="1479" y="2733"/>
                  </a:cubicBezTo>
                  <a:cubicBezTo>
                    <a:pt x="1635" y="2733"/>
                    <a:pt x="1754" y="2609"/>
                    <a:pt x="1754" y="2458"/>
                  </a:cubicBezTo>
                  <a:cubicBezTo>
                    <a:pt x="1748" y="2308"/>
                    <a:pt x="1629" y="2187"/>
                    <a:pt x="1479" y="2187"/>
                  </a:cubicBezTo>
                  <a:lnTo>
                    <a:pt x="897" y="2187"/>
                  </a:lnTo>
                  <a:cubicBezTo>
                    <a:pt x="1016" y="2037"/>
                    <a:pt x="1172" y="1825"/>
                    <a:pt x="1372" y="1530"/>
                  </a:cubicBezTo>
                  <a:cubicBezTo>
                    <a:pt x="1510" y="1330"/>
                    <a:pt x="1604" y="1142"/>
                    <a:pt x="1641" y="972"/>
                  </a:cubicBezTo>
                  <a:cubicBezTo>
                    <a:pt x="1649" y="928"/>
                    <a:pt x="1661" y="865"/>
                    <a:pt x="1661" y="822"/>
                  </a:cubicBezTo>
                  <a:cubicBezTo>
                    <a:pt x="1661" y="370"/>
                    <a:pt x="1291" y="0"/>
                    <a:pt x="8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35"/>
            <p:cNvSpPr/>
            <p:nvPr/>
          </p:nvSpPr>
          <p:spPr>
            <a:xfrm>
              <a:off x="1577483" y="2928911"/>
              <a:ext cx="44654" cy="73884"/>
            </a:xfrm>
            <a:custGeom>
              <a:avLst/>
              <a:gdLst/>
              <a:ahLst/>
              <a:cxnLst/>
              <a:rect l="l" t="t" r="r" b="b"/>
              <a:pathLst>
                <a:path w="1656" h="2740" extrusionOk="0">
                  <a:moveTo>
                    <a:pt x="834" y="1"/>
                  </a:moveTo>
                  <a:cubicBezTo>
                    <a:pt x="439" y="1"/>
                    <a:pt x="100" y="284"/>
                    <a:pt x="25" y="666"/>
                  </a:cubicBezTo>
                  <a:cubicBezTo>
                    <a:pt x="1" y="816"/>
                    <a:pt x="94" y="961"/>
                    <a:pt x="245" y="985"/>
                  </a:cubicBezTo>
                  <a:cubicBezTo>
                    <a:pt x="264" y="989"/>
                    <a:pt x="283" y="991"/>
                    <a:pt x="301" y="991"/>
                  </a:cubicBezTo>
                  <a:cubicBezTo>
                    <a:pt x="425" y="991"/>
                    <a:pt x="538" y="903"/>
                    <a:pt x="565" y="773"/>
                  </a:cubicBezTo>
                  <a:cubicBezTo>
                    <a:pt x="589" y="646"/>
                    <a:pt x="702" y="553"/>
                    <a:pt x="834" y="553"/>
                  </a:cubicBezTo>
                  <a:cubicBezTo>
                    <a:pt x="985" y="553"/>
                    <a:pt x="1104" y="672"/>
                    <a:pt x="1104" y="822"/>
                  </a:cubicBezTo>
                  <a:cubicBezTo>
                    <a:pt x="1104" y="979"/>
                    <a:pt x="985" y="1097"/>
                    <a:pt x="834" y="1097"/>
                  </a:cubicBezTo>
                  <a:cubicBezTo>
                    <a:pt x="684" y="1097"/>
                    <a:pt x="559" y="1224"/>
                    <a:pt x="559" y="1374"/>
                  </a:cubicBezTo>
                  <a:cubicBezTo>
                    <a:pt x="559" y="1525"/>
                    <a:pt x="684" y="1643"/>
                    <a:pt x="834" y="1643"/>
                  </a:cubicBezTo>
                  <a:cubicBezTo>
                    <a:pt x="985" y="1643"/>
                    <a:pt x="1104" y="1768"/>
                    <a:pt x="1104" y="1919"/>
                  </a:cubicBezTo>
                  <a:cubicBezTo>
                    <a:pt x="1104" y="2069"/>
                    <a:pt x="985" y="2194"/>
                    <a:pt x="834" y="2194"/>
                  </a:cubicBezTo>
                  <a:cubicBezTo>
                    <a:pt x="696" y="2194"/>
                    <a:pt x="577" y="2095"/>
                    <a:pt x="565" y="1956"/>
                  </a:cubicBezTo>
                  <a:cubicBezTo>
                    <a:pt x="559" y="1944"/>
                    <a:pt x="559" y="1931"/>
                    <a:pt x="559" y="1919"/>
                  </a:cubicBezTo>
                  <a:cubicBezTo>
                    <a:pt x="559" y="1768"/>
                    <a:pt x="439" y="1643"/>
                    <a:pt x="282" y="1643"/>
                  </a:cubicBezTo>
                  <a:cubicBezTo>
                    <a:pt x="132" y="1643"/>
                    <a:pt x="13" y="1768"/>
                    <a:pt x="13" y="1919"/>
                  </a:cubicBezTo>
                  <a:cubicBezTo>
                    <a:pt x="13" y="1956"/>
                    <a:pt x="13" y="1994"/>
                    <a:pt x="19" y="2032"/>
                  </a:cubicBezTo>
                  <a:cubicBezTo>
                    <a:pt x="76" y="2439"/>
                    <a:pt x="427" y="2740"/>
                    <a:pt x="834" y="2740"/>
                  </a:cubicBezTo>
                  <a:cubicBezTo>
                    <a:pt x="1286" y="2740"/>
                    <a:pt x="1656" y="2370"/>
                    <a:pt x="1656" y="1919"/>
                  </a:cubicBezTo>
                  <a:cubicBezTo>
                    <a:pt x="1656" y="1713"/>
                    <a:pt x="1574" y="1517"/>
                    <a:pt x="1442" y="1374"/>
                  </a:cubicBezTo>
                  <a:cubicBezTo>
                    <a:pt x="1574" y="1230"/>
                    <a:pt x="1656" y="1036"/>
                    <a:pt x="1656" y="822"/>
                  </a:cubicBezTo>
                  <a:cubicBezTo>
                    <a:pt x="1656" y="371"/>
                    <a:pt x="1286" y="1"/>
                    <a:pt x="8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 name="Google Shape;268;p35"/>
          <p:cNvGrpSpPr/>
          <p:nvPr/>
        </p:nvGrpSpPr>
        <p:grpSpPr>
          <a:xfrm>
            <a:off x="4238668" y="3900790"/>
            <a:ext cx="324666" cy="324689"/>
            <a:chOff x="1544532" y="2294155"/>
            <a:chExt cx="377914" cy="377941"/>
          </a:xfrm>
        </p:grpSpPr>
        <p:sp>
          <p:nvSpPr>
            <p:cNvPr id="269" name="Google Shape;269;p35"/>
            <p:cNvSpPr/>
            <p:nvPr/>
          </p:nvSpPr>
          <p:spPr>
            <a:xfrm>
              <a:off x="1670782" y="2338566"/>
              <a:ext cx="125387" cy="156397"/>
            </a:xfrm>
            <a:custGeom>
              <a:avLst/>
              <a:gdLst/>
              <a:ahLst/>
              <a:cxnLst/>
              <a:rect l="l" t="t" r="r" b="b"/>
              <a:pathLst>
                <a:path w="4650" h="5800" extrusionOk="0">
                  <a:moveTo>
                    <a:pt x="2323" y="821"/>
                  </a:moveTo>
                  <a:cubicBezTo>
                    <a:pt x="2344" y="821"/>
                    <a:pt x="2366" y="822"/>
                    <a:pt x="2388" y="824"/>
                  </a:cubicBezTo>
                  <a:cubicBezTo>
                    <a:pt x="2821" y="855"/>
                    <a:pt x="3146" y="1224"/>
                    <a:pt x="3146" y="1657"/>
                  </a:cubicBezTo>
                  <a:lnTo>
                    <a:pt x="3146" y="2189"/>
                  </a:lnTo>
                  <a:lnTo>
                    <a:pt x="1505" y="2189"/>
                  </a:lnTo>
                  <a:lnTo>
                    <a:pt x="1505" y="1637"/>
                  </a:lnTo>
                  <a:cubicBezTo>
                    <a:pt x="1505" y="1190"/>
                    <a:pt x="1876" y="821"/>
                    <a:pt x="2323" y="821"/>
                  </a:cubicBezTo>
                  <a:close/>
                  <a:moveTo>
                    <a:pt x="3830" y="3011"/>
                  </a:moveTo>
                  <a:lnTo>
                    <a:pt x="3830" y="4978"/>
                  </a:lnTo>
                  <a:lnTo>
                    <a:pt x="2740" y="4978"/>
                  </a:lnTo>
                  <a:lnTo>
                    <a:pt x="2740" y="4252"/>
                  </a:lnTo>
                  <a:cubicBezTo>
                    <a:pt x="2740" y="4038"/>
                    <a:pt x="2582" y="3856"/>
                    <a:pt x="2376" y="3832"/>
                  </a:cubicBezTo>
                  <a:cubicBezTo>
                    <a:pt x="2361" y="3830"/>
                    <a:pt x="2346" y="3830"/>
                    <a:pt x="2331" y="3830"/>
                  </a:cubicBezTo>
                  <a:cubicBezTo>
                    <a:pt x="2101" y="3830"/>
                    <a:pt x="1918" y="4015"/>
                    <a:pt x="1918" y="4240"/>
                  </a:cubicBezTo>
                  <a:lnTo>
                    <a:pt x="1918" y="4978"/>
                  </a:lnTo>
                  <a:lnTo>
                    <a:pt x="822" y="4978"/>
                  </a:lnTo>
                  <a:lnTo>
                    <a:pt x="822" y="3011"/>
                  </a:lnTo>
                  <a:close/>
                  <a:moveTo>
                    <a:pt x="2329" y="1"/>
                  </a:moveTo>
                  <a:cubicBezTo>
                    <a:pt x="1424" y="1"/>
                    <a:pt x="683" y="737"/>
                    <a:pt x="683" y="1637"/>
                  </a:cubicBezTo>
                  <a:lnTo>
                    <a:pt x="683" y="2189"/>
                  </a:lnTo>
                  <a:lnTo>
                    <a:pt x="408" y="2189"/>
                  </a:lnTo>
                  <a:cubicBezTo>
                    <a:pt x="183" y="2189"/>
                    <a:pt x="1" y="2371"/>
                    <a:pt x="1" y="2597"/>
                  </a:cubicBezTo>
                  <a:lnTo>
                    <a:pt x="1" y="5392"/>
                  </a:lnTo>
                  <a:cubicBezTo>
                    <a:pt x="1" y="5617"/>
                    <a:pt x="183" y="5799"/>
                    <a:pt x="408" y="5799"/>
                  </a:cubicBezTo>
                  <a:lnTo>
                    <a:pt x="4244" y="5799"/>
                  </a:lnTo>
                  <a:cubicBezTo>
                    <a:pt x="4469" y="5799"/>
                    <a:pt x="4650" y="5617"/>
                    <a:pt x="4650" y="5392"/>
                  </a:cubicBezTo>
                  <a:lnTo>
                    <a:pt x="4650" y="2597"/>
                  </a:lnTo>
                  <a:cubicBezTo>
                    <a:pt x="4650" y="2371"/>
                    <a:pt x="4469" y="2189"/>
                    <a:pt x="4244" y="2189"/>
                  </a:cubicBezTo>
                  <a:lnTo>
                    <a:pt x="3967" y="2189"/>
                  </a:lnTo>
                  <a:lnTo>
                    <a:pt x="3967" y="1663"/>
                  </a:lnTo>
                  <a:cubicBezTo>
                    <a:pt x="3967" y="786"/>
                    <a:pt x="3284" y="40"/>
                    <a:pt x="2407" y="2"/>
                  </a:cubicBezTo>
                  <a:cubicBezTo>
                    <a:pt x="2381" y="1"/>
                    <a:pt x="2355" y="1"/>
                    <a:pt x="23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5"/>
            <p:cNvSpPr/>
            <p:nvPr/>
          </p:nvSpPr>
          <p:spPr>
            <a:xfrm>
              <a:off x="1589671" y="2517074"/>
              <a:ext cx="287824" cy="110718"/>
            </a:xfrm>
            <a:custGeom>
              <a:avLst/>
              <a:gdLst/>
              <a:ahLst/>
              <a:cxnLst/>
              <a:rect l="l" t="t" r="r" b="b"/>
              <a:pathLst>
                <a:path w="10674" h="4106" extrusionOk="0">
                  <a:moveTo>
                    <a:pt x="9439" y="822"/>
                  </a:moveTo>
                  <a:cubicBezTo>
                    <a:pt x="9670" y="822"/>
                    <a:pt x="9852" y="1010"/>
                    <a:pt x="9852" y="1236"/>
                  </a:cubicBezTo>
                  <a:lnTo>
                    <a:pt x="9852" y="2877"/>
                  </a:lnTo>
                  <a:cubicBezTo>
                    <a:pt x="9852" y="3102"/>
                    <a:pt x="9670" y="3284"/>
                    <a:pt x="9439" y="3284"/>
                  </a:cubicBezTo>
                  <a:lnTo>
                    <a:pt x="1228" y="3284"/>
                  </a:lnTo>
                  <a:cubicBezTo>
                    <a:pt x="1002" y="3284"/>
                    <a:pt x="821" y="3102"/>
                    <a:pt x="821" y="2877"/>
                  </a:cubicBezTo>
                  <a:lnTo>
                    <a:pt x="821" y="1236"/>
                  </a:lnTo>
                  <a:cubicBezTo>
                    <a:pt x="821" y="1010"/>
                    <a:pt x="1002" y="822"/>
                    <a:pt x="1228" y="822"/>
                  </a:cubicBezTo>
                  <a:close/>
                  <a:moveTo>
                    <a:pt x="1228" y="1"/>
                  </a:moveTo>
                  <a:cubicBezTo>
                    <a:pt x="551" y="1"/>
                    <a:pt x="0" y="553"/>
                    <a:pt x="0" y="1236"/>
                  </a:cubicBezTo>
                  <a:lnTo>
                    <a:pt x="0" y="2877"/>
                  </a:lnTo>
                  <a:cubicBezTo>
                    <a:pt x="0" y="3554"/>
                    <a:pt x="551" y="4106"/>
                    <a:pt x="1228" y="4106"/>
                  </a:cubicBezTo>
                  <a:lnTo>
                    <a:pt x="9439" y="4106"/>
                  </a:lnTo>
                  <a:cubicBezTo>
                    <a:pt x="10122" y="4106"/>
                    <a:pt x="10674" y="3554"/>
                    <a:pt x="10674" y="2877"/>
                  </a:cubicBezTo>
                  <a:lnTo>
                    <a:pt x="10674" y="1236"/>
                  </a:lnTo>
                  <a:cubicBezTo>
                    <a:pt x="10674" y="553"/>
                    <a:pt x="10122" y="1"/>
                    <a:pt x="94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5"/>
            <p:cNvSpPr/>
            <p:nvPr/>
          </p:nvSpPr>
          <p:spPr>
            <a:xfrm>
              <a:off x="1544532" y="2294155"/>
              <a:ext cx="377914" cy="377941"/>
            </a:xfrm>
            <a:custGeom>
              <a:avLst/>
              <a:gdLst/>
              <a:ahLst/>
              <a:cxnLst/>
              <a:rect l="l" t="t" r="r" b="b"/>
              <a:pathLst>
                <a:path w="14015" h="14016" extrusionOk="0">
                  <a:moveTo>
                    <a:pt x="12510" y="822"/>
                  </a:moveTo>
                  <a:cubicBezTo>
                    <a:pt x="12886" y="822"/>
                    <a:pt x="13193" y="1129"/>
                    <a:pt x="13193" y="1511"/>
                  </a:cubicBezTo>
                  <a:lnTo>
                    <a:pt x="13193" y="12511"/>
                  </a:lnTo>
                  <a:cubicBezTo>
                    <a:pt x="13193" y="12893"/>
                    <a:pt x="12886" y="13194"/>
                    <a:pt x="12510" y="13194"/>
                  </a:cubicBezTo>
                  <a:lnTo>
                    <a:pt x="1504" y="13194"/>
                  </a:lnTo>
                  <a:cubicBezTo>
                    <a:pt x="1128" y="13194"/>
                    <a:pt x="821" y="12893"/>
                    <a:pt x="821" y="12511"/>
                  </a:cubicBezTo>
                  <a:lnTo>
                    <a:pt x="821" y="1511"/>
                  </a:lnTo>
                  <a:cubicBezTo>
                    <a:pt x="821" y="1129"/>
                    <a:pt x="1128" y="822"/>
                    <a:pt x="1504" y="822"/>
                  </a:cubicBezTo>
                  <a:close/>
                  <a:moveTo>
                    <a:pt x="1504" y="1"/>
                  </a:moveTo>
                  <a:cubicBezTo>
                    <a:pt x="677" y="1"/>
                    <a:pt x="0" y="678"/>
                    <a:pt x="0" y="1511"/>
                  </a:cubicBezTo>
                  <a:lnTo>
                    <a:pt x="0" y="12511"/>
                  </a:lnTo>
                  <a:cubicBezTo>
                    <a:pt x="0" y="13344"/>
                    <a:pt x="677" y="14015"/>
                    <a:pt x="1504" y="14015"/>
                  </a:cubicBezTo>
                  <a:lnTo>
                    <a:pt x="12510" y="14015"/>
                  </a:lnTo>
                  <a:cubicBezTo>
                    <a:pt x="13344" y="14015"/>
                    <a:pt x="14014" y="13344"/>
                    <a:pt x="14014" y="12511"/>
                  </a:cubicBezTo>
                  <a:lnTo>
                    <a:pt x="14014" y="1511"/>
                  </a:lnTo>
                  <a:cubicBezTo>
                    <a:pt x="14014" y="678"/>
                    <a:pt x="13344" y="1"/>
                    <a:pt x="125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5"/>
            <p:cNvSpPr/>
            <p:nvPr/>
          </p:nvSpPr>
          <p:spPr>
            <a:xfrm>
              <a:off x="1722501" y="2561378"/>
              <a:ext cx="22165" cy="22138"/>
            </a:xfrm>
            <a:custGeom>
              <a:avLst/>
              <a:gdLst/>
              <a:ahLst/>
              <a:cxnLst/>
              <a:rect l="l" t="t" r="r" b="b"/>
              <a:pathLst>
                <a:path w="822" h="821" extrusionOk="0">
                  <a:moveTo>
                    <a:pt x="408" y="0"/>
                  </a:moveTo>
                  <a:cubicBezTo>
                    <a:pt x="182" y="0"/>
                    <a:pt x="0" y="188"/>
                    <a:pt x="0" y="414"/>
                  </a:cubicBezTo>
                  <a:cubicBezTo>
                    <a:pt x="0" y="640"/>
                    <a:pt x="182" y="820"/>
                    <a:pt x="408" y="820"/>
                  </a:cubicBezTo>
                  <a:cubicBezTo>
                    <a:pt x="634" y="820"/>
                    <a:pt x="822" y="640"/>
                    <a:pt x="822" y="414"/>
                  </a:cubicBezTo>
                  <a:cubicBezTo>
                    <a:pt x="822" y="188"/>
                    <a:pt x="63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5"/>
            <p:cNvSpPr/>
            <p:nvPr/>
          </p:nvSpPr>
          <p:spPr>
            <a:xfrm>
              <a:off x="1678197" y="2561378"/>
              <a:ext cx="22192" cy="22138"/>
            </a:xfrm>
            <a:custGeom>
              <a:avLst/>
              <a:gdLst/>
              <a:ahLst/>
              <a:cxnLst/>
              <a:rect l="l" t="t" r="r" b="b"/>
              <a:pathLst>
                <a:path w="823" h="821" extrusionOk="0">
                  <a:moveTo>
                    <a:pt x="408" y="0"/>
                  </a:moveTo>
                  <a:cubicBezTo>
                    <a:pt x="183" y="0"/>
                    <a:pt x="1" y="188"/>
                    <a:pt x="1" y="414"/>
                  </a:cubicBezTo>
                  <a:cubicBezTo>
                    <a:pt x="1" y="640"/>
                    <a:pt x="183" y="820"/>
                    <a:pt x="408" y="820"/>
                  </a:cubicBezTo>
                  <a:cubicBezTo>
                    <a:pt x="634" y="820"/>
                    <a:pt x="822" y="640"/>
                    <a:pt x="822" y="414"/>
                  </a:cubicBezTo>
                  <a:cubicBezTo>
                    <a:pt x="822" y="188"/>
                    <a:pt x="63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5"/>
            <p:cNvSpPr/>
            <p:nvPr/>
          </p:nvSpPr>
          <p:spPr>
            <a:xfrm>
              <a:off x="1633921" y="2561378"/>
              <a:ext cx="22165" cy="22138"/>
            </a:xfrm>
            <a:custGeom>
              <a:avLst/>
              <a:gdLst/>
              <a:ahLst/>
              <a:cxnLst/>
              <a:rect l="l" t="t" r="r" b="b"/>
              <a:pathLst>
                <a:path w="822" h="821" extrusionOk="0">
                  <a:moveTo>
                    <a:pt x="408" y="0"/>
                  </a:moveTo>
                  <a:cubicBezTo>
                    <a:pt x="182" y="0"/>
                    <a:pt x="0" y="188"/>
                    <a:pt x="0" y="414"/>
                  </a:cubicBezTo>
                  <a:cubicBezTo>
                    <a:pt x="0" y="640"/>
                    <a:pt x="182" y="820"/>
                    <a:pt x="408" y="820"/>
                  </a:cubicBezTo>
                  <a:cubicBezTo>
                    <a:pt x="634" y="820"/>
                    <a:pt x="822" y="640"/>
                    <a:pt x="822" y="414"/>
                  </a:cubicBezTo>
                  <a:cubicBezTo>
                    <a:pt x="822" y="188"/>
                    <a:pt x="63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5"/>
            <p:cNvSpPr/>
            <p:nvPr/>
          </p:nvSpPr>
          <p:spPr>
            <a:xfrm>
              <a:off x="1766750" y="2561378"/>
              <a:ext cx="22165" cy="22138"/>
            </a:xfrm>
            <a:custGeom>
              <a:avLst/>
              <a:gdLst/>
              <a:ahLst/>
              <a:cxnLst/>
              <a:rect l="l" t="t" r="r" b="b"/>
              <a:pathLst>
                <a:path w="822" h="821" extrusionOk="0">
                  <a:moveTo>
                    <a:pt x="408" y="0"/>
                  </a:moveTo>
                  <a:cubicBezTo>
                    <a:pt x="182" y="0"/>
                    <a:pt x="0" y="188"/>
                    <a:pt x="0" y="414"/>
                  </a:cubicBezTo>
                  <a:cubicBezTo>
                    <a:pt x="0" y="640"/>
                    <a:pt x="182" y="820"/>
                    <a:pt x="408" y="820"/>
                  </a:cubicBezTo>
                  <a:cubicBezTo>
                    <a:pt x="640" y="820"/>
                    <a:pt x="822" y="640"/>
                    <a:pt x="822" y="414"/>
                  </a:cubicBezTo>
                  <a:cubicBezTo>
                    <a:pt x="822" y="188"/>
                    <a:pt x="640"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5"/>
            <p:cNvSpPr/>
            <p:nvPr/>
          </p:nvSpPr>
          <p:spPr>
            <a:xfrm>
              <a:off x="1811027" y="2561378"/>
              <a:ext cx="22192" cy="22138"/>
            </a:xfrm>
            <a:custGeom>
              <a:avLst/>
              <a:gdLst/>
              <a:ahLst/>
              <a:cxnLst/>
              <a:rect l="l" t="t" r="r" b="b"/>
              <a:pathLst>
                <a:path w="823" h="821" extrusionOk="0">
                  <a:moveTo>
                    <a:pt x="409" y="0"/>
                  </a:moveTo>
                  <a:cubicBezTo>
                    <a:pt x="183" y="0"/>
                    <a:pt x="1" y="188"/>
                    <a:pt x="1" y="414"/>
                  </a:cubicBezTo>
                  <a:cubicBezTo>
                    <a:pt x="1" y="640"/>
                    <a:pt x="183" y="820"/>
                    <a:pt x="409" y="820"/>
                  </a:cubicBezTo>
                  <a:cubicBezTo>
                    <a:pt x="640" y="820"/>
                    <a:pt x="822" y="640"/>
                    <a:pt x="822" y="414"/>
                  </a:cubicBezTo>
                  <a:cubicBezTo>
                    <a:pt x="822" y="188"/>
                    <a:pt x="640" y="0"/>
                    <a:pt x="4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7" name="Google Shape;277;p3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My resume</a:t>
            </a:r>
            <a:endParaRPr>
              <a:solidFill>
                <a:schemeClr val="accent6"/>
              </a:solidFill>
            </a:endParaRPr>
          </a:p>
        </p:txBody>
      </p:sp>
      <p:sp>
        <p:nvSpPr>
          <p:cNvPr id="278" name="Google Shape;278;p35"/>
          <p:cNvSpPr txBox="1"/>
          <p:nvPr/>
        </p:nvSpPr>
        <p:spPr>
          <a:xfrm>
            <a:off x="828000" y="1270246"/>
            <a:ext cx="2072700" cy="255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300" b="1">
                <a:solidFill>
                  <a:schemeClr val="lt1"/>
                </a:solidFill>
                <a:latin typeface="Russo One"/>
                <a:ea typeface="Russo One"/>
                <a:cs typeface="Russo One"/>
                <a:sym typeface="Russo One"/>
              </a:rPr>
              <a:t>Education</a:t>
            </a:r>
            <a:endParaRPr sz="2300" b="1">
              <a:solidFill>
                <a:schemeClr val="lt1"/>
              </a:solidFill>
              <a:latin typeface="Russo One"/>
              <a:ea typeface="Russo One"/>
              <a:cs typeface="Russo One"/>
              <a:sym typeface="Russo One"/>
            </a:endParaRPr>
          </a:p>
        </p:txBody>
      </p:sp>
      <p:sp>
        <p:nvSpPr>
          <p:cNvPr id="279" name="Google Shape;279;p35"/>
          <p:cNvSpPr txBox="1"/>
          <p:nvPr/>
        </p:nvSpPr>
        <p:spPr>
          <a:xfrm>
            <a:off x="827988" y="1596773"/>
            <a:ext cx="12756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b="1">
                <a:solidFill>
                  <a:schemeClr val="lt1"/>
                </a:solidFill>
                <a:latin typeface="Russo One"/>
                <a:ea typeface="Russo One"/>
                <a:cs typeface="Russo One"/>
                <a:sym typeface="Russo One"/>
              </a:rPr>
              <a:t>2014 - 2015</a:t>
            </a:r>
            <a:endParaRPr b="1">
              <a:solidFill>
                <a:schemeClr val="lt1"/>
              </a:solidFill>
              <a:latin typeface="Russo One"/>
              <a:ea typeface="Russo One"/>
              <a:cs typeface="Russo One"/>
              <a:sym typeface="Russo One"/>
            </a:endParaRPr>
          </a:p>
        </p:txBody>
      </p:sp>
      <p:sp>
        <p:nvSpPr>
          <p:cNvPr id="280" name="Google Shape;280;p35"/>
          <p:cNvSpPr txBox="1"/>
          <p:nvPr/>
        </p:nvSpPr>
        <p:spPr>
          <a:xfrm>
            <a:off x="2344600" y="1916375"/>
            <a:ext cx="1971600" cy="255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Jura"/>
                <a:ea typeface="Jura"/>
                <a:cs typeface="Jura"/>
                <a:sym typeface="Jura"/>
              </a:rPr>
              <a:t>It’s a small planet </a:t>
            </a:r>
            <a:endParaRPr>
              <a:solidFill>
                <a:schemeClr val="lt1"/>
              </a:solidFill>
              <a:latin typeface="Jura"/>
              <a:ea typeface="Jura"/>
              <a:cs typeface="Jura"/>
              <a:sym typeface="Jura"/>
            </a:endParaRPr>
          </a:p>
        </p:txBody>
      </p:sp>
      <p:cxnSp>
        <p:nvCxnSpPr>
          <p:cNvPr id="281" name="Google Shape;281;p35"/>
          <p:cNvCxnSpPr>
            <a:stCxn id="279" idx="3"/>
            <a:endCxn id="282" idx="1"/>
          </p:cNvCxnSpPr>
          <p:nvPr/>
        </p:nvCxnSpPr>
        <p:spPr>
          <a:xfrm>
            <a:off x="2103588" y="1839173"/>
            <a:ext cx="240900" cy="1500"/>
          </a:xfrm>
          <a:prstGeom prst="bentConnector3">
            <a:avLst>
              <a:gd name="adj1" fmla="val 50026"/>
            </a:avLst>
          </a:prstGeom>
          <a:noFill/>
          <a:ln w="19050" cap="flat" cmpd="sng">
            <a:solidFill>
              <a:schemeClr val="accent6"/>
            </a:solidFill>
            <a:prstDash val="solid"/>
            <a:round/>
            <a:headEnd type="none" w="med" len="med"/>
            <a:tailEnd type="none" w="med" len="med"/>
          </a:ln>
        </p:spPr>
      </p:cxnSp>
      <p:sp>
        <p:nvSpPr>
          <p:cNvPr id="283" name="Google Shape;283;p35"/>
          <p:cNvSpPr txBox="1"/>
          <p:nvPr/>
        </p:nvSpPr>
        <p:spPr>
          <a:xfrm>
            <a:off x="827988" y="2226748"/>
            <a:ext cx="12756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b="1">
                <a:solidFill>
                  <a:schemeClr val="lt1"/>
                </a:solidFill>
                <a:latin typeface="Russo One"/>
                <a:ea typeface="Russo One"/>
                <a:cs typeface="Russo One"/>
                <a:sym typeface="Russo One"/>
              </a:rPr>
              <a:t>2015 - 2016</a:t>
            </a:r>
            <a:endParaRPr b="1">
              <a:solidFill>
                <a:schemeClr val="lt1"/>
              </a:solidFill>
              <a:latin typeface="Russo One"/>
              <a:ea typeface="Russo One"/>
              <a:cs typeface="Russo One"/>
              <a:sym typeface="Russo One"/>
            </a:endParaRPr>
          </a:p>
        </p:txBody>
      </p:sp>
      <p:sp>
        <p:nvSpPr>
          <p:cNvPr id="284" name="Google Shape;284;p35"/>
          <p:cNvSpPr txBox="1"/>
          <p:nvPr/>
        </p:nvSpPr>
        <p:spPr>
          <a:xfrm>
            <a:off x="2344600" y="2546350"/>
            <a:ext cx="1971600" cy="255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Jura"/>
                <a:ea typeface="Jura"/>
                <a:cs typeface="Jura"/>
                <a:sym typeface="Jura"/>
              </a:rPr>
              <a:t>Venus is a hot planet</a:t>
            </a:r>
            <a:endParaRPr>
              <a:solidFill>
                <a:schemeClr val="lt1"/>
              </a:solidFill>
              <a:latin typeface="Jura"/>
              <a:ea typeface="Jura"/>
              <a:cs typeface="Jura"/>
              <a:sym typeface="Jura"/>
            </a:endParaRPr>
          </a:p>
        </p:txBody>
      </p:sp>
      <p:cxnSp>
        <p:nvCxnSpPr>
          <p:cNvPr id="285" name="Google Shape;285;p35"/>
          <p:cNvCxnSpPr>
            <a:stCxn id="283" idx="3"/>
            <a:endCxn id="286" idx="1"/>
          </p:cNvCxnSpPr>
          <p:nvPr/>
        </p:nvCxnSpPr>
        <p:spPr>
          <a:xfrm>
            <a:off x="2103588" y="2469148"/>
            <a:ext cx="240900" cy="1500"/>
          </a:xfrm>
          <a:prstGeom prst="bentConnector3">
            <a:avLst>
              <a:gd name="adj1" fmla="val 50026"/>
            </a:avLst>
          </a:prstGeom>
          <a:noFill/>
          <a:ln w="19050" cap="flat" cmpd="sng">
            <a:solidFill>
              <a:schemeClr val="accent6"/>
            </a:solidFill>
            <a:prstDash val="solid"/>
            <a:round/>
            <a:headEnd type="none" w="med" len="med"/>
            <a:tailEnd type="none" w="med" len="med"/>
          </a:ln>
        </p:spPr>
      </p:cxnSp>
      <p:sp>
        <p:nvSpPr>
          <p:cNvPr id="287" name="Google Shape;287;p35"/>
          <p:cNvSpPr txBox="1"/>
          <p:nvPr/>
        </p:nvSpPr>
        <p:spPr>
          <a:xfrm>
            <a:off x="827988" y="2856723"/>
            <a:ext cx="12756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b="1">
                <a:solidFill>
                  <a:schemeClr val="lt1"/>
                </a:solidFill>
                <a:latin typeface="Russo One"/>
                <a:ea typeface="Russo One"/>
                <a:cs typeface="Russo One"/>
                <a:sym typeface="Russo One"/>
              </a:rPr>
              <a:t>2016 - 2017</a:t>
            </a:r>
            <a:endParaRPr b="1">
              <a:solidFill>
                <a:schemeClr val="lt1"/>
              </a:solidFill>
              <a:latin typeface="Russo One"/>
              <a:ea typeface="Russo One"/>
              <a:cs typeface="Russo One"/>
              <a:sym typeface="Russo One"/>
            </a:endParaRPr>
          </a:p>
        </p:txBody>
      </p:sp>
      <p:sp>
        <p:nvSpPr>
          <p:cNvPr id="288" name="Google Shape;288;p35"/>
          <p:cNvSpPr txBox="1"/>
          <p:nvPr/>
        </p:nvSpPr>
        <p:spPr>
          <a:xfrm>
            <a:off x="2344600" y="3176325"/>
            <a:ext cx="1971600" cy="255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Jura"/>
                <a:ea typeface="Jura"/>
                <a:cs typeface="Jura"/>
                <a:sym typeface="Jura"/>
              </a:rPr>
              <a:t>Mars is a cold place</a:t>
            </a:r>
            <a:endParaRPr>
              <a:solidFill>
                <a:schemeClr val="lt1"/>
              </a:solidFill>
              <a:latin typeface="Jura"/>
              <a:ea typeface="Jura"/>
              <a:cs typeface="Jura"/>
              <a:sym typeface="Jura"/>
            </a:endParaRPr>
          </a:p>
        </p:txBody>
      </p:sp>
      <p:cxnSp>
        <p:nvCxnSpPr>
          <p:cNvPr id="289" name="Google Shape;289;p35"/>
          <p:cNvCxnSpPr>
            <a:stCxn id="287" idx="3"/>
            <a:endCxn id="290" idx="1"/>
          </p:cNvCxnSpPr>
          <p:nvPr/>
        </p:nvCxnSpPr>
        <p:spPr>
          <a:xfrm>
            <a:off x="2103588" y="3099123"/>
            <a:ext cx="240900" cy="1500"/>
          </a:xfrm>
          <a:prstGeom prst="bentConnector3">
            <a:avLst>
              <a:gd name="adj1" fmla="val 50026"/>
            </a:avLst>
          </a:prstGeom>
          <a:noFill/>
          <a:ln w="19050" cap="flat" cmpd="sng">
            <a:solidFill>
              <a:schemeClr val="accent6"/>
            </a:solidFill>
            <a:prstDash val="solid"/>
            <a:round/>
            <a:headEnd type="none" w="med" len="med"/>
            <a:tailEnd type="none" w="med" len="med"/>
          </a:ln>
        </p:spPr>
      </p:cxnSp>
      <p:sp>
        <p:nvSpPr>
          <p:cNvPr id="282" name="Google Shape;282;p35"/>
          <p:cNvSpPr txBox="1"/>
          <p:nvPr/>
        </p:nvSpPr>
        <p:spPr>
          <a:xfrm>
            <a:off x="2344612" y="1749173"/>
            <a:ext cx="1275600" cy="18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b="1">
                <a:solidFill>
                  <a:schemeClr val="lt1"/>
                </a:solidFill>
                <a:latin typeface="Russo One"/>
                <a:ea typeface="Russo One"/>
                <a:cs typeface="Russo One"/>
                <a:sym typeface="Russo One"/>
              </a:rPr>
              <a:t>Mercury</a:t>
            </a:r>
            <a:endParaRPr b="1">
              <a:solidFill>
                <a:schemeClr val="lt1"/>
              </a:solidFill>
              <a:latin typeface="Russo One"/>
              <a:ea typeface="Russo One"/>
              <a:cs typeface="Russo One"/>
              <a:sym typeface="Russo One"/>
            </a:endParaRPr>
          </a:p>
        </p:txBody>
      </p:sp>
      <p:sp>
        <p:nvSpPr>
          <p:cNvPr id="286" name="Google Shape;286;p35"/>
          <p:cNvSpPr txBox="1"/>
          <p:nvPr/>
        </p:nvSpPr>
        <p:spPr>
          <a:xfrm>
            <a:off x="2344612" y="2379148"/>
            <a:ext cx="1275600" cy="18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b="1">
                <a:solidFill>
                  <a:schemeClr val="lt1"/>
                </a:solidFill>
                <a:latin typeface="Russo One"/>
                <a:ea typeface="Russo One"/>
                <a:cs typeface="Russo One"/>
                <a:sym typeface="Russo One"/>
              </a:rPr>
              <a:t>Venus</a:t>
            </a:r>
            <a:endParaRPr b="1">
              <a:solidFill>
                <a:schemeClr val="lt1"/>
              </a:solidFill>
              <a:latin typeface="Russo One"/>
              <a:ea typeface="Russo One"/>
              <a:cs typeface="Russo One"/>
              <a:sym typeface="Russo One"/>
            </a:endParaRPr>
          </a:p>
        </p:txBody>
      </p:sp>
      <p:sp>
        <p:nvSpPr>
          <p:cNvPr id="290" name="Google Shape;290;p35"/>
          <p:cNvSpPr txBox="1"/>
          <p:nvPr/>
        </p:nvSpPr>
        <p:spPr>
          <a:xfrm>
            <a:off x="2344612" y="3009123"/>
            <a:ext cx="1275600" cy="18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b="1">
                <a:solidFill>
                  <a:schemeClr val="lt1"/>
                </a:solidFill>
                <a:latin typeface="Russo One"/>
                <a:ea typeface="Russo One"/>
                <a:cs typeface="Russo One"/>
                <a:sym typeface="Russo One"/>
              </a:rPr>
              <a:t>Mars</a:t>
            </a:r>
            <a:endParaRPr b="1">
              <a:solidFill>
                <a:schemeClr val="lt1"/>
              </a:solidFill>
              <a:latin typeface="Russo One"/>
              <a:ea typeface="Russo One"/>
              <a:cs typeface="Russo One"/>
              <a:sym typeface="Russo One"/>
            </a:endParaRPr>
          </a:p>
        </p:txBody>
      </p:sp>
      <p:sp>
        <p:nvSpPr>
          <p:cNvPr id="291" name="Google Shape;291;p35"/>
          <p:cNvSpPr txBox="1"/>
          <p:nvPr/>
        </p:nvSpPr>
        <p:spPr>
          <a:xfrm>
            <a:off x="4862700" y="1270246"/>
            <a:ext cx="2072700" cy="255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300" b="1">
                <a:solidFill>
                  <a:schemeClr val="lt1"/>
                </a:solidFill>
                <a:latin typeface="Russo One"/>
                <a:ea typeface="Russo One"/>
                <a:cs typeface="Russo One"/>
                <a:sym typeface="Russo One"/>
              </a:rPr>
              <a:t>Projects</a:t>
            </a:r>
            <a:endParaRPr sz="2300" b="1">
              <a:solidFill>
                <a:schemeClr val="lt1"/>
              </a:solidFill>
              <a:latin typeface="Russo One"/>
              <a:ea typeface="Russo One"/>
              <a:cs typeface="Russo One"/>
              <a:sym typeface="Russo One"/>
            </a:endParaRPr>
          </a:p>
        </p:txBody>
      </p:sp>
      <p:sp>
        <p:nvSpPr>
          <p:cNvPr id="292" name="Google Shape;292;p35"/>
          <p:cNvSpPr txBox="1"/>
          <p:nvPr/>
        </p:nvSpPr>
        <p:spPr>
          <a:xfrm>
            <a:off x="4862688" y="1596773"/>
            <a:ext cx="12756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b="1">
                <a:solidFill>
                  <a:schemeClr val="lt1"/>
                </a:solidFill>
                <a:latin typeface="Russo One"/>
                <a:ea typeface="Russo One"/>
                <a:cs typeface="Russo One"/>
                <a:sym typeface="Russo One"/>
              </a:rPr>
              <a:t>Project 01</a:t>
            </a:r>
            <a:endParaRPr b="1">
              <a:solidFill>
                <a:schemeClr val="lt1"/>
              </a:solidFill>
              <a:latin typeface="Russo One"/>
              <a:ea typeface="Russo One"/>
              <a:cs typeface="Russo One"/>
              <a:sym typeface="Russo One"/>
            </a:endParaRPr>
          </a:p>
        </p:txBody>
      </p:sp>
      <p:sp>
        <p:nvSpPr>
          <p:cNvPr id="293" name="Google Shape;293;p35"/>
          <p:cNvSpPr txBox="1"/>
          <p:nvPr/>
        </p:nvSpPr>
        <p:spPr>
          <a:xfrm>
            <a:off x="6379300" y="1916375"/>
            <a:ext cx="1971600" cy="255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Jura"/>
                <a:ea typeface="Jura"/>
                <a:cs typeface="Jura"/>
                <a:sym typeface="Jura"/>
              </a:rPr>
              <a:t>The Sun is a big star</a:t>
            </a:r>
            <a:endParaRPr>
              <a:solidFill>
                <a:schemeClr val="lt1"/>
              </a:solidFill>
              <a:latin typeface="Jura"/>
              <a:ea typeface="Jura"/>
              <a:cs typeface="Jura"/>
              <a:sym typeface="Jura"/>
            </a:endParaRPr>
          </a:p>
        </p:txBody>
      </p:sp>
      <p:cxnSp>
        <p:nvCxnSpPr>
          <p:cNvPr id="294" name="Google Shape;294;p35"/>
          <p:cNvCxnSpPr>
            <a:stCxn id="292" idx="3"/>
            <a:endCxn id="295" idx="1"/>
          </p:cNvCxnSpPr>
          <p:nvPr/>
        </p:nvCxnSpPr>
        <p:spPr>
          <a:xfrm>
            <a:off x="6138288" y="1839173"/>
            <a:ext cx="240900" cy="1500"/>
          </a:xfrm>
          <a:prstGeom prst="bentConnector3">
            <a:avLst>
              <a:gd name="adj1" fmla="val 50026"/>
            </a:avLst>
          </a:prstGeom>
          <a:noFill/>
          <a:ln w="19050" cap="flat" cmpd="sng">
            <a:solidFill>
              <a:schemeClr val="accent6"/>
            </a:solidFill>
            <a:prstDash val="solid"/>
            <a:round/>
            <a:headEnd type="none" w="med" len="med"/>
            <a:tailEnd type="none" w="med" len="med"/>
          </a:ln>
        </p:spPr>
      </p:cxnSp>
      <p:sp>
        <p:nvSpPr>
          <p:cNvPr id="296" name="Google Shape;296;p35"/>
          <p:cNvSpPr txBox="1"/>
          <p:nvPr/>
        </p:nvSpPr>
        <p:spPr>
          <a:xfrm>
            <a:off x="4862688" y="2226748"/>
            <a:ext cx="12756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b="1">
                <a:solidFill>
                  <a:schemeClr val="lt1"/>
                </a:solidFill>
                <a:latin typeface="Russo One"/>
                <a:ea typeface="Russo One"/>
                <a:cs typeface="Russo One"/>
                <a:sym typeface="Russo One"/>
              </a:rPr>
              <a:t>Project 02</a:t>
            </a:r>
            <a:endParaRPr b="1">
              <a:solidFill>
                <a:schemeClr val="lt1"/>
              </a:solidFill>
              <a:latin typeface="Russo One"/>
              <a:ea typeface="Russo One"/>
              <a:cs typeface="Russo One"/>
              <a:sym typeface="Russo One"/>
            </a:endParaRPr>
          </a:p>
        </p:txBody>
      </p:sp>
      <p:sp>
        <p:nvSpPr>
          <p:cNvPr id="297" name="Google Shape;297;p35"/>
          <p:cNvSpPr txBox="1"/>
          <p:nvPr/>
        </p:nvSpPr>
        <p:spPr>
          <a:xfrm>
            <a:off x="6379300" y="2546350"/>
            <a:ext cx="1971600" cy="255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Jura"/>
                <a:ea typeface="Jura"/>
                <a:cs typeface="Jura"/>
                <a:sym typeface="Jura"/>
              </a:rPr>
              <a:t>It’s a big planet</a:t>
            </a:r>
            <a:endParaRPr>
              <a:solidFill>
                <a:schemeClr val="lt1"/>
              </a:solidFill>
              <a:latin typeface="Jura"/>
              <a:ea typeface="Jura"/>
              <a:cs typeface="Jura"/>
              <a:sym typeface="Jura"/>
            </a:endParaRPr>
          </a:p>
        </p:txBody>
      </p:sp>
      <p:cxnSp>
        <p:nvCxnSpPr>
          <p:cNvPr id="298" name="Google Shape;298;p35"/>
          <p:cNvCxnSpPr>
            <a:stCxn id="296" idx="3"/>
            <a:endCxn id="299" idx="1"/>
          </p:cNvCxnSpPr>
          <p:nvPr/>
        </p:nvCxnSpPr>
        <p:spPr>
          <a:xfrm>
            <a:off x="6138288" y="2469148"/>
            <a:ext cx="240900" cy="1500"/>
          </a:xfrm>
          <a:prstGeom prst="bentConnector3">
            <a:avLst>
              <a:gd name="adj1" fmla="val 50026"/>
            </a:avLst>
          </a:prstGeom>
          <a:noFill/>
          <a:ln w="19050" cap="flat" cmpd="sng">
            <a:solidFill>
              <a:schemeClr val="accent6"/>
            </a:solidFill>
            <a:prstDash val="solid"/>
            <a:round/>
            <a:headEnd type="none" w="med" len="med"/>
            <a:tailEnd type="none" w="med" len="med"/>
          </a:ln>
        </p:spPr>
      </p:cxnSp>
      <p:sp>
        <p:nvSpPr>
          <p:cNvPr id="300" name="Google Shape;300;p35"/>
          <p:cNvSpPr txBox="1"/>
          <p:nvPr/>
        </p:nvSpPr>
        <p:spPr>
          <a:xfrm>
            <a:off x="4862688" y="2856723"/>
            <a:ext cx="12756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b="1">
                <a:solidFill>
                  <a:schemeClr val="lt1"/>
                </a:solidFill>
                <a:latin typeface="Russo One"/>
                <a:ea typeface="Russo One"/>
                <a:cs typeface="Russo One"/>
                <a:sym typeface="Russo One"/>
              </a:rPr>
              <a:t>Project 03</a:t>
            </a:r>
            <a:endParaRPr b="1">
              <a:solidFill>
                <a:schemeClr val="lt1"/>
              </a:solidFill>
              <a:latin typeface="Russo One"/>
              <a:ea typeface="Russo One"/>
              <a:cs typeface="Russo One"/>
              <a:sym typeface="Russo One"/>
            </a:endParaRPr>
          </a:p>
        </p:txBody>
      </p:sp>
      <p:sp>
        <p:nvSpPr>
          <p:cNvPr id="301" name="Google Shape;301;p35"/>
          <p:cNvSpPr txBox="1"/>
          <p:nvPr/>
        </p:nvSpPr>
        <p:spPr>
          <a:xfrm>
            <a:off x="6379300" y="3176325"/>
            <a:ext cx="1971600" cy="255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Jura"/>
                <a:ea typeface="Jura"/>
                <a:cs typeface="Jura"/>
                <a:sym typeface="Jura"/>
              </a:rPr>
              <a:t>Neptune is far away</a:t>
            </a:r>
            <a:endParaRPr>
              <a:solidFill>
                <a:schemeClr val="lt1"/>
              </a:solidFill>
              <a:latin typeface="Jura"/>
              <a:ea typeface="Jura"/>
              <a:cs typeface="Jura"/>
              <a:sym typeface="Jura"/>
            </a:endParaRPr>
          </a:p>
        </p:txBody>
      </p:sp>
      <p:cxnSp>
        <p:nvCxnSpPr>
          <p:cNvPr id="302" name="Google Shape;302;p35"/>
          <p:cNvCxnSpPr>
            <a:stCxn id="300" idx="3"/>
            <a:endCxn id="303" idx="1"/>
          </p:cNvCxnSpPr>
          <p:nvPr/>
        </p:nvCxnSpPr>
        <p:spPr>
          <a:xfrm>
            <a:off x="6138288" y="3099123"/>
            <a:ext cx="240900" cy="1500"/>
          </a:xfrm>
          <a:prstGeom prst="bentConnector3">
            <a:avLst>
              <a:gd name="adj1" fmla="val 50026"/>
            </a:avLst>
          </a:prstGeom>
          <a:noFill/>
          <a:ln w="19050" cap="flat" cmpd="sng">
            <a:solidFill>
              <a:schemeClr val="accent6"/>
            </a:solidFill>
            <a:prstDash val="solid"/>
            <a:round/>
            <a:headEnd type="none" w="med" len="med"/>
            <a:tailEnd type="none" w="med" len="med"/>
          </a:ln>
        </p:spPr>
      </p:cxnSp>
      <p:sp>
        <p:nvSpPr>
          <p:cNvPr id="295" name="Google Shape;295;p35"/>
          <p:cNvSpPr txBox="1"/>
          <p:nvPr/>
        </p:nvSpPr>
        <p:spPr>
          <a:xfrm>
            <a:off x="6379312" y="1749173"/>
            <a:ext cx="1275600" cy="18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b="1">
                <a:solidFill>
                  <a:schemeClr val="lt1"/>
                </a:solidFill>
                <a:latin typeface="Russo One"/>
                <a:ea typeface="Russo One"/>
                <a:cs typeface="Russo One"/>
                <a:sym typeface="Russo One"/>
              </a:rPr>
              <a:t>Sun</a:t>
            </a:r>
            <a:endParaRPr b="1">
              <a:solidFill>
                <a:schemeClr val="lt1"/>
              </a:solidFill>
              <a:latin typeface="Russo One"/>
              <a:ea typeface="Russo One"/>
              <a:cs typeface="Russo One"/>
              <a:sym typeface="Russo One"/>
            </a:endParaRPr>
          </a:p>
        </p:txBody>
      </p:sp>
      <p:sp>
        <p:nvSpPr>
          <p:cNvPr id="299" name="Google Shape;299;p35"/>
          <p:cNvSpPr txBox="1"/>
          <p:nvPr/>
        </p:nvSpPr>
        <p:spPr>
          <a:xfrm>
            <a:off x="6379312" y="2379148"/>
            <a:ext cx="1275600" cy="18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b="1">
                <a:solidFill>
                  <a:schemeClr val="lt1"/>
                </a:solidFill>
                <a:latin typeface="Russo One"/>
                <a:ea typeface="Russo One"/>
                <a:cs typeface="Russo One"/>
                <a:sym typeface="Russo One"/>
              </a:rPr>
              <a:t>Jupiter</a:t>
            </a:r>
            <a:endParaRPr b="1">
              <a:solidFill>
                <a:schemeClr val="lt1"/>
              </a:solidFill>
              <a:latin typeface="Russo One"/>
              <a:ea typeface="Russo One"/>
              <a:cs typeface="Russo One"/>
              <a:sym typeface="Russo One"/>
            </a:endParaRPr>
          </a:p>
        </p:txBody>
      </p:sp>
      <p:sp>
        <p:nvSpPr>
          <p:cNvPr id="303" name="Google Shape;303;p35"/>
          <p:cNvSpPr txBox="1"/>
          <p:nvPr/>
        </p:nvSpPr>
        <p:spPr>
          <a:xfrm>
            <a:off x="6379312" y="3009123"/>
            <a:ext cx="1275600" cy="18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b="1">
                <a:solidFill>
                  <a:schemeClr val="lt1"/>
                </a:solidFill>
                <a:latin typeface="Russo One"/>
                <a:ea typeface="Russo One"/>
                <a:cs typeface="Russo One"/>
                <a:sym typeface="Russo One"/>
              </a:rPr>
              <a:t>Neptune</a:t>
            </a:r>
            <a:endParaRPr b="1">
              <a:solidFill>
                <a:schemeClr val="lt1"/>
              </a:solidFill>
              <a:latin typeface="Russo One"/>
              <a:ea typeface="Russo One"/>
              <a:cs typeface="Russo One"/>
              <a:sym typeface="Russo One"/>
            </a:endParaRPr>
          </a:p>
        </p:txBody>
      </p:sp>
      <p:sp>
        <p:nvSpPr>
          <p:cNvPr id="304" name="Google Shape;304;p35"/>
          <p:cNvSpPr txBox="1"/>
          <p:nvPr/>
        </p:nvSpPr>
        <p:spPr>
          <a:xfrm>
            <a:off x="828000" y="4046400"/>
            <a:ext cx="1592700" cy="255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300" b="1">
                <a:solidFill>
                  <a:schemeClr val="lt1"/>
                </a:solidFill>
                <a:latin typeface="Russo One"/>
                <a:ea typeface="Russo One"/>
                <a:cs typeface="Russo One"/>
                <a:sym typeface="Russo One"/>
              </a:rPr>
              <a:t>Skills</a:t>
            </a:r>
            <a:endParaRPr sz="2300" b="1">
              <a:solidFill>
                <a:schemeClr val="lt1"/>
              </a:solidFill>
              <a:latin typeface="Russo One"/>
              <a:ea typeface="Russo One"/>
              <a:cs typeface="Russo One"/>
              <a:sym typeface="Russo One"/>
            </a:endParaRPr>
          </a:p>
        </p:txBody>
      </p:sp>
      <p:sp>
        <p:nvSpPr>
          <p:cNvPr id="305" name="Google Shape;305;p35"/>
          <p:cNvSpPr txBox="1"/>
          <p:nvPr/>
        </p:nvSpPr>
        <p:spPr>
          <a:xfrm>
            <a:off x="2702350" y="4269075"/>
            <a:ext cx="1054800" cy="255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lt1"/>
                </a:solidFill>
                <a:latin typeface="Jura"/>
                <a:ea typeface="Jura"/>
                <a:cs typeface="Jura"/>
                <a:sym typeface="Jura"/>
              </a:rPr>
              <a:t>Leadership</a:t>
            </a:r>
            <a:endParaRPr>
              <a:solidFill>
                <a:schemeClr val="lt1"/>
              </a:solidFill>
              <a:latin typeface="Jura"/>
              <a:ea typeface="Jura"/>
              <a:cs typeface="Jura"/>
              <a:sym typeface="Jura"/>
            </a:endParaRPr>
          </a:p>
        </p:txBody>
      </p:sp>
      <p:sp>
        <p:nvSpPr>
          <p:cNvPr id="306" name="Google Shape;306;p35"/>
          <p:cNvSpPr txBox="1"/>
          <p:nvPr/>
        </p:nvSpPr>
        <p:spPr>
          <a:xfrm>
            <a:off x="3939300" y="4269075"/>
            <a:ext cx="923400" cy="255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lt1"/>
                </a:solidFill>
                <a:latin typeface="Jura"/>
                <a:ea typeface="Jura"/>
                <a:cs typeface="Jura"/>
                <a:sym typeface="Jura"/>
              </a:rPr>
              <a:t>Security</a:t>
            </a:r>
            <a:endParaRPr>
              <a:solidFill>
                <a:schemeClr val="lt1"/>
              </a:solidFill>
              <a:latin typeface="Jura"/>
              <a:ea typeface="Jura"/>
              <a:cs typeface="Jura"/>
              <a:sym typeface="Jura"/>
            </a:endParaRPr>
          </a:p>
        </p:txBody>
      </p:sp>
      <p:sp>
        <p:nvSpPr>
          <p:cNvPr id="307" name="Google Shape;307;p35"/>
          <p:cNvSpPr txBox="1"/>
          <p:nvPr/>
        </p:nvSpPr>
        <p:spPr>
          <a:xfrm>
            <a:off x="5105550" y="4269075"/>
            <a:ext cx="923400" cy="255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lt1"/>
                </a:solidFill>
                <a:latin typeface="Jura"/>
                <a:ea typeface="Jura"/>
                <a:cs typeface="Jura"/>
                <a:sym typeface="Jura"/>
              </a:rPr>
              <a:t>Efficacy </a:t>
            </a:r>
            <a:endParaRPr>
              <a:solidFill>
                <a:schemeClr val="lt1"/>
              </a:solidFill>
              <a:latin typeface="Jura"/>
              <a:ea typeface="Jura"/>
              <a:cs typeface="Jura"/>
              <a:sym typeface="Jura"/>
            </a:endParaRPr>
          </a:p>
        </p:txBody>
      </p:sp>
      <p:sp>
        <p:nvSpPr>
          <p:cNvPr id="308" name="Google Shape;308;p35"/>
          <p:cNvSpPr txBox="1"/>
          <p:nvPr/>
        </p:nvSpPr>
        <p:spPr>
          <a:xfrm>
            <a:off x="6271800" y="4269075"/>
            <a:ext cx="923400" cy="255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lt1"/>
                </a:solidFill>
                <a:latin typeface="Jura"/>
                <a:ea typeface="Jura"/>
                <a:cs typeface="Jura"/>
                <a:sym typeface="Jura"/>
              </a:rPr>
              <a:t>Speed</a:t>
            </a:r>
            <a:endParaRPr>
              <a:solidFill>
                <a:schemeClr val="lt1"/>
              </a:solidFill>
              <a:latin typeface="Jura"/>
              <a:ea typeface="Jura"/>
              <a:cs typeface="Jura"/>
              <a:sym typeface="Jura"/>
            </a:endParaRPr>
          </a:p>
        </p:txBody>
      </p:sp>
      <p:sp>
        <p:nvSpPr>
          <p:cNvPr id="309" name="Google Shape;309;p35"/>
          <p:cNvSpPr txBox="1"/>
          <p:nvPr/>
        </p:nvSpPr>
        <p:spPr>
          <a:xfrm>
            <a:off x="7438050" y="4269075"/>
            <a:ext cx="923400" cy="255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lt1"/>
                </a:solidFill>
                <a:latin typeface="Jura"/>
                <a:ea typeface="Jura"/>
                <a:cs typeface="Jura"/>
                <a:sym typeface="Jura"/>
              </a:rPr>
              <a:t>Intuition</a:t>
            </a:r>
            <a:endParaRPr>
              <a:solidFill>
                <a:schemeClr val="lt1"/>
              </a:solidFill>
              <a:latin typeface="Jura"/>
              <a:ea typeface="Jura"/>
              <a:cs typeface="Jura"/>
              <a:sym typeface="Jura"/>
            </a:endParaRPr>
          </a:p>
        </p:txBody>
      </p:sp>
      <p:cxnSp>
        <p:nvCxnSpPr>
          <p:cNvPr id="310" name="Google Shape;310;p35"/>
          <p:cNvCxnSpPr/>
          <p:nvPr/>
        </p:nvCxnSpPr>
        <p:spPr>
          <a:xfrm>
            <a:off x="-2" y="3686283"/>
            <a:ext cx="3424800" cy="0"/>
          </a:xfrm>
          <a:prstGeom prst="straightConnector1">
            <a:avLst/>
          </a:prstGeom>
          <a:noFill/>
          <a:ln w="28575" cap="flat" cmpd="sng">
            <a:solidFill>
              <a:schemeClr val="accent4"/>
            </a:solidFill>
            <a:prstDash val="solid"/>
            <a:round/>
            <a:headEnd type="none" w="med" len="med"/>
            <a:tailEnd type="diamond" w="med" len="med"/>
          </a:ln>
        </p:spPr>
      </p:cxn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0">
  <p:cSld>
    <p:spTree>
      <p:nvGrpSpPr>
        <p:cNvPr id="1" name="Shape 314"/>
        <p:cNvGrpSpPr/>
        <p:nvPr/>
      </p:nvGrpSpPr>
      <p:grpSpPr>
        <a:xfrm>
          <a:off x="0" y="0"/>
          <a:ext cx="0" cy="0"/>
          <a:chOff x="0" y="0"/>
          <a:chExt cx="0" cy="0"/>
        </a:xfrm>
      </p:grpSpPr>
      <p:cxnSp>
        <p:nvCxnSpPr>
          <p:cNvPr id="315" name="Google Shape;315;p36"/>
          <p:cNvCxnSpPr/>
          <p:nvPr/>
        </p:nvCxnSpPr>
        <p:spPr>
          <a:xfrm rot="10800000">
            <a:off x="2153550" y="539500"/>
            <a:ext cx="2857500" cy="0"/>
          </a:xfrm>
          <a:prstGeom prst="straightConnector1">
            <a:avLst/>
          </a:prstGeom>
          <a:noFill/>
          <a:ln w="28575" cap="flat" cmpd="sng">
            <a:solidFill>
              <a:schemeClr val="accent4"/>
            </a:solidFill>
            <a:prstDash val="solid"/>
            <a:round/>
            <a:headEnd type="none" w="med" len="med"/>
            <a:tailEnd type="diamond" w="med" len="med"/>
          </a:ln>
        </p:spPr>
      </p:cxnSp>
      <p:sp>
        <p:nvSpPr>
          <p:cNvPr id="316" name="Google Shape;316;p36"/>
          <p:cNvSpPr txBox="1">
            <a:spLocks noGrp="1"/>
          </p:cNvSpPr>
          <p:nvPr>
            <p:ph type="title"/>
          </p:nvPr>
        </p:nvSpPr>
        <p:spPr>
          <a:xfrm>
            <a:off x="716475" y="2157750"/>
            <a:ext cx="43029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My work area</a:t>
            </a:r>
            <a:endParaRPr/>
          </a:p>
        </p:txBody>
      </p:sp>
      <p:sp>
        <p:nvSpPr>
          <p:cNvPr id="317" name="Google Shape;317;p36"/>
          <p:cNvSpPr txBox="1">
            <a:spLocks noGrp="1"/>
          </p:cNvSpPr>
          <p:nvPr>
            <p:ph type="title" idx="2"/>
          </p:nvPr>
        </p:nvSpPr>
        <p:spPr>
          <a:xfrm>
            <a:off x="716475" y="1176150"/>
            <a:ext cx="12552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318" name="Google Shape;318;p36"/>
          <p:cNvSpPr txBox="1">
            <a:spLocks noGrp="1"/>
          </p:cNvSpPr>
          <p:nvPr>
            <p:ph type="subTitle" idx="1"/>
          </p:nvPr>
        </p:nvSpPr>
        <p:spPr>
          <a:xfrm>
            <a:off x="716475" y="3075750"/>
            <a:ext cx="3029400" cy="586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enter a subtitle here if you need it</a:t>
            </a:r>
            <a:endParaRPr/>
          </a:p>
        </p:txBody>
      </p:sp>
      <p:pic>
        <p:nvPicPr>
          <p:cNvPr id="319" name="Google Shape;319;p36"/>
          <p:cNvPicPr preferRelativeResize="0"/>
          <p:nvPr/>
        </p:nvPicPr>
        <p:blipFill rotWithShape="1">
          <a:blip r:embed="rId3">
            <a:alphaModFix/>
          </a:blip>
          <a:srcRect l="27005" r="28526"/>
          <a:stretch/>
        </p:blipFill>
        <p:spPr>
          <a:xfrm>
            <a:off x="5019350" y="364325"/>
            <a:ext cx="1880500" cy="2820750"/>
          </a:xfrm>
          <a:prstGeom prst="rect">
            <a:avLst/>
          </a:prstGeom>
          <a:noFill/>
          <a:ln w="28575" cap="flat" cmpd="sng">
            <a:solidFill>
              <a:schemeClr val="accent6"/>
            </a:solidFill>
            <a:prstDash val="solid"/>
            <a:round/>
            <a:headEnd type="none" w="sm" len="sm"/>
            <a:tailEnd type="none" w="sm" len="sm"/>
          </a:ln>
        </p:spPr>
      </p:pic>
      <p:pic>
        <p:nvPicPr>
          <p:cNvPr id="320" name="Google Shape;320;p36"/>
          <p:cNvPicPr preferRelativeResize="0"/>
          <p:nvPr/>
        </p:nvPicPr>
        <p:blipFill>
          <a:blip r:embed="rId4">
            <a:alphaModFix/>
          </a:blip>
          <a:stretch>
            <a:fillRect/>
          </a:stretch>
        </p:blipFill>
        <p:spPr>
          <a:xfrm>
            <a:off x="6908150" y="364325"/>
            <a:ext cx="1880500" cy="2820750"/>
          </a:xfrm>
          <a:prstGeom prst="rect">
            <a:avLst/>
          </a:prstGeom>
          <a:noFill/>
          <a:ln w="28575" cap="flat" cmpd="sng">
            <a:solidFill>
              <a:schemeClr val="accent6"/>
            </a:solidFill>
            <a:prstDash val="solid"/>
            <a:round/>
            <a:headEnd type="none" w="sm" len="sm"/>
            <a:tailEnd type="none" w="sm" len="sm"/>
          </a:ln>
        </p:spPr>
      </p:pic>
      <p:pic>
        <p:nvPicPr>
          <p:cNvPr id="321" name="Google Shape;321;p36"/>
          <p:cNvPicPr preferRelativeResize="0"/>
          <p:nvPr/>
        </p:nvPicPr>
        <p:blipFill rotWithShape="1">
          <a:blip r:embed="rId5">
            <a:alphaModFix/>
          </a:blip>
          <a:srcRect t="35923" b="21773"/>
          <a:stretch/>
        </p:blipFill>
        <p:spPr>
          <a:xfrm>
            <a:off x="5019350" y="3185075"/>
            <a:ext cx="3769300" cy="1594550"/>
          </a:xfrm>
          <a:prstGeom prst="rect">
            <a:avLst/>
          </a:prstGeom>
          <a:noFill/>
          <a:ln w="28575" cap="flat" cmpd="sng">
            <a:solidFill>
              <a:schemeClr val="accent6"/>
            </a:solidFill>
            <a:prstDash val="solid"/>
            <a:round/>
            <a:headEnd type="none" w="sm" len="sm"/>
            <a:tailEnd type="none" w="sm" len="sm"/>
          </a:ln>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0">
  <p:cSld>
    <p:spTree>
      <p:nvGrpSpPr>
        <p:cNvPr id="1" name="Shape 325"/>
        <p:cNvGrpSpPr/>
        <p:nvPr/>
      </p:nvGrpSpPr>
      <p:grpSpPr>
        <a:xfrm>
          <a:off x="0" y="0"/>
          <a:ext cx="0" cy="0"/>
          <a:chOff x="0" y="0"/>
          <a:chExt cx="0" cy="0"/>
        </a:xfrm>
      </p:grpSpPr>
      <p:sp>
        <p:nvSpPr>
          <p:cNvPr id="326" name="Google Shape;326;p37"/>
          <p:cNvSpPr txBox="1">
            <a:spLocks noGrp="1"/>
          </p:cNvSpPr>
          <p:nvPr>
            <p:ph type="title"/>
          </p:nvPr>
        </p:nvSpPr>
        <p:spPr>
          <a:xfrm>
            <a:off x="838200" y="893850"/>
            <a:ext cx="7467600" cy="106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6"/>
                </a:solidFill>
              </a:rPr>
              <a:t>Awesome</a:t>
            </a:r>
            <a:r>
              <a:rPr lang="en"/>
              <a:t> words</a:t>
            </a:r>
            <a:endParaRPr/>
          </a:p>
        </p:txBody>
      </p:sp>
      <p:pic>
        <p:nvPicPr>
          <p:cNvPr id="327" name="Google Shape;327;p37"/>
          <p:cNvPicPr preferRelativeResize="0"/>
          <p:nvPr/>
        </p:nvPicPr>
        <p:blipFill rotWithShape="1">
          <a:blip r:embed="rId3">
            <a:alphaModFix/>
          </a:blip>
          <a:srcRect t="25024" b="29754"/>
          <a:stretch/>
        </p:blipFill>
        <p:spPr>
          <a:xfrm>
            <a:off x="355200" y="2639825"/>
            <a:ext cx="8433600" cy="2150949"/>
          </a:xfrm>
          <a:prstGeom prst="rect">
            <a:avLst/>
          </a:prstGeom>
          <a:noFill/>
          <a:ln w="28575" cap="flat" cmpd="sng">
            <a:solidFill>
              <a:schemeClr val="accent6"/>
            </a:solidFill>
            <a:prstDash val="solid"/>
            <a:round/>
            <a:headEnd type="none" w="sm" len="sm"/>
            <a:tailEnd type="none" w="sm" len="sm"/>
          </a:ln>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Shape 338"/>
        <p:cNvGrpSpPr/>
        <p:nvPr/>
      </p:nvGrpSpPr>
      <p:grpSpPr>
        <a:xfrm>
          <a:off x="0" y="0"/>
          <a:ext cx="0" cy="0"/>
          <a:chOff x="0" y="0"/>
          <a:chExt cx="0" cy="0"/>
        </a:xfrm>
      </p:grpSpPr>
      <p:sp>
        <p:nvSpPr>
          <p:cNvPr id="339" name="Google Shape;339;p39"/>
          <p:cNvSpPr txBox="1">
            <a:spLocks noGrp="1"/>
          </p:cNvSpPr>
          <p:nvPr>
            <p:ph type="title"/>
          </p:nvPr>
        </p:nvSpPr>
        <p:spPr>
          <a:xfrm>
            <a:off x="4365725" y="2377545"/>
            <a:ext cx="3912600" cy="841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What I do</a:t>
            </a:r>
            <a:endParaRPr/>
          </a:p>
        </p:txBody>
      </p:sp>
      <p:sp>
        <p:nvSpPr>
          <p:cNvPr id="340" name="Google Shape;340;p39"/>
          <p:cNvSpPr txBox="1">
            <a:spLocks noGrp="1"/>
          </p:cNvSpPr>
          <p:nvPr>
            <p:ph type="title" idx="2"/>
          </p:nvPr>
        </p:nvSpPr>
        <p:spPr>
          <a:xfrm>
            <a:off x="7023125" y="1396723"/>
            <a:ext cx="12552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341" name="Google Shape;341;p39"/>
          <p:cNvSpPr txBox="1">
            <a:spLocks noGrp="1"/>
          </p:cNvSpPr>
          <p:nvPr>
            <p:ph type="subTitle" idx="1"/>
          </p:nvPr>
        </p:nvSpPr>
        <p:spPr>
          <a:xfrm>
            <a:off x="5096925" y="3299000"/>
            <a:ext cx="3162900" cy="586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You can enter a subtitle here if you need it</a:t>
            </a:r>
            <a:endParaRPr/>
          </a:p>
        </p:txBody>
      </p:sp>
      <p:pic>
        <p:nvPicPr>
          <p:cNvPr id="342" name="Google Shape;342;p39"/>
          <p:cNvPicPr preferRelativeResize="0"/>
          <p:nvPr/>
        </p:nvPicPr>
        <p:blipFill rotWithShape="1">
          <a:blip r:embed="rId3">
            <a:alphaModFix/>
          </a:blip>
          <a:srcRect l="88" t="7110" r="50740" b="5431"/>
          <a:stretch/>
        </p:blipFill>
        <p:spPr>
          <a:xfrm>
            <a:off x="353550" y="354775"/>
            <a:ext cx="3733100" cy="4429150"/>
          </a:xfrm>
          <a:prstGeom prst="rect">
            <a:avLst/>
          </a:prstGeom>
          <a:noFill/>
          <a:ln w="28575" cap="flat" cmpd="sng">
            <a:solidFill>
              <a:schemeClr val="accent6"/>
            </a:solidFill>
            <a:prstDash val="solid"/>
            <a:round/>
            <a:headEnd type="none" w="sm" len="sm"/>
            <a:tailEnd type="none" w="sm" len="sm"/>
          </a:ln>
        </p:spPr>
      </p:pic>
      <p:cxnSp>
        <p:nvCxnSpPr>
          <p:cNvPr id="343" name="Google Shape;343;p39"/>
          <p:cNvCxnSpPr/>
          <p:nvPr/>
        </p:nvCxnSpPr>
        <p:spPr>
          <a:xfrm rot="10800000">
            <a:off x="4389475" y="1997000"/>
            <a:ext cx="0" cy="3169200"/>
          </a:xfrm>
          <a:prstGeom prst="straightConnector1">
            <a:avLst/>
          </a:prstGeom>
          <a:noFill/>
          <a:ln w="28575" cap="flat" cmpd="sng">
            <a:solidFill>
              <a:schemeClr val="accent4"/>
            </a:solidFill>
            <a:prstDash val="solid"/>
            <a:round/>
            <a:headEnd type="none" w="med" len="med"/>
            <a:tailEnd type="diamond" w="med" len="med"/>
          </a:ln>
        </p:spPr>
      </p:cxn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0">
  <p:cSld>
    <p:spTree>
      <p:nvGrpSpPr>
        <p:cNvPr id="1" name="Shape 347"/>
        <p:cNvGrpSpPr/>
        <p:nvPr/>
      </p:nvGrpSpPr>
      <p:grpSpPr>
        <a:xfrm>
          <a:off x="0" y="0"/>
          <a:ext cx="0" cy="0"/>
          <a:chOff x="0" y="0"/>
          <a:chExt cx="0" cy="0"/>
        </a:xfrm>
      </p:grpSpPr>
      <p:sp>
        <p:nvSpPr>
          <p:cNvPr id="348" name="Google Shape;348;p4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Project 02 </a:t>
            </a:r>
            <a:endParaRPr>
              <a:solidFill>
                <a:schemeClr val="accent6"/>
              </a:solidFill>
            </a:endParaRPr>
          </a:p>
        </p:txBody>
      </p:sp>
      <p:sp>
        <p:nvSpPr>
          <p:cNvPr id="349" name="Google Shape;349;p40"/>
          <p:cNvSpPr txBox="1">
            <a:spLocks noGrp="1"/>
          </p:cNvSpPr>
          <p:nvPr>
            <p:ph type="subTitle" idx="2"/>
          </p:nvPr>
        </p:nvSpPr>
        <p:spPr>
          <a:xfrm>
            <a:off x="1558281" y="2641237"/>
            <a:ext cx="2278200" cy="8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Mercury is the closest planet to the Sun and the smallest one in the Solar System</a:t>
            </a:r>
            <a:endParaRPr>
              <a:solidFill>
                <a:schemeClr val="lt1"/>
              </a:solidFill>
            </a:endParaRPr>
          </a:p>
        </p:txBody>
      </p:sp>
      <p:sp>
        <p:nvSpPr>
          <p:cNvPr id="350" name="Google Shape;350;p40"/>
          <p:cNvSpPr txBox="1">
            <a:spLocks noGrp="1"/>
          </p:cNvSpPr>
          <p:nvPr>
            <p:ph type="subTitle" idx="1"/>
          </p:nvPr>
        </p:nvSpPr>
        <p:spPr>
          <a:xfrm>
            <a:off x="1558281" y="2285863"/>
            <a:ext cx="2278200" cy="255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VR</a:t>
            </a:r>
            <a:endParaRPr>
              <a:solidFill>
                <a:schemeClr val="lt1"/>
              </a:solidFill>
            </a:endParaRPr>
          </a:p>
        </p:txBody>
      </p:sp>
      <p:sp>
        <p:nvSpPr>
          <p:cNvPr id="351" name="Google Shape;351;p40"/>
          <p:cNvSpPr txBox="1">
            <a:spLocks noGrp="1"/>
          </p:cNvSpPr>
          <p:nvPr>
            <p:ph type="subTitle" idx="3"/>
          </p:nvPr>
        </p:nvSpPr>
        <p:spPr>
          <a:xfrm>
            <a:off x="5307531" y="2276338"/>
            <a:ext cx="2278200" cy="255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Game</a:t>
            </a:r>
            <a:endParaRPr>
              <a:solidFill>
                <a:schemeClr val="lt1"/>
              </a:solidFill>
            </a:endParaRPr>
          </a:p>
        </p:txBody>
      </p:sp>
      <p:sp>
        <p:nvSpPr>
          <p:cNvPr id="352" name="Google Shape;352;p40"/>
          <p:cNvSpPr txBox="1">
            <a:spLocks noGrp="1"/>
          </p:cNvSpPr>
          <p:nvPr>
            <p:ph type="subTitle" idx="4"/>
          </p:nvPr>
        </p:nvSpPr>
        <p:spPr>
          <a:xfrm>
            <a:off x="5307531" y="2631712"/>
            <a:ext cx="2278200" cy="8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Venus has a beautiful name and is the second planet from the Sun. It’s really hot there</a:t>
            </a:r>
            <a:endParaRPr>
              <a:solidFill>
                <a:schemeClr val="lt1"/>
              </a:solidFill>
            </a:endParaRPr>
          </a:p>
        </p:txBody>
      </p:sp>
      <p:pic>
        <p:nvPicPr>
          <p:cNvPr id="353" name="Google Shape;353;p40"/>
          <p:cNvPicPr preferRelativeResize="0"/>
          <p:nvPr/>
        </p:nvPicPr>
        <p:blipFill rotWithShape="1">
          <a:blip r:embed="rId3">
            <a:alphaModFix/>
          </a:blip>
          <a:srcRect t="12314" b="74941"/>
          <a:stretch/>
        </p:blipFill>
        <p:spPr>
          <a:xfrm>
            <a:off x="355200" y="3984675"/>
            <a:ext cx="8433600" cy="806102"/>
          </a:xfrm>
          <a:prstGeom prst="rect">
            <a:avLst/>
          </a:prstGeom>
          <a:noFill/>
          <a:ln w="28575" cap="flat" cmpd="sng">
            <a:solidFill>
              <a:schemeClr val="accent6"/>
            </a:solidFill>
            <a:prstDash val="solid"/>
            <a:round/>
            <a:headEnd type="none" w="sm" len="sm"/>
            <a:tailEnd type="none" w="sm" len="sm"/>
          </a:ln>
        </p:spPr>
      </p:pic>
      <p:grpSp>
        <p:nvGrpSpPr>
          <p:cNvPr id="354" name="Google Shape;354;p40"/>
          <p:cNvGrpSpPr/>
          <p:nvPr/>
        </p:nvGrpSpPr>
        <p:grpSpPr>
          <a:xfrm>
            <a:off x="6176368" y="1480790"/>
            <a:ext cx="540525" cy="538642"/>
            <a:chOff x="5613685" y="4130876"/>
            <a:chExt cx="379236" cy="377914"/>
          </a:xfrm>
        </p:grpSpPr>
        <p:sp>
          <p:nvSpPr>
            <p:cNvPr id="355" name="Google Shape;355;p40"/>
            <p:cNvSpPr/>
            <p:nvPr/>
          </p:nvSpPr>
          <p:spPr>
            <a:xfrm>
              <a:off x="5613685" y="4226736"/>
              <a:ext cx="112094" cy="282054"/>
            </a:xfrm>
            <a:custGeom>
              <a:avLst/>
              <a:gdLst/>
              <a:ahLst/>
              <a:cxnLst/>
              <a:rect l="l" t="t" r="r" b="b"/>
              <a:pathLst>
                <a:path w="4157" h="10460" extrusionOk="0">
                  <a:moveTo>
                    <a:pt x="2082" y="994"/>
                  </a:moveTo>
                  <a:lnTo>
                    <a:pt x="3014" y="1934"/>
                  </a:lnTo>
                  <a:lnTo>
                    <a:pt x="2533" y="6296"/>
                  </a:lnTo>
                  <a:lnTo>
                    <a:pt x="1623" y="6296"/>
                  </a:lnTo>
                  <a:lnTo>
                    <a:pt x="1142" y="1934"/>
                  </a:lnTo>
                  <a:lnTo>
                    <a:pt x="2082" y="994"/>
                  </a:lnTo>
                  <a:close/>
                  <a:moveTo>
                    <a:pt x="2488" y="7117"/>
                  </a:moveTo>
                  <a:lnTo>
                    <a:pt x="2488" y="9229"/>
                  </a:lnTo>
                  <a:cubicBezTo>
                    <a:pt x="2488" y="9454"/>
                    <a:pt x="2300" y="9639"/>
                    <a:pt x="2074" y="9639"/>
                  </a:cubicBezTo>
                  <a:cubicBezTo>
                    <a:pt x="2060" y="9639"/>
                    <a:pt x="2045" y="9638"/>
                    <a:pt x="2031" y="9636"/>
                  </a:cubicBezTo>
                  <a:cubicBezTo>
                    <a:pt x="1825" y="9612"/>
                    <a:pt x="1668" y="9424"/>
                    <a:pt x="1668" y="9217"/>
                  </a:cubicBezTo>
                  <a:lnTo>
                    <a:pt x="1668" y="7117"/>
                  </a:lnTo>
                  <a:close/>
                  <a:moveTo>
                    <a:pt x="2078" y="1"/>
                  </a:moveTo>
                  <a:cubicBezTo>
                    <a:pt x="1973" y="1"/>
                    <a:pt x="1868" y="41"/>
                    <a:pt x="1787" y="123"/>
                  </a:cubicBezTo>
                  <a:lnTo>
                    <a:pt x="420" y="1490"/>
                  </a:lnTo>
                  <a:cubicBezTo>
                    <a:pt x="332" y="1577"/>
                    <a:pt x="289" y="1702"/>
                    <a:pt x="301" y="1828"/>
                  </a:cubicBezTo>
                  <a:lnTo>
                    <a:pt x="796" y="6296"/>
                  </a:lnTo>
                  <a:lnTo>
                    <a:pt x="445" y="6296"/>
                  </a:lnTo>
                  <a:cubicBezTo>
                    <a:pt x="239" y="6296"/>
                    <a:pt x="51" y="6454"/>
                    <a:pt x="26" y="6660"/>
                  </a:cubicBezTo>
                  <a:cubicBezTo>
                    <a:pt x="0" y="6911"/>
                    <a:pt x="194" y="7117"/>
                    <a:pt x="439" y="7117"/>
                  </a:cubicBezTo>
                  <a:lnTo>
                    <a:pt x="847" y="7117"/>
                  </a:lnTo>
                  <a:lnTo>
                    <a:pt x="847" y="9205"/>
                  </a:lnTo>
                  <a:cubicBezTo>
                    <a:pt x="847" y="9850"/>
                    <a:pt x="1367" y="10420"/>
                    <a:pt x="2013" y="10458"/>
                  </a:cubicBezTo>
                  <a:cubicBezTo>
                    <a:pt x="2035" y="10459"/>
                    <a:pt x="2057" y="10459"/>
                    <a:pt x="2079" y="10459"/>
                  </a:cubicBezTo>
                  <a:cubicBezTo>
                    <a:pt x="2758" y="10459"/>
                    <a:pt x="3309" y="9909"/>
                    <a:pt x="3309" y="9229"/>
                  </a:cubicBezTo>
                  <a:lnTo>
                    <a:pt x="3309" y="7117"/>
                  </a:lnTo>
                  <a:lnTo>
                    <a:pt x="3723" y="7117"/>
                  </a:lnTo>
                  <a:cubicBezTo>
                    <a:pt x="3962" y="7117"/>
                    <a:pt x="4156" y="6911"/>
                    <a:pt x="4130" y="6660"/>
                  </a:cubicBezTo>
                  <a:cubicBezTo>
                    <a:pt x="4105" y="6454"/>
                    <a:pt x="3924" y="6296"/>
                    <a:pt x="3711" y="6296"/>
                  </a:cubicBezTo>
                  <a:lnTo>
                    <a:pt x="3360" y="6296"/>
                  </a:lnTo>
                  <a:lnTo>
                    <a:pt x="3855" y="1828"/>
                  </a:lnTo>
                  <a:cubicBezTo>
                    <a:pt x="3867" y="1702"/>
                    <a:pt x="3824" y="1577"/>
                    <a:pt x="3736" y="1490"/>
                  </a:cubicBezTo>
                  <a:lnTo>
                    <a:pt x="2369" y="123"/>
                  </a:lnTo>
                  <a:cubicBezTo>
                    <a:pt x="2288" y="41"/>
                    <a:pt x="2183" y="1"/>
                    <a:pt x="20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40"/>
            <p:cNvSpPr/>
            <p:nvPr/>
          </p:nvSpPr>
          <p:spPr>
            <a:xfrm>
              <a:off x="5866158" y="4130876"/>
              <a:ext cx="126762" cy="377914"/>
            </a:xfrm>
            <a:custGeom>
              <a:avLst/>
              <a:gdLst/>
              <a:ahLst/>
              <a:cxnLst/>
              <a:rect l="l" t="t" r="r" b="b"/>
              <a:pathLst>
                <a:path w="4701" h="14015" extrusionOk="0">
                  <a:moveTo>
                    <a:pt x="2351" y="990"/>
                  </a:moveTo>
                  <a:lnTo>
                    <a:pt x="3836" y="2474"/>
                  </a:lnTo>
                  <a:lnTo>
                    <a:pt x="3084" y="8485"/>
                  </a:lnTo>
                  <a:lnTo>
                    <a:pt x="1617" y="8485"/>
                  </a:lnTo>
                  <a:lnTo>
                    <a:pt x="865" y="2474"/>
                  </a:lnTo>
                  <a:lnTo>
                    <a:pt x="2351" y="990"/>
                  </a:lnTo>
                  <a:close/>
                  <a:moveTo>
                    <a:pt x="3034" y="9306"/>
                  </a:moveTo>
                  <a:lnTo>
                    <a:pt x="3034" y="10127"/>
                  </a:lnTo>
                  <a:lnTo>
                    <a:pt x="1669" y="10127"/>
                  </a:lnTo>
                  <a:lnTo>
                    <a:pt x="1669" y="9306"/>
                  </a:lnTo>
                  <a:close/>
                  <a:moveTo>
                    <a:pt x="3034" y="10949"/>
                  </a:moveTo>
                  <a:lnTo>
                    <a:pt x="3034" y="12509"/>
                  </a:lnTo>
                  <a:cubicBezTo>
                    <a:pt x="3034" y="12886"/>
                    <a:pt x="2732" y="13194"/>
                    <a:pt x="2355" y="13194"/>
                  </a:cubicBezTo>
                  <a:cubicBezTo>
                    <a:pt x="2337" y="13194"/>
                    <a:pt x="2319" y="13193"/>
                    <a:pt x="2300" y="13191"/>
                  </a:cubicBezTo>
                  <a:cubicBezTo>
                    <a:pt x="1950" y="13167"/>
                    <a:pt x="1669" y="12841"/>
                    <a:pt x="1669" y="12497"/>
                  </a:cubicBezTo>
                  <a:lnTo>
                    <a:pt x="1669" y="10949"/>
                  </a:lnTo>
                  <a:close/>
                  <a:moveTo>
                    <a:pt x="2351" y="0"/>
                  </a:moveTo>
                  <a:cubicBezTo>
                    <a:pt x="2246" y="0"/>
                    <a:pt x="2141" y="40"/>
                    <a:pt x="2063" y="119"/>
                  </a:cubicBezTo>
                  <a:lnTo>
                    <a:pt x="145" y="2037"/>
                  </a:lnTo>
                  <a:cubicBezTo>
                    <a:pt x="58" y="2124"/>
                    <a:pt x="14" y="2249"/>
                    <a:pt x="26" y="2375"/>
                  </a:cubicBezTo>
                  <a:lnTo>
                    <a:pt x="790" y="8485"/>
                  </a:lnTo>
                  <a:lnTo>
                    <a:pt x="446" y="8485"/>
                  </a:lnTo>
                  <a:cubicBezTo>
                    <a:pt x="232" y="8485"/>
                    <a:pt x="52" y="8641"/>
                    <a:pt x="26" y="8849"/>
                  </a:cubicBezTo>
                  <a:cubicBezTo>
                    <a:pt x="0" y="9099"/>
                    <a:pt x="195" y="9306"/>
                    <a:pt x="434" y="9306"/>
                  </a:cubicBezTo>
                  <a:lnTo>
                    <a:pt x="847" y="9306"/>
                  </a:lnTo>
                  <a:lnTo>
                    <a:pt x="847" y="12483"/>
                  </a:lnTo>
                  <a:cubicBezTo>
                    <a:pt x="847" y="13292"/>
                    <a:pt x="1473" y="13975"/>
                    <a:pt x="2276" y="14013"/>
                  </a:cubicBezTo>
                  <a:cubicBezTo>
                    <a:pt x="2299" y="14014"/>
                    <a:pt x="2321" y="14014"/>
                    <a:pt x="2344" y="14014"/>
                  </a:cubicBezTo>
                  <a:cubicBezTo>
                    <a:pt x="3178" y="14014"/>
                    <a:pt x="3856" y="13339"/>
                    <a:pt x="3856" y="12509"/>
                  </a:cubicBezTo>
                  <a:lnTo>
                    <a:pt x="3856" y="9306"/>
                  </a:lnTo>
                  <a:lnTo>
                    <a:pt x="4269" y="9306"/>
                  </a:lnTo>
                  <a:cubicBezTo>
                    <a:pt x="4507" y="9306"/>
                    <a:pt x="4701" y="9099"/>
                    <a:pt x="4677" y="8849"/>
                  </a:cubicBezTo>
                  <a:cubicBezTo>
                    <a:pt x="4651" y="8641"/>
                    <a:pt x="4469" y="8485"/>
                    <a:pt x="4256" y="8485"/>
                  </a:cubicBezTo>
                  <a:lnTo>
                    <a:pt x="3911" y="8485"/>
                  </a:lnTo>
                  <a:lnTo>
                    <a:pt x="4677" y="2375"/>
                  </a:lnTo>
                  <a:cubicBezTo>
                    <a:pt x="4689" y="2249"/>
                    <a:pt x="4645" y="2124"/>
                    <a:pt x="4557" y="2037"/>
                  </a:cubicBezTo>
                  <a:lnTo>
                    <a:pt x="2639" y="119"/>
                  </a:lnTo>
                  <a:cubicBezTo>
                    <a:pt x="2561" y="40"/>
                    <a:pt x="2456" y="0"/>
                    <a:pt x="23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40"/>
            <p:cNvSpPr/>
            <p:nvPr/>
          </p:nvSpPr>
          <p:spPr>
            <a:xfrm>
              <a:off x="5735729" y="4285790"/>
              <a:ext cx="124039" cy="66523"/>
            </a:xfrm>
            <a:custGeom>
              <a:avLst/>
              <a:gdLst/>
              <a:ahLst/>
              <a:cxnLst/>
              <a:rect l="l" t="t" r="r" b="b"/>
              <a:pathLst>
                <a:path w="4600" h="2467" extrusionOk="0">
                  <a:moveTo>
                    <a:pt x="3329" y="1"/>
                  </a:moveTo>
                  <a:cubicBezTo>
                    <a:pt x="3112" y="1"/>
                    <a:pt x="2896" y="171"/>
                    <a:pt x="2896" y="509"/>
                  </a:cubicBezTo>
                  <a:cubicBezTo>
                    <a:pt x="2896" y="541"/>
                    <a:pt x="2914" y="578"/>
                    <a:pt x="2933" y="603"/>
                  </a:cubicBezTo>
                  <a:lnTo>
                    <a:pt x="3159" y="822"/>
                  </a:lnTo>
                  <a:lnTo>
                    <a:pt x="444" y="822"/>
                  </a:lnTo>
                  <a:cubicBezTo>
                    <a:pt x="414" y="822"/>
                    <a:pt x="376" y="834"/>
                    <a:pt x="357" y="860"/>
                  </a:cubicBezTo>
                  <a:cubicBezTo>
                    <a:pt x="0" y="1218"/>
                    <a:pt x="244" y="1643"/>
                    <a:pt x="588" y="1643"/>
                  </a:cubicBezTo>
                  <a:lnTo>
                    <a:pt x="3159" y="1643"/>
                  </a:lnTo>
                  <a:lnTo>
                    <a:pt x="2933" y="1869"/>
                  </a:lnTo>
                  <a:cubicBezTo>
                    <a:pt x="2914" y="1895"/>
                    <a:pt x="2896" y="1925"/>
                    <a:pt x="2896" y="1962"/>
                  </a:cubicBezTo>
                  <a:cubicBezTo>
                    <a:pt x="2896" y="2299"/>
                    <a:pt x="3109" y="2466"/>
                    <a:pt x="3326" y="2466"/>
                  </a:cubicBezTo>
                  <a:cubicBezTo>
                    <a:pt x="3432" y="2466"/>
                    <a:pt x="3539" y="2426"/>
                    <a:pt x="3622" y="2346"/>
                  </a:cubicBezTo>
                  <a:lnTo>
                    <a:pt x="4443" y="1525"/>
                  </a:lnTo>
                  <a:cubicBezTo>
                    <a:pt x="4600" y="1361"/>
                    <a:pt x="4600" y="1105"/>
                    <a:pt x="4443" y="941"/>
                  </a:cubicBezTo>
                  <a:lnTo>
                    <a:pt x="3622" y="120"/>
                  </a:lnTo>
                  <a:cubicBezTo>
                    <a:pt x="3540" y="40"/>
                    <a:pt x="3435" y="1"/>
                    <a:pt x="33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 name="Google Shape;358;p40"/>
          <p:cNvGrpSpPr/>
          <p:nvPr/>
        </p:nvGrpSpPr>
        <p:grpSpPr>
          <a:xfrm>
            <a:off x="2416155" y="1480813"/>
            <a:ext cx="562470" cy="538603"/>
            <a:chOff x="4789985" y="2889057"/>
            <a:chExt cx="394633" cy="377888"/>
          </a:xfrm>
        </p:grpSpPr>
        <p:sp>
          <p:nvSpPr>
            <p:cNvPr id="359" name="Google Shape;359;p40"/>
            <p:cNvSpPr/>
            <p:nvPr/>
          </p:nvSpPr>
          <p:spPr>
            <a:xfrm>
              <a:off x="4836796" y="3135948"/>
              <a:ext cx="73183" cy="92301"/>
            </a:xfrm>
            <a:custGeom>
              <a:avLst/>
              <a:gdLst/>
              <a:ahLst/>
              <a:cxnLst/>
              <a:rect l="l" t="t" r="r" b="b"/>
              <a:pathLst>
                <a:path w="2714" h="3423" extrusionOk="0">
                  <a:moveTo>
                    <a:pt x="385" y="0"/>
                  </a:moveTo>
                  <a:cubicBezTo>
                    <a:pt x="347" y="0"/>
                    <a:pt x="308" y="6"/>
                    <a:pt x="270" y="20"/>
                  </a:cubicBezTo>
                  <a:cubicBezTo>
                    <a:pt x="95" y="81"/>
                    <a:pt x="0" y="277"/>
                    <a:pt x="58" y="451"/>
                  </a:cubicBezTo>
                  <a:lnTo>
                    <a:pt x="998" y="3153"/>
                  </a:lnTo>
                  <a:cubicBezTo>
                    <a:pt x="1053" y="3315"/>
                    <a:pt x="1204" y="3422"/>
                    <a:pt x="1380" y="3422"/>
                  </a:cubicBezTo>
                  <a:cubicBezTo>
                    <a:pt x="1554" y="3422"/>
                    <a:pt x="1705" y="3309"/>
                    <a:pt x="1762" y="3147"/>
                  </a:cubicBezTo>
                  <a:lnTo>
                    <a:pt x="2652" y="457"/>
                  </a:lnTo>
                  <a:cubicBezTo>
                    <a:pt x="2714" y="277"/>
                    <a:pt x="2615" y="81"/>
                    <a:pt x="2439" y="20"/>
                  </a:cubicBezTo>
                  <a:cubicBezTo>
                    <a:pt x="2403" y="8"/>
                    <a:pt x="2367" y="3"/>
                    <a:pt x="2331" y="3"/>
                  </a:cubicBezTo>
                  <a:cubicBezTo>
                    <a:pt x="2186" y="3"/>
                    <a:pt x="2051" y="93"/>
                    <a:pt x="2005" y="239"/>
                  </a:cubicBezTo>
                  <a:lnTo>
                    <a:pt x="1374" y="2144"/>
                  </a:lnTo>
                  <a:lnTo>
                    <a:pt x="709" y="232"/>
                  </a:lnTo>
                  <a:cubicBezTo>
                    <a:pt x="659" y="89"/>
                    <a:pt x="527" y="0"/>
                    <a:pt x="38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40"/>
            <p:cNvSpPr/>
            <p:nvPr/>
          </p:nvSpPr>
          <p:spPr>
            <a:xfrm>
              <a:off x="4927210" y="3136299"/>
              <a:ext cx="59835" cy="92274"/>
            </a:xfrm>
            <a:custGeom>
              <a:avLst/>
              <a:gdLst/>
              <a:ahLst/>
              <a:cxnLst/>
              <a:rect l="l" t="t" r="r" b="b"/>
              <a:pathLst>
                <a:path w="2219" h="3422" extrusionOk="0">
                  <a:moveTo>
                    <a:pt x="1073" y="684"/>
                  </a:moveTo>
                  <a:cubicBezTo>
                    <a:pt x="1298" y="684"/>
                    <a:pt x="1486" y="852"/>
                    <a:pt x="1486" y="1054"/>
                  </a:cubicBezTo>
                  <a:cubicBezTo>
                    <a:pt x="1486" y="1254"/>
                    <a:pt x="1298" y="1422"/>
                    <a:pt x="1073" y="1422"/>
                  </a:cubicBezTo>
                  <a:lnTo>
                    <a:pt x="691" y="1422"/>
                  </a:lnTo>
                  <a:lnTo>
                    <a:pt x="691" y="684"/>
                  </a:lnTo>
                  <a:close/>
                  <a:moveTo>
                    <a:pt x="352" y="1"/>
                  </a:moveTo>
                  <a:cubicBezTo>
                    <a:pt x="307" y="1"/>
                    <a:pt x="257" y="7"/>
                    <a:pt x="220" y="25"/>
                  </a:cubicBezTo>
                  <a:cubicBezTo>
                    <a:pt x="81" y="82"/>
                    <a:pt x="0" y="207"/>
                    <a:pt x="0" y="345"/>
                  </a:cubicBezTo>
                  <a:lnTo>
                    <a:pt x="0" y="3077"/>
                  </a:lnTo>
                  <a:cubicBezTo>
                    <a:pt x="0" y="3269"/>
                    <a:pt x="153" y="3420"/>
                    <a:pt x="340" y="3420"/>
                  </a:cubicBezTo>
                  <a:cubicBezTo>
                    <a:pt x="360" y="3420"/>
                    <a:pt x="381" y="3419"/>
                    <a:pt x="402" y="3415"/>
                  </a:cubicBezTo>
                  <a:cubicBezTo>
                    <a:pt x="564" y="3391"/>
                    <a:pt x="683" y="3241"/>
                    <a:pt x="683" y="3071"/>
                  </a:cubicBezTo>
                  <a:lnTo>
                    <a:pt x="683" y="2307"/>
                  </a:lnTo>
                  <a:lnTo>
                    <a:pt x="1561" y="3296"/>
                  </a:lnTo>
                  <a:cubicBezTo>
                    <a:pt x="1631" y="3378"/>
                    <a:pt x="1730" y="3422"/>
                    <a:pt x="1829" y="3422"/>
                  </a:cubicBezTo>
                  <a:cubicBezTo>
                    <a:pt x="1890" y="3422"/>
                    <a:pt x="1952" y="3405"/>
                    <a:pt x="2007" y="3371"/>
                  </a:cubicBezTo>
                  <a:cubicBezTo>
                    <a:pt x="2187" y="3253"/>
                    <a:pt x="2219" y="3009"/>
                    <a:pt x="2082" y="2851"/>
                  </a:cubicBezTo>
                  <a:lnTo>
                    <a:pt x="1385" y="2061"/>
                  </a:lnTo>
                  <a:cubicBezTo>
                    <a:pt x="1837" y="1936"/>
                    <a:pt x="2169" y="1529"/>
                    <a:pt x="2169" y="1054"/>
                  </a:cubicBezTo>
                  <a:cubicBezTo>
                    <a:pt x="2169" y="476"/>
                    <a:pt x="1674"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40"/>
            <p:cNvSpPr/>
            <p:nvPr/>
          </p:nvSpPr>
          <p:spPr>
            <a:xfrm>
              <a:off x="4789985" y="2889057"/>
              <a:ext cx="394633" cy="377888"/>
            </a:xfrm>
            <a:custGeom>
              <a:avLst/>
              <a:gdLst/>
              <a:ahLst/>
              <a:cxnLst/>
              <a:rect l="l" t="t" r="r" b="b"/>
              <a:pathLst>
                <a:path w="14635" h="14014" extrusionOk="0">
                  <a:moveTo>
                    <a:pt x="9226" y="822"/>
                  </a:moveTo>
                  <a:cubicBezTo>
                    <a:pt x="9408" y="822"/>
                    <a:pt x="9720" y="1085"/>
                    <a:pt x="10003" y="1837"/>
                  </a:cubicBezTo>
                  <a:cubicBezTo>
                    <a:pt x="10110" y="2118"/>
                    <a:pt x="10197" y="2439"/>
                    <a:pt x="10266" y="2783"/>
                  </a:cubicBezTo>
                  <a:cubicBezTo>
                    <a:pt x="9928" y="2751"/>
                    <a:pt x="9578" y="2739"/>
                    <a:pt x="9226" y="2739"/>
                  </a:cubicBezTo>
                  <a:cubicBezTo>
                    <a:pt x="8869" y="2739"/>
                    <a:pt x="8525" y="2751"/>
                    <a:pt x="8186" y="2783"/>
                  </a:cubicBezTo>
                  <a:cubicBezTo>
                    <a:pt x="8254" y="2439"/>
                    <a:pt x="8343" y="2118"/>
                    <a:pt x="8449" y="1837"/>
                  </a:cubicBezTo>
                  <a:cubicBezTo>
                    <a:pt x="8731" y="1085"/>
                    <a:pt x="9044" y="822"/>
                    <a:pt x="9226" y="822"/>
                  </a:cubicBezTo>
                  <a:close/>
                  <a:moveTo>
                    <a:pt x="7897" y="1047"/>
                  </a:moveTo>
                  <a:lnTo>
                    <a:pt x="7897" y="1047"/>
                  </a:lnTo>
                  <a:cubicBezTo>
                    <a:pt x="7822" y="1198"/>
                    <a:pt x="7747" y="1360"/>
                    <a:pt x="7678" y="1548"/>
                  </a:cubicBezTo>
                  <a:cubicBezTo>
                    <a:pt x="7527" y="1942"/>
                    <a:pt x="7415" y="2401"/>
                    <a:pt x="7327" y="2896"/>
                  </a:cubicBezTo>
                  <a:cubicBezTo>
                    <a:pt x="6832" y="2977"/>
                    <a:pt x="6381" y="3096"/>
                    <a:pt x="5986" y="3246"/>
                  </a:cubicBezTo>
                  <a:cubicBezTo>
                    <a:pt x="5798" y="3315"/>
                    <a:pt x="5629" y="3391"/>
                    <a:pt x="5485" y="3466"/>
                  </a:cubicBezTo>
                  <a:cubicBezTo>
                    <a:pt x="5885" y="2338"/>
                    <a:pt x="6775" y="1447"/>
                    <a:pt x="7897" y="1047"/>
                  </a:cubicBezTo>
                  <a:close/>
                  <a:moveTo>
                    <a:pt x="10548" y="1047"/>
                  </a:moveTo>
                  <a:cubicBezTo>
                    <a:pt x="11676" y="1447"/>
                    <a:pt x="12566" y="2338"/>
                    <a:pt x="12968" y="3466"/>
                  </a:cubicBezTo>
                  <a:cubicBezTo>
                    <a:pt x="12818" y="3391"/>
                    <a:pt x="12654" y="3315"/>
                    <a:pt x="12466" y="3246"/>
                  </a:cubicBezTo>
                  <a:cubicBezTo>
                    <a:pt x="12071" y="3096"/>
                    <a:pt x="11614" y="2977"/>
                    <a:pt x="11125" y="2896"/>
                  </a:cubicBezTo>
                  <a:cubicBezTo>
                    <a:pt x="11037" y="2401"/>
                    <a:pt x="10918" y="1942"/>
                    <a:pt x="10767" y="1548"/>
                  </a:cubicBezTo>
                  <a:cubicBezTo>
                    <a:pt x="10698" y="1360"/>
                    <a:pt x="10623" y="1198"/>
                    <a:pt x="10548" y="1047"/>
                  </a:cubicBezTo>
                  <a:close/>
                  <a:moveTo>
                    <a:pt x="7215" y="3747"/>
                  </a:moveTo>
                  <a:cubicBezTo>
                    <a:pt x="7189" y="4086"/>
                    <a:pt x="7171" y="4438"/>
                    <a:pt x="7171" y="4788"/>
                  </a:cubicBezTo>
                  <a:cubicBezTo>
                    <a:pt x="7171" y="5146"/>
                    <a:pt x="7189" y="5496"/>
                    <a:pt x="7215" y="5835"/>
                  </a:cubicBezTo>
                  <a:cubicBezTo>
                    <a:pt x="6876" y="5760"/>
                    <a:pt x="6556" y="5672"/>
                    <a:pt x="6274" y="5566"/>
                  </a:cubicBezTo>
                  <a:cubicBezTo>
                    <a:pt x="5522" y="5283"/>
                    <a:pt x="5259" y="4970"/>
                    <a:pt x="5259" y="4788"/>
                  </a:cubicBezTo>
                  <a:cubicBezTo>
                    <a:pt x="5259" y="4606"/>
                    <a:pt x="5522" y="4293"/>
                    <a:pt x="6274" y="4010"/>
                  </a:cubicBezTo>
                  <a:cubicBezTo>
                    <a:pt x="6556" y="3905"/>
                    <a:pt x="6876" y="3816"/>
                    <a:pt x="7215" y="3747"/>
                  </a:cubicBezTo>
                  <a:close/>
                  <a:moveTo>
                    <a:pt x="11232" y="3747"/>
                  </a:moveTo>
                  <a:cubicBezTo>
                    <a:pt x="11577" y="3816"/>
                    <a:pt x="11895" y="3905"/>
                    <a:pt x="12178" y="4010"/>
                  </a:cubicBezTo>
                  <a:cubicBezTo>
                    <a:pt x="12930" y="4293"/>
                    <a:pt x="13194" y="4606"/>
                    <a:pt x="13194" y="4788"/>
                  </a:cubicBezTo>
                  <a:cubicBezTo>
                    <a:pt x="13194" y="4970"/>
                    <a:pt x="12930" y="5283"/>
                    <a:pt x="12178" y="5566"/>
                  </a:cubicBezTo>
                  <a:cubicBezTo>
                    <a:pt x="11895" y="5672"/>
                    <a:pt x="11577" y="5760"/>
                    <a:pt x="11232" y="5835"/>
                  </a:cubicBezTo>
                  <a:cubicBezTo>
                    <a:pt x="11262" y="5496"/>
                    <a:pt x="11276" y="5146"/>
                    <a:pt x="11276" y="4788"/>
                  </a:cubicBezTo>
                  <a:cubicBezTo>
                    <a:pt x="11276" y="4438"/>
                    <a:pt x="11262" y="4086"/>
                    <a:pt x="11232" y="3747"/>
                  </a:cubicBezTo>
                  <a:close/>
                  <a:moveTo>
                    <a:pt x="9226" y="3559"/>
                  </a:moveTo>
                  <a:cubicBezTo>
                    <a:pt x="9627" y="3559"/>
                    <a:pt x="10021" y="3579"/>
                    <a:pt x="10397" y="3622"/>
                  </a:cubicBezTo>
                  <a:cubicBezTo>
                    <a:pt x="10435" y="3992"/>
                    <a:pt x="10454" y="4386"/>
                    <a:pt x="10454" y="4788"/>
                  </a:cubicBezTo>
                  <a:cubicBezTo>
                    <a:pt x="10454" y="5196"/>
                    <a:pt x="10435" y="5584"/>
                    <a:pt x="10397" y="5960"/>
                  </a:cubicBezTo>
                  <a:cubicBezTo>
                    <a:pt x="10021" y="5997"/>
                    <a:pt x="9627" y="6023"/>
                    <a:pt x="9226" y="6023"/>
                  </a:cubicBezTo>
                  <a:cubicBezTo>
                    <a:pt x="8825" y="6023"/>
                    <a:pt x="8430" y="5997"/>
                    <a:pt x="8054" y="5960"/>
                  </a:cubicBezTo>
                  <a:cubicBezTo>
                    <a:pt x="8016" y="5584"/>
                    <a:pt x="7991" y="5190"/>
                    <a:pt x="7991" y="4788"/>
                  </a:cubicBezTo>
                  <a:cubicBezTo>
                    <a:pt x="7991" y="4386"/>
                    <a:pt x="8016" y="3992"/>
                    <a:pt x="8054" y="3622"/>
                  </a:cubicBezTo>
                  <a:cubicBezTo>
                    <a:pt x="8430" y="3579"/>
                    <a:pt x="8825" y="3559"/>
                    <a:pt x="9226" y="3559"/>
                  </a:cubicBezTo>
                  <a:close/>
                  <a:moveTo>
                    <a:pt x="5485" y="6116"/>
                  </a:moveTo>
                  <a:lnTo>
                    <a:pt x="5485" y="6116"/>
                  </a:lnTo>
                  <a:cubicBezTo>
                    <a:pt x="5629" y="6191"/>
                    <a:pt x="5798" y="6267"/>
                    <a:pt x="5986" y="6336"/>
                  </a:cubicBezTo>
                  <a:cubicBezTo>
                    <a:pt x="6381" y="6486"/>
                    <a:pt x="6838" y="6605"/>
                    <a:pt x="7327" y="6688"/>
                  </a:cubicBezTo>
                  <a:cubicBezTo>
                    <a:pt x="7389" y="7056"/>
                    <a:pt x="7472" y="7402"/>
                    <a:pt x="7571" y="7721"/>
                  </a:cubicBezTo>
                  <a:lnTo>
                    <a:pt x="6550" y="7721"/>
                  </a:lnTo>
                  <a:cubicBezTo>
                    <a:pt x="6061" y="7276"/>
                    <a:pt x="5697" y="6725"/>
                    <a:pt x="5485" y="6116"/>
                  </a:cubicBezTo>
                  <a:close/>
                  <a:moveTo>
                    <a:pt x="12968" y="6116"/>
                  </a:moveTo>
                  <a:lnTo>
                    <a:pt x="12968" y="6116"/>
                  </a:lnTo>
                  <a:cubicBezTo>
                    <a:pt x="12566" y="7238"/>
                    <a:pt x="11676" y="8129"/>
                    <a:pt x="10548" y="8530"/>
                  </a:cubicBezTo>
                  <a:cubicBezTo>
                    <a:pt x="10623" y="8386"/>
                    <a:pt x="10698" y="8216"/>
                    <a:pt x="10767" y="8028"/>
                  </a:cubicBezTo>
                  <a:cubicBezTo>
                    <a:pt x="10918" y="7634"/>
                    <a:pt x="11037" y="7183"/>
                    <a:pt x="11125" y="6688"/>
                  </a:cubicBezTo>
                  <a:cubicBezTo>
                    <a:pt x="11614" y="6605"/>
                    <a:pt x="12071" y="6486"/>
                    <a:pt x="12466" y="6336"/>
                  </a:cubicBezTo>
                  <a:cubicBezTo>
                    <a:pt x="12654" y="6267"/>
                    <a:pt x="12818" y="6191"/>
                    <a:pt x="12968" y="6116"/>
                  </a:cubicBezTo>
                  <a:close/>
                  <a:moveTo>
                    <a:pt x="8186" y="6801"/>
                  </a:moveTo>
                  <a:lnTo>
                    <a:pt x="8186" y="6801"/>
                  </a:lnTo>
                  <a:cubicBezTo>
                    <a:pt x="8525" y="6825"/>
                    <a:pt x="8869" y="6844"/>
                    <a:pt x="9226" y="6844"/>
                  </a:cubicBezTo>
                  <a:cubicBezTo>
                    <a:pt x="9578" y="6844"/>
                    <a:pt x="9928" y="6825"/>
                    <a:pt x="10266" y="6801"/>
                  </a:cubicBezTo>
                  <a:lnTo>
                    <a:pt x="10266" y="6801"/>
                  </a:lnTo>
                  <a:cubicBezTo>
                    <a:pt x="10197" y="7139"/>
                    <a:pt x="10110" y="7458"/>
                    <a:pt x="10003" y="7741"/>
                  </a:cubicBezTo>
                  <a:cubicBezTo>
                    <a:pt x="9720" y="8493"/>
                    <a:pt x="9408" y="8762"/>
                    <a:pt x="9226" y="8762"/>
                  </a:cubicBezTo>
                  <a:cubicBezTo>
                    <a:pt x="9144" y="8762"/>
                    <a:pt x="9063" y="8711"/>
                    <a:pt x="8994" y="8655"/>
                  </a:cubicBezTo>
                  <a:cubicBezTo>
                    <a:pt x="8925" y="8372"/>
                    <a:pt x="8762" y="8135"/>
                    <a:pt x="8537" y="7966"/>
                  </a:cubicBezTo>
                  <a:cubicBezTo>
                    <a:pt x="8392" y="7640"/>
                    <a:pt x="8273" y="7238"/>
                    <a:pt x="8186" y="6801"/>
                  </a:cubicBezTo>
                  <a:close/>
                  <a:moveTo>
                    <a:pt x="7803" y="8542"/>
                  </a:moveTo>
                  <a:cubicBezTo>
                    <a:pt x="8028" y="8542"/>
                    <a:pt x="8210" y="8724"/>
                    <a:pt x="8210" y="8950"/>
                  </a:cubicBezTo>
                  <a:lnTo>
                    <a:pt x="8210" y="12786"/>
                  </a:lnTo>
                  <a:cubicBezTo>
                    <a:pt x="8210" y="13011"/>
                    <a:pt x="8028" y="13193"/>
                    <a:pt x="7803" y="13193"/>
                  </a:cubicBezTo>
                  <a:lnTo>
                    <a:pt x="1229" y="13193"/>
                  </a:lnTo>
                  <a:cubicBezTo>
                    <a:pt x="1004" y="13193"/>
                    <a:pt x="822" y="13011"/>
                    <a:pt x="822" y="12786"/>
                  </a:cubicBezTo>
                  <a:lnTo>
                    <a:pt x="822" y="8950"/>
                  </a:lnTo>
                  <a:cubicBezTo>
                    <a:pt x="822" y="8724"/>
                    <a:pt x="1004" y="8542"/>
                    <a:pt x="1229" y="8542"/>
                  </a:cubicBezTo>
                  <a:close/>
                  <a:moveTo>
                    <a:pt x="9220" y="0"/>
                  </a:moveTo>
                  <a:cubicBezTo>
                    <a:pt x="6580" y="0"/>
                    <a:pt x="4432" y="2149"/>
                    <a:pt x="4432" y="4788"/>
                  </a:cubicBezTo>
                  <a:cubicBezTo>
                    <a:pt x="4432" y="5861"/>
                    <a:pt x="4788" y="6888"/>
                    <a:pt x="5434" y="7721"/>
                  </a:cubicBezTo>
                  <a:lnTo>
                    <a:pt x="1229" y="7721"/>
                  </a:lnTo>
                  <a:cubicBezTo>
                    <a:pt x="553" y="7721"/>
                    <a:pt x="1" y="8273"/>
                    <a:pt x="1" y="8950"/>
                  </a:cubicBezTo>
                  <a:lnTo>
                    <a:pt x="1" y="12786"/>
                  </a:lnTo>
                  <a:cubicBezTo>
                    <a:pt x="1" y="13462"/>
                    <a:pt x="553" y="14013"/>
                    <a:pt x="1229" y="14013"/>
                  </a:cubicBezTo>
                  <a:lnTo>
                    <a:pt x="7803" y="14013"/>
                  </a:lnTo>
                  <a:cubicBezTo>
                    <a:pt x="8480" y="14013"/>
                    <a:pt x="9032" y="13462"/>
                    <a:pt x="9032" y="12786"/>
                  </a:cubicBezTo>
                  <a:lnTo>
                    <a:pt x="9032" y="9576"/>
                  </a:lnTo>
                  <a:cubicBezTo>
                    <a:pt x="9095" y="9576"/>
                    <a:pt x="9164" y="9583"/>
                    <a:pt x="9226" y="9583"/>
                  </a:cubicBezTo>
                  <a:cubicBezTo>
                    <a:pt x="12253" y="9583"/>
                    <a:pt x="14635" y="6755"/>
                    <a:pt x="13870" y="3604"/>
                  </a:cubicBezTo>
                  <a:cubicBezTo>
                    <a:pt x="13500" y="2081"/>
                    <a:pt x="11933" y="513"/>
                    <a:pt x="10411" y="145"/>
                  </a:cubicBezTo>
                  <a:cubicBezTo>
                    <a:pt x="10007" y="47"/>
                    <a:pt x="9608" y="0"/>
                    <a:pt x="92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0">
  <p:cSld>
    <p:spTree>
      <p:nvGrpSpPr>
        <p:cNvPr id="1" name="Shape 365"/>
        <p:cNvGrpSpPr/>
        <p:nvPr/>
      </p:nvGrpSpPr>
      <p:grpSpPr>
        <a:xfrm>
          <a:off x="0" y="0"/>
          <a:ext cx="0" cy="0"/>
          <a:chOff x="0" y="0"/>
          <a:chExt cx="0" cy="0"/>
        </a:xfrm>
      </p:grpSpPr>
      <p:sp>
        <p:nvSpPr>
          <p:cNvPr id="366" name="Google Shape;366;p41"/>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Achievements and skills</a:t>
            </a:r>
            <a:endParaRPr>
              <a:solidFill>
                <a:schemeClr val="accent6"/>
              </a:solidFill>
            </a:endParaRPr>
          </a:p>
        </p:txBody>
      </p:sp>
      <p:sp>
        <p:nvSpPr>
          <p:cNvPr id="367" name="Google Shape;367;p41"/>
          <p:cNvSpPr txBox="1">
            <a:spLocks noGrp="1"/>
          </p:cNvSpPr>
          <p:nvPr>
            <p:ph type="title" idx="4"/>
          </p:nvPr>
        </p:nvSpPr>
        <p:spPr>
          <a:xfrm>
            <a:off x="836375" y="3453648"/>
            <a:ext cx="2072700" cy="255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Jupiter</a:t>
            </a:r>
            <a:endParaRPr>
              <a:solidFill>
                <a:schemeClr val="lt1"/>
              </a:solidFill>
            </a:endParaRPr>
          </a:p>
        </p:txBody>
      </p:sp>
      <p:sp>
        <p:nvSpPr>
          <p:cNvPr id="368" name="Google Shape;368;p41"/>
          <p:cNvSpPr txBox="1">
            <a:spLocks noGrp="1"/>
          </p:cNvSpPr>
          <p:nvPr>
            <p:ph type="subTitle" idx="5"/>
          </p:nvPr>
        </p:nvSpPr>
        <p:spPr>
          <a:xfrm>
            <a:off x="836375" y="3702775"/>
            <a:ext cx="20727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Jupiter is the biggest planet of them all</a:t>
            </a:r>
            <a:endParaRPr>
              <a:solidFill>
                <a:schemeClr val="lt1"/>
              </a:solidFill>
            </a:endParaRPr>
          </a:p>
        </p:txBody>
      </p:sp>
      <p:sp>
        <p:nvSpPr>
          <p:cNvPr id="369" name="Google Shape;369;p41"/>
          <p:cNvSpPr txBox="1">
            <a:spLocks noGrp="1"/>
          </p:cNvSpPr>
          <p:nvPr>
            <p:ph type="title"/>
          </p:nvPr>
        </p:nvSpPr>
        <p:spPr>
          <a:xfrm>
            <a:off x="836375" y="1791648"/>
            <a:ext cx="2072700" cy="255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Mercury</a:t>
            </a:r>
            <a:endParaRPr>
              <a:solidFill>
                <a:schemeClr val="lt1"/>
              </a:solidFill>
            </a:endParaRPr>
          </a:p>
        </p:txBody>
      </p:sp>
      <p:sp>
        <p:nvSpPr>
          <p:cNvPr id="370" name="Google Shape;370;p41"/>
          <p:cNvSpPr txBox="1">
            <a:spLocks noGrp="1"/>
          </p:cNvSpPr>
          <p:nvPr>
            <p:ph type="subTitle" idx="1"/>
          </p:nvPr>
        </p:nvSpPr>
        <p:spPr>
          <a:xfrm>
            <a:off x="836375" y="2040775"/>
            <a:ext cx="20727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It’s the closest planet to the Sun</a:t>
            </a:r>
            <a:endParaRPr>
              <a:solidFill>
                <a:schemeClr val="lt1"/>
              </a:solidFill>
            </a:endParaRPr>
          </a:p>
        </p:txBody>
      </p:sp>
      <p:sp>
        <p:nvSpPr>
          <p:cNvPr id="371" name="Google Shape;371;p41"/>
          <p:cNvSpPr txBox="1">
            <a:spLocks noGrp="1"/>
          </p:cNvSpPr>
          <p:nvPr>
            <p:ph type="title" idx="2"/>
          </p:nvPr>
        </p:nvSpPr>
        <p:spPr>
          <a:xfrm>
            <a:off x="3535650" y="1791648"/>
            <a:ext cx="2072700" cy="255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Venus</a:t>
            </a:r>
            <a:endParaRPr>
              <a:solidFill>
                <a:schemeClr val="lt1"/>
              </a:solidFill>
            </a:endParaRPr>
          </a:p>
        </p:txBody>
      </p:sp>
      <p:sp>
        <p:nvSpPr>
          <p:cNvPr id="372" name="Google Shape;372;p41"/>
          <p:cNvSpPr txBox="1">
            <a:spLocks noGrp="1"/>
          </p:cNvSpPr>
          <p:nvPr>
            <p:ph type="subTitle" idx="3"/>
          </p:nvPr>
        </p:nvSpPr>
        <p:spPr>
          <a:xfrm>
            <a:off x="3535650" y="2040775"/>
            <a:ext cx="20727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Venus is the second planet from the Sun</a:t>
            </a:r>
            <a:endParaRPr>
              <a:solidFill>
                <a:schemeClr val="lt1"/>
              </a:solidFill>
            </a:endParaRPr>
          </a:p>
        </p:txBody>
      </p:sp>
      <p:sp>
        <p:nvSpPr>
          <p:cNvPr id="373" name="Google Shape;373;p41"/>
          <p:cNvSpPr txBox="1">
            <a:spLocks noGrp="1"/>
          </p:cNvSpPr>
          <p:nvPr>
            <p:ph type="title" idx="6"/>
          </p:nvPr>
        </p:nvSpPr>
        <p:spPr>
          <a:xfrm>
            <a:off x="3535650" y="3453648"/>
            <a:ext cx="2072700" cy="255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Saturn</a:t>
            </a:r>
            <a:endParaRPr>
              <a:solidFill>
                <a:schemeClr val="lt1"/>
              </a:solidFill>
            </a:endParaRPr>
          </a:p>
        </p:txBody>
      </p:sp>
      <p:sp>
        <p:nvSpPr>
          <p:cNvPr id="374" name="Google Shape;374;p41"/>
          <p:cNvSpPr txBox="1">
            <a:spLocks noGrp="1"/>
          </p:cNvSpPr>
          <p:nvPr>
            <p:ph type="subTitle" idx="7"/>
          </p:nvPr>
        </p:nvSpPr>
        <p:spPr>
          <a:xfrm>
            <a:off x="3535650" y="3702775"/>
            <a:ext cx="20727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It’s composed of hydrogen and helium</a:t>
            </a:r>
            <a:endParaRPr>
              <a:solidFill>
                <a:schemeClr val="lt1"/>
              </a:solidFill>
            </a:endParaRPr>
          </a:p>
        </p:txBody>
      </p:sp>
      <p:sp>
        <p:nvSpPr>
          <p:cNvPr id="375" name="Google Shape;375;p41"/>
          <p:cNvSpPr txBox="1">
            <a:spLocks noGrp="1"/>
          </p:cNvSpPr>
          <p:nvPr>
            <p:ph type="title" idx="8"/>
          </p:nvPr>
        </p:nvSpPr>
        <p:spPr>
          <a:xfrm>
            <a:off x="6234925" y="1791648"/>
            <a:ext cx="2072700" cy="255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Mars</a:t>
            </a:r>
            <a:endParaRPr>
              <a:solidFill>
                <a:schemeClr val="lt1"/>
              </a:solidFill>
            </a:endParaRPr>
          </a:p>
        </p:txBody>
      </p:sp>
      <p:sp>
        <p:nvSpPr>
          <p:cNvPr id="376" name="Google Shape;376;p41"/>
          <p:cNvSpPr txBox="1">
            <a:spLocks noGrp="1"/>
          </p:cNvSpPr>
          <p:nvPr>
            <p:ph type="subTitle" idx="9"/>
          </p:nvPr>
        </p:nvSpPr>
        <p:spPr>
          <a:xfrm>
            <a:off x="6234925" y="2040775"/>
            <a:ext cx="20727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Mars is actually a very cold place</a:t>
            </a:r>
            <a:endParaRPr>
              <a:solidFill>
                <a:schemeClr val="lt1"/>
              </a:solidFill>
            </a:endParaRPr>
          </a:p>
        </p:txBody>
      </p:sp>
      <p:sp>
        <p:nvSpPr>
          <p:cNvPr id="377" name="Google Shape;377;p41"/>
          <p:cNvSpPr txBox="1">
            <a:spLocks noGrp="1"/>
          </p:cNvSpPr>
          <p:nvPr>
            <p:ph type="title" idx="13"/>
          </p:nvPr>
        </p:nvSpPr>
        <p:spPr>
          <a:xfrm>
            <a:off x="6234925" y="3453648"/>
            <a:ext cx="2072700" cy="255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Neptune</a:t>
            </a:r>
            <a:endParaRPr>
              <a:solidFill>
                <a:schemeClr val="lt1"/>
              </a:solidFill>
            </a:endParaRPr>
          </a:p>
        </p:txBody>
      </p:sp>
      <p:sp>
        <p:nvSpPr>
          <p:cNvPr id="378" name="Google Shape;378;p41"/>
          <p:cNvSpPr txBox="1">
            <a:spLocks noGrp="1"/>
          </p:cNvSpPr>
          <p:nvPr>
            <p:ph type="subTitle" idx="14"/>
          </p:nvPr>
        </p:nvSpPr>
        <p:spPr>
          <a:xfrm>
            <a:off x="6234925" y="3702775"/>
            <a:ext cx="20727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It’s the farthest planet from the Sun</a:t>
            </a:r>
            <a:endParaRPr>
              <a:solidFill>
                <a:schemeClr val="lt1"/>
              </a:solidFill>
            </a:endParaRPr>
          </a:p>
        </p:txBody>
      </p:sp>
      <p:grpSp>
        <p:nvGrpSpPr>
          <p:cNvPr id="379" name="Google Shape;379;p41"/>
          <p:cNvGrpSpPr/>
          <p:nvPr/>
        </p:nvGrpSpPr>
        <p:grpSpPr>
          <a:xfrm>
            <a:off x="1683606" y="1319829"/>
            <a:ext cx="378238" cy="361682"/>
            <a:chOff x="1533907" y="1720259"/>
            <a:chExt cx="378238" cy="361682"/>
          </a:xfrm>
        </p:grpSpPr>
        <p:sp>
          <p:nvSpPr>
            <p:cNvPr id="380" name="Google Shape;380;p41"/>
            <p:cNvSpPr/>
            <p:nvPr/>
          </p:nvSpPr>
          <p:spPr>
            <a:xfrm>
              <a:off x="1533907" y="1720259"/>
              <a:ext cx="378238" cy="361682"/>
            </a:xfrm>
            <a:custGeom>
              <a:avLst/>
              <a:gdLst/>
              <a:ahLst/>
              <a:cxnLst/>
              <a:rect l="l" t="t" r="r" b="b"/>
              <a:pathLst>
                <a:path w="14027" h="13413" extrusionOk="0">
                  <a:moveTo>
                    <a:pt x="7426" y="2482"/>
                  </a:moveTo>
                  <a:cubicBezTo>
                    <a:pt x="7953" y="2532"/>
                    <a:pt x="8447" y="2670"/>
                    <a:pt x="8912" y="2884"/>
                  </a:cubicBezTo>
                  <a:lnTo>
                    <a:pt x="8699" y="3246"/>
                  </a:lnTo>
                  <a:cubicBezTo>
                    <a:pt x="8629" y="3359"/>
                    <a:pt x="8629" y="3503"/>
                    <a:pt x="8699" y="3616"/>
                  </a:cubicBezTo>
                  <a:cubicBezTo>
                    <a:pt x="8791" y="3767"/>
                    <a:pt x="8932" y="3837"/>
                    <a:pt x="9070" y="3837"/>
                  </a:cubicBezTo>
                  <a:cubicBezTo>
                    <a:pt x="9211" y="3837"/>
                    <a:pt x="9349" y="3763"/>
                    <a:pt x="9425" y="3630"/>
                  </a:cubicBezTo>
                  <a:lnTo>
                    <a:pt x="9621" y="3291"/>
                  </a:lnTo>
                  <a:cubicBezTo>
                    <a:pt x="10040" y="3592"/>
                    <a:pt x="10410" y="3955"/>
                    <a:pt x="10704" y="4374"/>
                  </a:cubicBezTo>
                  <a:lnTo>
                    <a:pt x="10341" y="4588"/>
                  </a:lnTo>
                  <a:cubicBezTo>
                    <a:pt x="10228" y="4657"/>
                    <a:pt x="10153" y="4776"/>
                    <a:pt x="10153" y="4908"/>
                  </a:cubicBezTo>
                  <a:cubicBezTo>
                    <a:pt x="10162" y="5180"/>
                    <a:pt x="10361" y="5340"/>
                    <a:pt x="10571" y="5340"/>
                  </a:cubicBezTo>
                  <a:cubicBezTo>
                    <a:pt x="10641" y="5340"/>
                    <a:pt x="10713" y="5322"/>
                    <a:pt x="10779" y="5284"/>
                  </a:cubicBezTo>
                  <a:lnTo>
                    <a:pt x="11117" y="5089"/>
                  </a:lnTo>
                  <a:cubicBezTo>
                    <a:pt x="11331" y="5547"/>
                    <a:pt x="11469" y="6048"/>
                    <a:pt x="11513" y="6569"/>
                  </a:cubicBezTo>
                  <a:lnTo>
                    <a:pt x="11093" y="6569"/>
                  </a:lnTo>
                  <a:cubicBezTo>
                    <a:pt x="10961" y="6569"/>
                    <a:pt x="10836" y="6638"/>
                    <a:pt x="10773" y="6757"/>
                  </a:cubicBezTo>
                  <a:cubicBezTo>
                    <a:pt x="10598" y="7070"/>
                    <a:pt x="10824" y="7390"/>
                    <a:pt x="11125" y="7390"/>
                  </a:cubicBezTo>
                  <a:lnTo>
                    <a:pt x="11513" y="7390"/>
                  </a:lnTo>
                  <a:cubicBezTo>
                    <a:pt x="11463" y="7909"/>
                    <a:pt x="11331" y="8411"/>
                    <a:pt x="11111" y="8875"/>
                  </a:cubicBezTo>
                  <a:lnTo>
                    <a:pt x="10779" y="8681"/>
                  </a:lnTo>
                  <a:cubicBezTo>
                    <a:pt x="10712" y="8643"/>
                    <a:pt x="10640" y="8625"/>
                    <a:pt x="10569" y="8625"/>
                  </a:cubicBezTo>
                  <a:cubicBezTo>
                    <a:pt x="10427" y="8625"/>
                    <a:pt x="10290" y="8698"/>
                    <a:pt x="10215" y="8831"/>
                  </a:cubicBezTo>
                  <a:cubicBezTo>
                    <a:pt x="10102" y="9025"/>
                    <a:pt x="10171" y="9276"/>
                    <a:pt x="10365" y="9389"/>
                  </a:cubicBezTo>
                  <a:lnTo>
                    <a:pt x="10704" y="9583"/>
                  </a:lnTo>
                  <a:cubicBezTo>
                    <a:pt x="10472" y="9909"/>
                    <a:pt x="10197" y="10203"/>
                    <a:pt x="9890" y="10460"/>
                  </a:cubicBezTo>
                  <a:cubicBezTo>
                    <a:pt x="9846" y="9821"/>
                    <a:pt x="9312" y="9308"/>
                    <a:pt x="8661" y="9308"/>
                  </a:cubicBezTo>
                  <a:lnTo>
                    <a:pt x="5371" y="9308"/>
                  </a:lnTo>
                  <a:cubicBezTo>
                    <a:pt x="4719" y="9308"/>
                    <a:pt x="4186" y="9821"/>
                    <a:pt x="4142" y="10460"/>
                  </a:cubicBezTo>
                  <a:cubicBezTo>
                    <a:pt x="3836" y="10203"/>
                    <a:pt x="3559" y="9909"/>
                    <a:pt x="3327" y="9583"/>
                  </a:cubicBezTo>
                  <a:lnTo>
                    <a:pt x="3654" y="9395"/>
                  </a:lnTo>
                  <a:cubicBezTo>
                    <a:pt x="3842" y="9288"/>
                    <a:pt x="3923" y="9063"/>
                    <a:pt x="3836" y="8869"/>
                  </a:cubicBezTo>
                  <a:cubicBezTo>
                    <a:pt x="3766" y="8713"/>
                    <a:pt x="3617" y="8623"/>
                    <a:pt x="3461" y="8623"/>
                  </a:cubicBezTo>
                  <a:cubicBezTo>
                    <a:pt x="3390" y="8623"/>
                    <a:pt x="3318" y="8642"/>
                    <a:pt x="3252" y="8681"/>
                  </a:cubicBezTo>
                  <a:lnTo>
                    <a:pt x="2920" y="8875"/>
                  </a:lnTo>
                  <a:cubicBezTo>
                    <a:pt x="2707" y="8411"/>
                    <a:pt x="2569" y="7909"/>
                    <a:pt x="2519" y="7390"/>
                  </a:cubicBezTo>
                  <a:lnTo>
                    <a:pt x="2902" y="7390"/>
                  </a:lnTo>
                  <a:cubicBezTo>
                    <a:pt x="3108" y="7390"/>
                    <a:pt x="3296" y="7240"/>
                    <a:pt x="3315" y="7026"/>
                  </a:cubicBezTo>
                  <a:cubicBezTo>
                    <a:pt x="3347" y="6781"/>
                    <a:pt x="3153" y="6569"/>
                    <a:pt x="2908" y="6569"/>
                  </a:cubicBezTo>
                  <a:lnTo>
                    <a:pt x="2519" y="6569"/>
                  </a:lnTo>
                  <a:cubicBezTo>
                    <a:pt x="2563" y="6048"/>
                    <a:pt x="2701" y="5547"/>
                    <a:pt x="2914" y="5089"/>
                  </a:cubicBezTo>
                  <a:lnTo>
                    <a:pt x="3246" y="5277"/>
                  </a:lnTo>
                  <a:cubicBezTo>
                    <a:pt x="3313" y="5316"/>
                    <a:pt x="3387" y="5335"/>
                    <a:pt x="3460" y="5335"/>
                  </a:cubicBezTo>
                  <a:cubicBezTo>
                    <a:pt x="3587" y="5335"/>
                    <a:pt x="3712" y="5278"/>
                    <a:pt x="3792" y="5171"/>
                  </a:cubicBezTo>
                  <a:cubicBezTo>
                    <a:pt x="3935" y="4970"/>
                    <a:pt x="3873" y="4695"/>
                    <a:pt x="3666" y="4576"/>
                  </a:cubicBezTo>
                  <a:lnTo>
                    <a:pt x="3327" y="4374"/>
                  </a:lnTo>
                  <a:cubicBezTo>
                    <a:pt x="3622" y="3955"/>
                    <a:pt x="3992" y="3592"/>
                    <a:pt x="4412" y="3291"/>
                  </a:cubicBezTo>
                  <a:lnTo>
                    <a:pt x="4600" y="3622"/>
                  </a:lnTo>
                  <a:cubicBezTo>
                    <a:pt x="4678" y="3756"/>
                    <a:pt x="4822" y="3836"/>
                    <a:pt x="4969" y="3836"/>
                  </a:cubicBezTo>
                  <a:cubicBezTo>
                    <a:pt x="5022" y="3836"/>
                    <a:pt x="5075" y="3825"/>
                    <a:pt x="5126" y="3804"/>
                  </a:cubicBezTo>
                  <a:cubicBezTo>
                    <a:pt x="5352" y="3705"/>
                    <a:pt x="5439" y="3428"/>
                    <a:pt x="5320" y="3222"/>
                  </a:cubicBezTo>
                  <a:lnTo>
                    <a:pt x="5120" y="2884"/>
                  </a:lnTo>
                  <a:cubicBezTo>
                    <a:pt x="5583" y="2670"/>
                    <a:pt x="6078" y="2532"/>
                    <a:pt x="6605" y="2482"/>
                  </a:cubicBezTo>
                  <a:lnTo>
                    <a:pt x="6605" y="2908"/>
                  </a:lnTo>
                  <a:cubicBezTo>
                    <a:pt x="6605" y="3040"/>
                    <a:pt x="6674" y="3159"/>
                    <a:pt x="6787" y="3222"/>
                  </a:cubicBezTo>
                  <a:cubicBezTo>
                    <a:pt x="6866" y="3265"/>
                    <a:pt x="6944" y="3284"/>
                    <a:pt x="7018" y="3284"/>
                  </a:cubicBezTo>
                  <a:cubicBezTo>
                    <a:pt x="7245" y="3284"/>
                    <a:pt x="7426" y="3104"/>
                    <a:pt x="7426" y="2878"/>
                  </a:cubicBezTo>
                  <a:lnTo>
                    <a:pt x="7426" y="2482"/>
                  </a:lnTo>
                  <a:close/>
                  <a:moveTo>
                    <a:pt x="7026" y="821"/>
                  </a:moveTo>
                  <a:cubicBezTo>
                    <a:pt x="10434" y="827"/>
                    <a:pt x="13205" y="3604"/>
                    <a:pt x="13205" y="7014"/>
                  </a:cubicBezTo>
                  <a:cubicBezTo>
                    <a:pt x="13205" y="8617"/>
                    <a:pt x="12603" y="10122"/>
                    <a:pt x="11501" y="11281"/>
                  </a:cubicBezTo>
                  <a:lnTo>
                    <a:pt x="10185" y="11281"/>
                  </a:lnTo>
                  <a:cubicBezTo>
                    <a:pt x="10767" y="10856"/>
                    <a:pt x="11256" y="10310"/>
                    <a:pt x="11620" y="9690"/>
                  </a:cubicBezTo>
                  <a:cubicBezTo>
                    <a:pt x="12102" y="8875"/>
                    <a:pt x="12358" y="7941"/>
                    <a:pt x="12358" y="6988"/>
                  </a:cubicBezTo>
                  <a:cubicBezTo>
                    <a:pt x="12358" y="4043"/>
                    <a:pt x="9965" y="1643"/>
                    <a:pt x="7018" y="1643"/>
                  </a:cubicBezTo>
                  <a:cubicBezTo>
                    <a:pt x="4073" y="1643"/>
                    <a:pt x="1673" y="4043"/>
                    <a:pt x="1673" y="6988"/>
                  </a:cubicBezTo>
                  <a:cubicBezTo>
                    <a:pt x="1673" y="7941"/>
                    <a:pt x="1930" y="8875"/>
                    <a:pt x="2413" y="9690"/>
                  </a:cubicBezTo>
                  <a:cubicBezTo>
                    <a:pt x="2777" y="10310"/>
                    <a:pt x="3266" y="10856"/>
                    <a:pt x="3848" y="11281"/>
                  </a:cubicBezTo>
                  <a:lnTo>
                    <a:pt x="2532" y="11281"/>
                  </a:lnTo>
                  <a:cubicBezTo>
                    <a:pt x="1429" y="10122"/>
                    <a:pt x="827" y="8617"/>
                    <a:pt x="827" y="7014"/>
                  </a:cubicBezTo>
                  <a:cubicBezTo>
                    <a:pt x="827" y="5365"/>
                    <a:pt x="1473" y="3810"/>
                    <a:pt x="2644" y="2638"/>
                  </a:cubicBezTo>
                  <a:cubicBezTo>
                    <a:pt x="3816" y="1467"/>
                    <a:pt x="5371" y="821"/>
                    <a:pt x="7018" y="821"/>
                  </a:cubicBezTo>
                  <a:close/>
                  <a:moveTo>
                    <a:pt x="8661" y="10128"/>
                  </a:moveTo>
                  <a:cubicBezTo>
                    <a:pt x="8887" y="10128"/>
                    <a:pt x="9069" y="10310"/>
                    <a:pt x="9069" y="10541"/>
                  </a:cubicBezTo>
                  <a:lnTo>
                    <a:pt x="9069" y="12184"/>
                  </a:lnTo>
                  <a:cubicBezTo>
                    <a:pt x="9069" y="12409"/>
                    <a:pt x="8887" y="12591"/>
                    <a:pt x="8661" y="12591"/>
                  </a:cubicBezTo>
                  <a:lnTo>
                    <a:pt x="5371" y="12591"/>
                  </a:lnTo>
                  <a:cubicBezTo>
                    <a:pt x="5146" y="12591"/>
                    <a:pt x="4964" y="12409"/>
                    <a:pt x="4964" y="12184"/>
                  </a:cubicBezTo>
                  <a:lnTo>
                    <a:pt x="4964" y="10541"/>
                  </a:lnTo>
                  <a:cubicBezTo>
                    <a:pt x="4964" y="10310"/>
                    <a:pt x="5146" y="10128"/>
                    <a:pt x="5371" y="10128"/>
                  </a:cubicBezTo>
                  <a:close/>
                  <a:moveTo>
                    <a:pt x="7012" y="0"/>
                  </a:moveTo>
                  <a:cubicBezTo>
                    <a:pt x="5152" y="0"/>
                    <a:pt x="3390" y="727"/>
                    <a:pt x="2062" y="2056"/>
                  </a:cubicBezTo>
                  <a:cubicBezTo>
                    <a:pt x="733" y="3384"/>
                    <a:pt x="0" y="5146"/>
                    <a:pt x="0" y="7014"/>
                  </a:cubicBezTo>
                  <a:cubicBezTo>
                    <a:pt x="0" y="8938"/>
                    <a:pt x="770" y="10737"/>
                    <a:pt x="2161" y="12077"/>
                  </a:cubicBezTo>
                  <a:cubicBezTo>
                    <a:pt x="2181" y="12091"/>
                    <a:pt x="2199" y="12103"/>
                    <a:pt x="2225" y="12103"/>
                  </a:cubicBezTo>
                  <a:lnTo>
                    <a:pt x="4142" y="12103"/>
                  </a:lnTo>
                  <a:lnTo>
                    <a:pt x="4142" y="12184"/>
                  </a:lnTo>
                  <a:cubicBezTo>
                    <a:pt x="4142" y="12861"/>
                    <a:pt x="4694" y="13413"/>
                    <a:pt x="5371" y="13413"/>
                  </a:cubicBezTo>
                  <a:lnTo>
                    <a:pt x="8661" y="13413"/>
                  </a:lnTo>
                  <a:cubicBezTo>
                    <a:pt x="9338" y="13413"/>
                    <a:pt x="9890" y="12861"/>
                    <a:pt x="9890" y="12184"/>
                  </a:cubicBezTo>
                  <a:lnTo>
                    <a:pt x="9890" y="12103"/>
                  </a:lnTo>
                  <a:lnTo>
                    <a:pt x="11802" y="12103"/>
                  </a:lnTo>
                  <a:cubicBezTo>
                    <a:pt x="11826" y="12103"/>
                    <a:pt x="11851" y="12091"/>
                    <a:pt x="11863" y="12077"/>
                  </a:cubicBezTo>
                  <a:cubicBezTo>
                    <a:pt x="13255" y="10737"/>
                    <a:pt x="14026" y="8938"/>
                    <a:pt x="14026" y="7014"/>
                  </a:cubicBezTo>
                  <a:cubicBezTo>
                    <a:pt x="14026" y="5140"/>
                    <a:pt x="13298" y="3384"/>
                    <a:pt x="11976" y="2056"/>
                  </a:cubicBezTo>
                  <a:cubicBezTo>
                    <a:pt x="10654" y="734"/>
                    <a:pt x="8899" y="6"/>
                    <a:pt x="70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41"/>
            <p:cNvSpPr/>
            <p:nvPr/>
          </p:nvSpPr>
          <p:spPr>
            <a:xfrm>
              <a:off x="1677199" y="1839929"/>
              <a:ext cx="79115" cy="101712"/>
            </a:xfrm>
            <a:custGeom>
              <a:avLst/>
              <a:gdLst/>
              <a:ahLst/>
              <a:cxnLst/>
              <a:rect l="l" t="t" r="r" b="b"/>
              <a:pathLst>
                <a:path w="2934" h="3772" extrusionOk="0">
                  <a:moveTo>
                    <a:pt x="1704" y="2131"/>
                  </a:moveTo>
                  <a:cubicBezTo>
                    <a:pt x="1930" y="2131"/>
                    <a:pt x="2112" y="2319"/>
                    <a:pt x="2112" y="2544"/>
                  </a:cubicBezTo>
                  <a:cubicBezTo>
                    <a:pt x="2112" y="2770"/>
                    <a:pt x="1930" y="2952"/>
                    <a:pt x="1704" y="2952"/>
                  </a:cubicBezTo>
                  <a:cubicBezTo>
                    <a:pt x="1473" y="2952"/>
                    <a:pt x="1291" y="2770"/>
                    <a:pt x="1291" y="2544"/>
                  </a:cubicBezTo>
                  <a:cubicBezTo>
                    <a:pt x="1291" y="2319"/>
                    <a:pt x="1473" y="2131"/>
                    <a:pt x="1704" y="2131"/>
                  </a:cubicBezTo>
                  <a:close/>
                  <a:moveTo>
                    <a:pt x="474" y="1"/>
                  </a:moveTo>
                  <a:cubicBezTo>
                    <a:pt x="403" y="1"/>
                    <a:pt x="330" y="19"/>
                    <a:pt x="263" y="57"/>
                  </a:cubicBezTo>
                  <a:cubicBezTo>
                    <a:pt x="69" y="169"/>
                    <a:pt x="0" y="419"/>
                    <a:pt x="113" y="613"/>
                  </a:cubicBezTo>
                  <a:lnTo>
                    <a:pt x="764" y="1741"/>
                  </a:lnTo>
                  <a:cubicBezTo>
                    <a:pt x="584" y="1961"/>
                    <a:pt x="471" y="2238"/>
                    <a:pt x="471" y="2544"/>
                  </a:cubicBezTo>
                  <a:cubicBezTo>
                    <a:pt x="471" y="3221"/>
                    <a:pt x="1022" y="3772"/>
                    <a:pt x="1704" y="3772"/>
                  </a:cubicBezTo>
                  <a:cubicBezTo>
                    <a:pt x="2381" y="3772"/>
                    <a:pt x="2933" y="3221"/>
                    <a:pt x="2933" y="2544"/>
                  </a:cubicBezTo>
                  <a:cubicBezTo>
                    <a:pt x="2933" y="1862"/>
                    <a:pt x="2381" y="1309"/>
                    <a:pt x="1704" y="1309"/>
                  </a:cubicBezTo>
                  <a:cubicBezTo>
                    <a:pt x="1623" y="1309"/>
                    <a:pt x="1548" y="1322"/>
                    <a:pt x="1479" y="1335"/>
                  </a:cubicBezTo>
                  <a:lnTo>
                    <a:pt x="827" y="207"/>
                  </a:lnTo>
                  <a:cubicBezTo>
                    <a:pt x="752" y="73"/>
                    <a:pt x="616" y="1"/>
                    <a:pt x="4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41"/>
            <p:cNvSpPr/>
            <p:nvPr/>
          </p:nvSpPr>
          <p:spPr>
            <a:xfrm>
              <a:off x="1689900" y="2015471"/>
              <a:ext cx="22111" cy="22192"/>
            </a:xfrm>
            <a:custGeom>
              <a:avLst/>
              <a:gdLst/>
              <a:ahLst/>
              <a:cxnLst/>
              <a:rect l="l" t="t" r="r" b="b"/>
              <a:pathLst>
                <a:path w="820" h="823" extrusionOk="0">
                  <a:moveTo>
                    <a:pt x="414" y="1"/>
                  </a:moveTo>
                  <a:cubicBezTo>
                    <a:pt x="181" y="1"/>
                    <a:pt x="0" y="183"/>
                    <a:pt x="0" y="414"/>
                  </a:cubicBezTo>
                  <a:cubicBezTo>
                    <a:pt x="0" y="640"/>
                    <a:pt x="181" y="822"/>
                    <a:pt x="414" y="822"/>
                  </a:cubicBezTo>
                  <a:cubicBezTo>
                    <a:pt x="639" y="822"/>
                    <a:pt x="820" y="640"/>
                    <a:pt x="820" y="414"/>
                  </a:cubicBezTo>
                  <a:cubicBezTo>
                    <a:pt x="820" y="183"/>
                    <a:pt x="639"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41"/>
            <p:cNvSpPr/>
            <p:nvPr/>
          </p:nvSpPr>
          <p:spPr>
            <a:xfrm>
              <a:off x="1734149" y="2015471"/>
              <a:ext cx="22165" cy="22192"/>
            </a:xfrm>
            <a:custGeom>
              <a:avLst/>
              <a:gdLst/>
              <a:ahLst/>
              <a:cxnLst/>
              <a:rect l="l" t="t" r="r" b="b"/>
              <a:pathLst>
                <a:path w="822" h="823" extrusionOk="0">
                  <a:moveTo>
                    <a:pt x="414" y="1"/>
                  </a:moveTo>
                  <a:cubicBezTo>
                    <a:pt x="182" y="1"/>
                    <a:pt x="0" y="183"/>
                    <a:pt x="0" y="414"/>
                  </a:cubicBezTo>
                  <a:cubicBezTo>
                    <a:pt x="0" y="640"/>
                    <a:pt x="182" y="822"/>
                    <a:pt x="414" y="822"/>
                  </a:cubicBezTo>
                  <a:cubicBezTo>
                    <a:pt x="639" y="822"/>
                    <a:pt x="821" y="640"/>
                    <a:pt x="821" y="414"/>
                  </a:cubicBezTo>
                  <a:cubicBezTo>
                    <a:pt x="821" y="183"/>
                    <a:pt x="639"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 name="Google Shape;384;p41"/>
          <p:cNvGrpSpPr/>
          <p:nvPr/>
        </p:nvGrpSpPr>
        <p:grpSpPr>
          <a:xfrm>
            <a:off x="7082158" y="1303563"/>
            <a:ext cx="377914" cy="377941"/>
            <a:chOff x="6407481" y="3515157"/>
            <a:chExt cx="377914" cy="377941"/>
          </a:xfrm>
        </p:grpSpPr>
        <p:sp>
          <p:nvSpPr>
            <p:cNvPr id="385" name="Google Shape;385;p41"/>
            <p:cNvSpPr/>
            <p:nvPr/>
          </p:nvSpPr>
          <p:spPr>
            <a:xfrm>
              <a:off x="6407481" y="3515157"/>
              <a:ext cx="377914" cy="377941"/>
            </a:xfrm>
            <a:custGeom>
              <a:avLst/>
              <a:gdLst/>
              <a:ahLst/>
              <a:cxnLst/>
              <a:rect l="l" t="t" r="r" b="b"/>
              <a:pathLst>
                <a:path w="14015" h="14016" extrusionOk="0">
                  <a:moveTo>
                    <a:pt x="5308" y="822"/>
                  </a:moveTo>
                  <a:cubicBezTo>
                    <a:pt x="6135" y="822"/>
                    <a:pt x="6812" y="1499"/>
                    <a:pt x="6812" y="2326"/>
                  </a:cubicBezTo>
                  <a:cubicBezTo>
                    <a:pt x="6812" y="3160"/>
                    <a:pt x="6135" y="3831"/>
                    <a:pt x="5308" y="3831"/>
                  </a:cubicBezTo>
                  <a:cubicBezTo>
                    <a:pt x="4475" y="3831"/>
                    <a:pt x="3798" y="3160"/>
                    <a:pt x="3798" y="2326"/>
                  </a:cubicBezTo>
                  <a:cubicBezTo>
                    <a:pt x="3798" y="1499"/>
                    <a:pt x="4475" y="822"/>
                    <a:pt x="5308" y="822"/>
                  </a:cubicBezTo>
                  <a:close/>
                  <a:moveTo>
                    <a:pt x="6299" y="4432"/>
                  </a:moveTo>
                  <a:lnTo>
                    <a:pt x="7321" y="8268"/>
                  </a:lnTo>
                  <a:lnTo>
                    <a:pt x="6474" y="8268"/>
                  </a:lnTo>
                  <a:lnTo>
                    <a:pt x="5502" y="4646"/>
                  </a:lnTo>
                  <a:cubicBezTo>
                    <a:pt x="5785" y="4620"/>
                    <a:pt x="6054" y="4545"/>
                    <a:pt x="6299" y="4432"/>
                  </a:cubicBezTo>
                  <a:close/>
                  <a:moveTo>
                    <a:pt x="2870" y="9089"/>
                  </a:moveTo>
                  <a:cubicBezTo>
                    <a:pt x="3103" y="9089"/>
                    <a:pt x="3284" y="9271"/>
                    <a:pt x="3284" y="9497"/>
                  </a:cubicBezTo>
                  <a:lnTo>
                    <a:pt x="3284" y="9910"/>
                  </a:lnTo>
                  <a:lnTo>
                    <a:pt x="2464" y="9910"/>
                  </a:lnTo>
                  <a:lnTo>
                    <a:pt x="2464" y="9497"/>
                  </a:lnTo>
                  <a:cubicBezTo>
                    <a:pt x="2464" y="9271"/>
                    <a:pt x="2644" y="9089"/>
                    <a:pt x="2870" y="9089"/>
                  </a:cubicBezTo>
                  <a:close/>
                  <a:moveTo>
                    <a:pt x="11137" y="9089"/>
                  </a:moveTo>
                  <a:cubicBezTo>
                    <a:pt x="11368" y="9089"/>
                    <a:pt x="11550" y="9271"/>
                    <a:pt x="11550" y="9497"/>
                  </a:cubicBezTo>
                  <a:lnTo>
                    <a:pt x="11550" y="9910"/>
                  </a:lnTo>
                  <a:lnTo>
                    <a:pt x="10729" y="9910"/>
                  </a:lnTo>
                  <a:lnTo>
                    <a:pt x="10729" y="9497"/>
                  </a:lnTo>
                  <a:cubicBezTo>
                    <a:pt x="10729" y="9271"/>
                    <a:pt x="10911" y="9089"/>
                    <a:pt x="11137" y="9089"/>
                  </a:cubicBezTo>
                  <a:close/>
                  <a:moveTo>
                    <a:pt x="7828" y="9089"/>
                  </a:moveTo>
                  <a:cubicBezTo>
                    <a:pt x="8053" y="9089"/>
                    <a:pt x="8241" y="9271"/>
                    <a:pt x="8241" y="9497"/>
                  </a:cubicBezTo>
                  <a:lnTo>
                    <a:pt x="8241" y="11551"/>
                  </a:lnTo>
                  <a:lnTo>
                    <a:pt x="5773" y="11551"/>
                  </a:lnTo>
                  <a:lnTo>
                    <a:pt x="5773" y="9497"/>
                  </a:lnTo>
                  <a:cubicBezTo>
                    <a:pt x="5773" y="9271"/>
                    <a:pt x="5961" y="9089"/>
                    <a:pt x="6187" y="9089"/>
                  </a:cubicBezTo>
                  <a:close/>
                  <a:moveTo>
                    <a:pt x="12785" y="10732"/>
                  </a:moveTo>
                  <a:cubicBezTo>
                    <a:pt x="13011" y="10732"/>
                    <a:pt x="13193" y="10912"/>
                    <a:pt x="13193" y="11138"/>
                  </a:cubicBezTo>
                  <a:lnTo>
                    <a:pt x="13193" y="12786"/>
                  </a:lnTo>
                  <a:cubicBezTo>
                    <a:pt x="13193" y="13012"/>
                    <a:pt x="13011" y="13194"/>
                    <a:pt x="12785" y="13194"/>
                  </a:cubicBezTo>
                  <a:lnTo>
                    <a:pt x="1229" y="13194"/>
                  </a:lnTo>
                  <a:cubicBezTo>
                    <a:pt x="1003" y="13194"/>
                    <a:pt x="821" y="13012"/>
                    <a:pt x="821" y="12786"/>
                  </a:cubicBezTo>
                  <a:lnTo>
                    <a:pt x="821" y="11138"/>
                  </a:lnTo>
                  <a:cubicBezTo>
                    <a:pt x="821" y="10912"/>
                    <a:pt x="1003" y="10732"/>
                    <a:pt x="1229" y="10732"/>
                  </a:cubicBezTo>
                  <a:lnTo>
                    <a:pt x="4952" y="10732"/>
                  </a:lnTo>
                  <a:lnTo>
                    <a:pt x="4952" y="11959"/>
                  </a:lnTo>
                  <a:cubicBezTo>
                    <a:pt x="4952" y="12191"/>
                    <a:pt x="5140" y="12373"/>
                    <a:pt x="5365" y="12373"/>
                  </a:cubicBezTo>
                  <a:lnTo>
                    <a:pt x="8649" y="12373"/>
                  </a:lnTo>
                  <a:cubicBezTo>
                    <a:pt x="8875" y="12373"/>
                    <a:pt x="9063" y="12191"/>
                    <a:pt x="9063" y="11959"/>
                  </a:cubicBezTo>
                  <a:lnTo>
                    <a:pt x="9063" y="10732"/>
                  </a:lnTo>
                  <a:close/>
                  <a:moveTo>
                    <a:pt x="5308" y="1"/>
                  </a:moveTo>
                  <a:cubicBezTo>
                    <a:pt x="4024" y="1"/>
                    <a:pt x="2977" y="1042"/>
                    <a:pt x="2977" y="2326"/>
                  </a:cubicBezTo>
                  <a:cubicBezTo>
                    <a:pt x="2977" y="3373"/>
                    <a:pt x="3673" y="4264"/>
                    <a:pt x="4625" y="4551"/>
                  </a:cubicBezTo>
                  <a:lnTo>
                    <a:pt x="5653" y="8387"/>
                  </a:lnTo>
                  <a:cubicBezTo>
                    <a:pt x="5239" y="8588"/>
                    <a:pt x="4952" y="9008"/>
                    <a:pt x="4952" y="9497"/>
                  </a:cubicBezTo>
                  <a:lnTo>
                    <a:pt x="4952" y="9910"/>
                  </a:lnTo>
                  <a:lnTo>
                    <a:pt x="4105" y="9910"/>
                  </a:lnTo>
                  <a:lnTo>
                    <a:pt x="4105" y="9497"/>
                  </a:lnTo>
                  <a:cubicBezTo>
                    <a:pt x="4105" y="8820"/>
                    <a:pt x="3554" y="8268"/>
                    <a:pt x="2870" y="8268"/>
                  </a:cubicBezTo>
                  <a:cubicBezTo>
                    <a:pt x="2193" y="8268"/>
                    <a:pt x="1643" y="8820"/>
                    <a:pt x="1643" y="9497"/>
                  </a:cubicBezTo>
                  <a:lnTo>
                    <a:pt x="1643" y="9910"/>
                  </a:lnTo>
                  <a:lnTo>
                    <a:pt x="1229" y="9910"/>
                  </a:lnTo>
                  <a:cubicBezTo>
                    <a:pt x="552" y="9910"/>
                    <a:pt x="0" y="10461"/>
                    <a:pt x="0" y="11138"/>
                  </a:cubicBezTo>
                  <a:lnTo>
                    <a:pt x="0" y="12786"/>
                  </a:lnTo>
                  <a:cubicBezTo>
                    <a:pt x="0" y="13463"/>
                    <a:pt x="552" y="14015"/>
                    <a:pt x="1229" y="14015"/>
                  </a:cubicBezTo>
                  <a:lnTo>
                    <a:pt x="12785" y="14015"/>
                  </a:lnTo>
                  <a:cubicBezTo>
                    <a:pt x="13462" y="14015"/>
                    <a:pt x="14014" y="13463"/>
                    <a:pt x="14014" y="12786"/>
                  </a:cubicBezTo>
                  <a:lnTo>
                    <a:pt x="14014" y="11138"/>
                  </a:lnTo>
                  <a:cubicBezTo>
                    <a:pt x="14014" y="10461"/>
                    <a:pt x="13462" y="9910"/>
                    <a:pt x="12785" y="9910"/>
                  </a:cubicBezTo>
                  <a:lnTo>
                    <a:pt x="12372" y="9910"/>
                  </a:lnTo>
                  <a:lnTo>
                    <a:pt x="12372" y="9497"/>
                  </a:lnTo>
                  <a:cubicBezTo>
                    <a:pt x="12372" y="8820"/>
                    <a:pt x="11820" y="8268"/>
                    <a:pt x="11137" y="8268"/>
                  </a:cubicBezTo>
                  <a:cubicBezTo>
                    <a:pt x="10460" y="8268"/>
                    <a:pt x="9909" y="8820"/>
                    <a:pt x="9909" y="9497"/>
                  </a:cubicBezTo>
                  <a:lnTo>
                    <a:pt x="9909" y="9910"/>
                  </a:lnTo>
                  <a:lnTo>
                    <a:pt x="9063" y="9910"/>
                  </a:lnTo>
                  <a:lnTo>
                    <a:pt x="9063" y="9497"/>
                  </a:lnTo>
                  <a:cubicBezTo>
                    <a:pt x="9063" y="8945"/>
                    <a:pt x="8693" y="8475"/>
                    <a:pt x="8186" y="8317"/>
                  </a:cubicBezTo>
                  <a:lnTo>
                    <a:pt x="7006" y="3912"/>
                  </a:lnTo>
                  <a:cubicBezTo>
                    <a:pt x="7396" y="3498"/>
                    <a:pt x="7634" y="2940"/>
                    <a:pt x="7634" y="2326"/>
                  </a:cubicBezTo>
                  <a:cubicBezTo>
                    <a:pt x="7634" y="1042"/>
                    <a:pt x="6587" y="1"/>
                    <a:pt x="53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41"/>
            <p:cNvSpPr/>
            <p:nvPr/>
          </p:nvSpPr>
          <p:spPr>
            <a:xfrm>
              <a:off x="6451757" y="3826630"/>
              <a:ext cx="22165" cy="22165"/>
            </a:xfrm>
            <a:custGeom>
              <a:avLst/>
              <a:gdLst/>
              <a:ahLst/>
              <a:cxnLst/>
              <a:rect l="l" t="t" r="r" b="b"/>
              <a:pathLst>
                <a:path w="822" h="822" extrusionOk="0">
                  <a:moveTo>
                    <a:pt x="408" y="0"/>
                  </a:moveTo>
                  <a:cubicBezTo>
                    <a:pt x="183" y="0"/>
                    <a:pt x="1" y="182"/>
                    <a:pt x="1" y="408"/>
                  </a:cubicBezTo>
                  <a:cubicBezTo>
                    <a:pt x="1" y="640"/>
                    <a:pt x="183" y="822"/>
                    <a:pt x="408" y="822"/>
                  </a:cubicBezTo>
                  <a:cubicBezTo>
                    <a:pt x="640" y="822"/>
                    <a:pt x="822" y="640"/>
                    <a:pt x="822" y="408"/>
                  </a:cubicBezTo>
                  <a:cubicBezTo>
                    <a:pt x="822" y="182"/>
                    <a:pt x="640"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41"/>
            <p:cNvSpPr/>
            <p:nvPr/>
          </p:nvSpPr>
          <p:spPr>
            <a:xfrm>
              <a:off x="6496007" y="3826630"/>
              <a:ext cx="22165" cy="22165"/>
            </a:xfrm>
            <a:custGeom>
              <a:avLst/>
              <a:gdLst/>
              <a:ahLst/>
              <a:cxnLst/>
              <a:rect l="l" t="t" r="r" b="b"/>
              <a:pathLst>
                <a:path w="822" h="822" extrusionOk="0">
                  <a:moveTo>
                    <a:pt x="408" y="0"/>
                  </a:moveTo>
                  <a:cubicBezTo>
                    <a:pt x="183" y="0"/>
                    <a:pt x="1" y="182"/>
                    <a:pt x="1" y="408"/>
                  </a:cubicBezTo>
                  <a:cubicBezTo>
                    <a:pt x="1" y="640"/>
                    <a:pt x="183" y="822"/>
                    <a:pt x="408" y="822"/>
                  </a:cubicBezTo>
                  <a:cubicBezTo>
                    <a:pt x="640" y="822"/>
                    <a:pt x="822" y="640"/>
                    <a:pt x="822" y="408"/>
                  </a:cubicBezTo>
                  <a:cubicBezTo>
                    <a:pt x="822" y="182"/>
                    <a:pt x="640"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41"/>
            <p:cNvSpPr/>
            <p:nvPr/>
          </p:nvSpPr>
          <p:spPr>
            <a:xfrm>
              <a:off x="6718926" y="3826630"/>
              <a:ext cx="22165" cy="22165"/>
            </a:xfrm>
            <a:custGeom>
              <a:avLst/>
              <a:gdLst/>
              <a:ahLst/>
              <a:cxnLst/>
              <a:rect l="l" t="t" r="r" b="b"/>
              <a:pathLst>
                <a:path w="822" h="822" extrusionOk="0">
                  <a:moveTo>
                    <a:pt x="414" y="0"/>
                  </a:moveTo>
                  <a:cubicBezTo>
                    <a:pt x="182" y="0"/>
                    <a:pt x="0" y="182"/>
                    <a:pt x="0" y="408"/>
                  </a:cubicBezTo>
                  <a:cubicBezTo>
                    <a:pt x="0" y="640"/>
                    <a:pt x="182" y="822"/>
                    <a:pt x="414" y="822"/>
                  </a:cubicBezTo>
                  <a:cubicBezTo>
                    <a:pt x="640" y="822"/>
                    <a:pt x="822" y="640"/>
                    <a:pt x="822" y="408"/>
                  </a:cubicBezTo>
                  <a:cubicBezTo>
                    <a:pt x="822" y="182"/>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41"/>
            <p:cNvSpPr/>
            <p:nvPr/>
          </p:nvSpPr>
          <p:spPr>
            <a:xfrm>
              <a:off x="6674677" y="3826630"/>
              <a:ext cx="22138" cy="22165"/>
            </a:xfrm>
            <a:custGeom>
              <a:avLst/>
              <a:gdLst/>
              <a:ahLst/>
              <a:cxnLst/>
              <a:rect l="l" t="t" r="r" b="b"/>
              <a:pathLst>
                <a:path w="821" h="822" extrusionOk="0">
                  <a:moveTo>
                    <a:pt x="407" y="0"/>
                  </a:moveTo>
                  <a:cubicBezTo>
                    <a:pt x="181" y="0"/>
                    <a:pt x="0" y="182"/>
                    <a:pt x="0" y="408"/>
                  </a:cubicBezTo>
                  <a:cubicBezTo>
                    <a:pt x="0" y="640"/>
                    <a:pt x="181" y="822"/>
                    <a:pt x="407" y="822"/>
                  </a:cubicBezTo>
                  <a:cubicBezTo>
                    <a:pt x="640" y="822"/>
                    <a:pt x="820" y="640"/>
                    <a:pt x="820" y="408"/>
                  </a:cubicBezTo>
                  <a:cubicBezTo>
                    <a:pt x="820" y="182"/>
                    <a:pt x="640" y="0"/>
                    <a:pt x="4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0" name="Google Shape;390;p41"/>
          <p:cNvSpPr/>
          <p:nvPr/>
        </p:nvSpPr>
        <p:spPr>
          <a:xfrm>
            <a:off x="4428094" y="1311717"/>
            <a:ext cx="287824" cy="377888"/>
          </a:xfrm>
          <a:custGeom>
            <a:avLst/>
            <a:gdLst/>
            <a:ahLst/>
            <a:cxnLst/>
            <a:rect l="l" t="t" r="r" b="b"/>
            <a:pathLst>
              <a:path w="10674" h="14014" extrusionOk="0">
                <a:moveTo>
                  <a:pt x="6161" y="820"/>
                </a:moveTo>
                <a:cubicBezTo>
                  <a:pt x="6838" y="820"/>
                  <a:pt x="7390" y="1372"/>
                  <a:pt x="7390" y="2049"/>
                </a:cubicBezTo>
                <a:lnTo>
                  <a:pt x="7390" y="2732"/>
                </a:lnTo>
                <a:lnTo>
                  <a:pt x="3284" y="2732"/>
                </a:lnTo>
                <a:lnTo>
                  <a:pt x="3284" y="2049"/>
                </a:lnTo>
                <a:cubicBezTo>
                  <a:pt x="3284" y="1372"/>
                  <a:pt x="3836" y="820"/>
                  <a:pt x="4519" y="820"/>
                </a:cubicBezTo>
                <a:close/>
                <a:moveTo>
                  <a:pt x="7082" y="3553"/>
                </a:moveTo>
                <a:cubicBezTo>
                  <a:pt x="6662" y="4068"/>
                  <a:pt x="6029" y="4375"/>
                  <a:pt x="5340" y="4375"/>
                </a:cubicBezTo>
                <a:cubicBezTo>
                  <a:pt x="4651" y="4375"/>
                  <a:pt x="4018" y="4068"/>
                  <a:pt x="3598" y="3553"/>
                </a:cubicBezTo>
                <a:close/>
                <a:moveTo>
                  <a:pt x="2464" y="4105"/>
                </a:moveTo>
                <a:lnTo>
                  <a:pt x="2464" y="5471"/>
                </a:lnTo>
                <a:lnTo>
                  <a:pt x="1780" y="5471"/>
                </a:lnTo>
                <a:cubicBezTo>
                  <a:pt x="1705" y="5471"/>
                  <a:pt x="1643" y="5408"/>
                  <a:pt x="1643" y="5333"/>
                </a:cubicBezTo>
                <a:lnTo>
                  <a:pt x="1643" y="4242"/>
                </a:lnTo>
                <a:cubicBezTo>
                  <a:pt x="1643" y="4167"/>
                  <a:pt x="1705" y="4105"/>
                  <a:pt x="1780" y="4105"/>
                </a:cubicBezTo>
                <a:close/>
                <a:moveTo>
                  <a:pt x="8895" y="4105"/>
                </a:moveTo>
                <a:cubicBezTo>
                  <a:pt x="8976" y="4105"/>
                  <a:pt x="9031" y="4167"/>
                  <a:pt x="9031" y="4242"/>
                </a:cubicBezTo>
                <a:lnTo>
                  <a:pt x="9031" y="5333"/>
                </a:lnTo>
                <a:cubicBezTo>
                  <a:pt x="9031" y="5408"/>
                  <a:pt x="8976" y="5471"/>
                  <a:pt x="8895" y="5471"/>
                </a:cubicBezTo>
                <a:lnTo>
                  <a:pt x="8210" y="5471"/>
                </a:lnTo>
                <a:lnTo>
                  <a:pt x="8210" y="4105"/>
                </a:lnTo>
                <a:close/>
                <a:moveTo>
                  <a:pt x="1643" y="6286"/>
                </a:moveTo>
                <a:cubicBezTo>
                  <a:pt x="1687" y="6292"/>
                  <a:pt x="1730" y="6292"/>
                  <a:pt x="1780" y="6292"/>
                </a:cubicBezTo>
                <a:lnTo>
                  <a:pt x="2464" y="6292"/>
                </a:lnTo>
                <a:lnTo>
                  <a:pt x="2464" y="6431"/>
                </a:lnTo>
                <a:cubicBezTo>
                  <a:pt x="2464" y="6668"/>
                  <a:pt x="2494" y="6894"/>
                  <a:pt x="2545" y="7114"/>
                </a:cubicBezTo>
                <a:lnTo>
                  <a:pt x="2057" y="7114"/>
                </a:lnTo>
                <a:cubicBezTo>
                  <a:pt x="1825" y="7114"/>
                  <a:pt x="1643" y="6932"/>
                  <a:pt x="1643" y="6706"/>
                </a:cubicBezTo>
                <a:lnTo>
                  <a:pt x="1643" y="6286"/>
                </a:lnTo>
                <a:close/>
                <a:moveTo>
                  <a:pt x="7390" y="4418"/>
                </a:moveTo>
                <a:lnTo>
                  <a:pt x="7390" y="6399"/>
                </a:lnTo>
                <a:cubicBezTo>
                  <a:pt x="7390" y="7470"/>
                  <a:pt x="6525" y="8416"/>
                  <a:pt x="5459" y="8479"/>
                </a:cubicBezTo>
                <a:cubicBezTo>
                  <a:pt x="5421" y="8481"/>
                  <a:pt x="5382" y="8483"/>
                  <a:pt x="5345" y="8483"/>
                </a:cubicBezTo>
                <a:cubicBezTo>
                  <a:pt x="4802" y="8483"/>
                  <a:pt x="4311" y="8274"/>
                  <a:pt x="3943" y="7935"/>
                </a:cubicBezTo>
                <a:lnTo>
                  <a:pt x="4782" y="7935"/>
                </a:lnTo>
                <a:cubicBezTo>
                  <a:pt x="4990" y="7935"/>
                  <a:pt x="5178" y="7785"/>
                  <a:pt x="5196" y="7571"/>
                </a:cubicBezTo>
                <a:cubicBezTo>
                  <a:pt x="5227" y="7326"/>
                  <a:pt x="5033" y="7114"/>
                  <a:pt x="4788" y="7114"/>
                </a:cubicBezTo>
                <a:lnTo>
                  <a:pt x="3404" y="7114"/>
                </a:lnTo>
                <a:cubicBezTo>
                  <a:pt x="3329" y="6900"/>
                  <a:pt x="3284" y="6668"/>
                  <a:pt x="3284" y="6431"/>
                </a:cubicBezTo>
                <a:lnTo>
                  <a:pt x="3284" y="4418"/>
                </a:lnTo>
                <a:cubicBezTo>
                  <a:pt x="3836" y="4913"/>
                  <a:pt x="4563" y="5196"/>
                  <a:pt x="5340" y="5196"/>
                </a:cubicBezTo>
                <a:cubicBezTo>
                  <a:pt x="6112" y="5196"/>
                  <a:pt x="6838" y="4913"/>
                  <a:pt x="7390" y="4418"/>
                </a:cubicBezTo>
                <a:close/>
                <a:moveTo>
                  <a:pt x="5886" y="9251"/>
                </a:moveTo>
                <a:lnTo>
                  <a:pt x="5886" y="10116"/>
                </a:lnTo>
                <a:cubicBezTo>
                  <a:pt x="5886" y="10397"/>
                  <a:pt x="5673" y="10642"/>
                  <a:pt x="5390" y="10672"/>
                </a:cubicBezTo>
                <a:cubicBezTo>
                  <a:pt x="5375" y="10674"/>
                  <a:pt x="5360" y="10674"/>
                  <a:pt x="5345" y="10674"/>
                </a:cubicBezTo>
                <a:cubicBezTo>
                  <a:pt x="5040" y="10674"/>
                  <a:pt x="4788" y="10426"/>
                  <a:pt x="4788" y="10128"/>
                </a:cubicBezTo>
                <a:lnTo>
                  <a:pt x="4788" y="9251"/>
                </a:lnTo>
                <a:cubicBezTo>
                  <a:pt x="4970" y="9289"/>
                  <a:pt x="5152" y="9307"/>
                  <a:pt x="5340" y="9307"/>
                </a:cubicBezTo>
                <a:cubicBezTo>
                  <a:pt x="5528" y="9307"/>
                  <a:pt x="5710" y="9289"/>
                  <a:pt x="5886" y="9251"/>
                </a:cubicBezTo>
                <a:close/>
                <a:moveTo>
                  <a:pt x="8073" y="10128"/>
                </a:moveTo>
                <a:cubicBezTo>
                  <a:pt x="9057" y="10128"/>
                  <a:pt x="9853" y="10924"/>
                  <a:pt x="9853" y="11907"/>
                </a:cubicBezTo>
                <a:lnTo>
                  <a:pt x="9853" y="13192"/>
                </a:lnTo>
                <a:lnTo>
                  <a:pt x="8762" y="13192"/>
                </a:lnTo>
                <a:lnTo>
                  <a:pt x="8762" y="12465"/>
                </a:lnTo>
                <a:cubicBezTo>
                  <a:pt x="8762" y="12252"/>
                  <a:pt x="8606" y="12064"/>
                  <a:pt x="8398" y="12046"/>
                </a:cubicBezTo>
                <a:cubicBezTo>
                  <a:pt x="8380" y="12044"/>
                  <a:pt x="8362" y="12042"/>
                  <a:pt x="8345" y="12042"/>
                </a:cubicBezTo>
                <a:cubicBezTo>
                  <a:pt x="8120" y="12042"/>
                  <a:pt x="7941" y="12226"/>
                  <a:pt x="7941" y="12453"/>
                </a:cubicBezTo>
                <a:lnTo>
                  <a:pt x="7941" y="13192"/>
                </a:lnTo>
                <a:lnTo>
                  <a:pt x="2739" y="13192"/>
                </a:lnTo>
                <a:lnTo>
                  <a:pt x="2739" y="12465"/>
                </a:lnTo>
                <a:cubicBezTo>
                  <a:pt x="2739" y="12252"/>
                  <a:pt x="2583" y="12064"/>
                  <a:pt x="2375" y="12046"/>
                </a:cubicBezTo>
                <a:cubicBezTo>
                  <a:pt x="2358" y="12044"/>
                  <a:pt x="2340" y="12042"/>
                  <a:pt x="2322" y="12042"/>
                </a:cubicBezTo>
                <a:cubicBezTo>
                  <a:pt x="2097" y="12042"/>
                  <a:pt x="1918" y="12226"/>
                  <a:pt x="1918" y="12453"/>
                </a:cubicBezTo>
                <a:lnTo>
                  <a:pt x="1918" y="13192"/>
                </a:lnTo>
                <a:lnTo>
                  <a:pt x="822" y="13192"/>
                </a:lnTo>
                <a:lnTo>
                  <a:pt x="822" y="11907"/>
                </a:lnTo>
                <a:cubicBezTo>
                  <a:pt x="822" y="10924"/>
                  <a:pt x="1617" y="10128"/>
                  <a:pt x="2601" y="10128"/>
                </a:cubicBezTo>
                <a:lnTo>
                  <a:pt x="3968" y="10128"/>
                </a:lnTo>
                <a:cubicBezTo>
                  <a:pt x="3968" y="10880"/>
                  <a:pt x="4582" y="11494"/>
                  <a:pt x="5340" y="11494"/>
                </a:cubicBezTo>
                <a:cubicBezTo>
                  <a:pt x="6092" y="11494"/>
                  <a:pt x="6706" y="10880"/>
                  <a:pt x="6706" y="10128"/>
                </a:cubicBezTo>
                <a:close/>
                <a:moveTo>
                  <a:pt x="4224" y="1"/>
                </a:moveTo>
                <a:cubicBezTo>
                  <a:pt x="3254" y="1"/>
                  <a:pt x="2464" y="783"/>
                  <a:pt x="2464" y="1754"/>
                </a:cubicBezTo>
                <a:lnTo>
                  <a:pt x="2464" y="3284"/>
                </a:lnTo>
                <a:lnTo>
                  <a:pt x="1643" y="3284"/>
                </a:lnTo>
                <a:cubicBezTo>
                  <a:pt x="1192" y="3284"/>
                  <a:pt x="822" y="3648"/>
                  <a:pt x="822" y="4105"/>
                </a:cubicBezTo>
                <a:lnTo>
                  <a:pt x="822" y="6706"/>
                </a:lnTo>
                <a:cubicBezTo>
                  <a:pt x="822" y="7383"/>
                  <a:pt x="1374" y="7935"/>
                  <a:pt x="2057" y="7935"/>
                </a:cubicBezTo>
                <a:lnTo>
                  <a:pt x="2890" y="7935"/>
                </a:lnTo>
                <a:cubicBezTo>
                  <a:pt x="3153" y="8361"/>
                  <a:pt x="3529" y="8717"/>
                  <a:pt x="3968" y="8956"/>
                </a:cubicBezTo>
                <a:lnTo>
                  <a:pt x="3968" y="9307"/>
                </a:lnTo>
                <a:lnTo>
                  <a:pt x="2601" y="9307"/>
                </a:lnTo>
                <a:cubicBezTo>
                  <a:pt x="1166" y="9307"/>
                  <a:pt x="0" y="10466"/>
                  <a:pt x="0" y="11907"/>
                </a:cubicBezTo>
                <a:lnTo>
                  <a:pt x="0" y="13600"/>
                </a:lnTo>
                <a:cubicBezTo>
                  <a:pt x="0" y="13825"/>
                  <a:pt x="182" y="14013"/>
                  <a:pt x="408" y="14013"/>
                </a:cubicBezTo>
                <a:lnTo>
                  <a:pt x="10266" y="14013"/>
                </a:lnTo>
                <a:cubicBezTo>
                  <a:pt x="10492" y="14013"/>
                  <a:pt x="10674" y="13825"/>
                  <a:pt x="10674" y="13600"/>
                </a:cubicBezTo>
                <a:lnTo>
                  <a:pt x="10674" y="11907"/>
                </a:lnTo>
                <a:cubicBezTo>
                  <a:pt x="10674" y="10466"/>
                  <a:pt x="9514" y="9307"/>
                  <a:pt x="8073" y="9307"/>
                </a:cubicBezTo>
                <a:lnTo>
                  <a:pt x="6706" y="9307"/>
                </a:lnTo>
                <a:lnTo>
                  <a:pt x="6706" y="8956"/>
                </a:lnTo>
                <a:cubicBezTo>
                  <a:pt x="7602" y="8467"/>
                  <a:pt x="8210" y="7521"/>
                  <a:pt x="8210" y="6431"/>
                </a:cubicBezTo>
                <a:lnTo>
                  <a:pt x="8210" y="6292"/>
                </a:lnTo>
                <a:lnTo>
                  <a:pt x="8895" y="6292"/>
                </a:lnTo>
                <a:cubicBezTo>
                  <a:pt x="9427" y="6292"/>
                  <a:pt x="9853" y="5867"/>
                  <a:pt x="9853" y="5333"/>
                </a:cubicBezTo>
                <a:lnTo>
                  <a:pt x="9853" y="4048"/>
                </a:lnTo>
                <a:cubicBezTo>
                  <a:pt x="9853" y="3623"/>
                  <a:pt x="9514" y="3284"/>
                  <a:pt x="9089" y="3284"/>
                </a:cubicBezTo>
                <a:lnTo>
                  <a:pt x="8210" y="3284"/>
                </a:lnTo>
                <a:lnTo>
                  <a:pt x="8210" y="1642"/>
                </a:lnTo>
                <a:cubicBezTo>
                  <a:pt x="8210" y="733"/>
                  <a:pt x="7478" y="1"/>
                  <a:pt x="65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1" name="Google Shape;391;p41"/>
          <p:cNvGrpSpPr/>
          <p:nvPr/>
        </p:nvGrpSpPr>
        <p:grpSpPr>
          <a:xfrm>
            <a:off x="4390572" y="2957661"/>
            <a:ext cx="362868" cy="378076"/>
            <a:chOff x="5624821" y="2951561"/>
            <a:chExt cx="362868" cy="378076"/>
          </a:xfrm>
        </p:grpSpPr>
        <p:sp>
          <p:nvSpPr>
            <p:cNvPr id="392" name="Google Shape;392;p41"/>
            <p:cNvSpPr/>
            <p:nvPr/>
          </p:nvSpPr>
          <p:spPr>
            <a:xfrm>
              <a:off x="5624821" y="2951561"/>
              <a:ext cx="362868" cy="378076"/>
            </a:xfrm>
            <a:custGeom>
              <a:avLst/>
              <a:gdLst/>
              <a:ahLst/>
              <a:cxnLst/>
              <a:rect l="l" t="t" r="r" b="b"/>
              <a:pathLst>
                <a:path w="13457" h="14021" extrusionOk="0">
                  <a:moveTo>
                    <a:pt x="8212" y="821"/>
                  </a:moveTo>
                  <a:lnTo>
                    <a:pt x="8212" y="5779"/>
                  </a:lnTo>
                  <a:lnTo>
                    <a:pt x="7391" y="5779"/>
                  </a:lnTo>
                  <a:lnTo>
                    <a:pt x="7391" y="3592"/>
                  </a:lnTo>
                  <a:lnTo>
                    <a:pt x="7391" y="2602"/>
                  </a:lnTo>
                  <a:cubicBezTo>
                    <a:pt x="7391" y="2426"/>
                    <a:pt x="7278" y="2270"/>
                    <a:pt x="7108" y="2213"/>
                  </a:cubicBezTo>
                  <a:lnTo>
                    <a:pt x="2940" y="821"/>
                  </a:lnTo>
                  <a:close/>
                  <a:moveTo>
                    <a:pt x="11220" y="5999"/>
                  </a:moveTo>
                  <a:lnTo>
                    <a:pt x="12378" y="7014"/>
                  </a:lnTo>
                  <a:lnTo>
                    <a:pt x="11220" y="8023"/>
                  </a:lnTo>
                  <a:lnTo>
                    <a:pt x="11220" y="7835"/>
                  </a:lnTo>
                  <a:cubicBezTo>
                    <a:pt x="11220" y="7604"/>
                    <a:pt x="11038" y="7422"/>
                    <a:pt x="10813" y="7422"/>
                  </a:cubicBezTo>
                  <a:lnTo>
                    <a:pt x="7391" y="7422"/>
                  </a:lnTo>
                  <a:lnTo>
                    <a:pt x="7391" y="6600"/>
                  </a:lnTo>
                  <a:lnTo>
                    <a:pt x="10813" y="6600"/>
                  </a:lnTo>
                  <a:cubicBezTo>
                    <a:pt x="11038" y="6600"/>
                    <a:pt x="11220" y="6418"/>
                    <a:pt x="11220" y="6193"/>
                  </a:cubicBezTo>
                  <a:lnTo>
                    <a:pt x="11220" y="5999"/>
                  </a:lnTo>
                  <a:close/>
                  <a:moveTo>
                    <a:pt x="8212" y="8243"/>
                  </a:moveTo>
                  <a:lnTo>
                    <a:pt x="8212" y="11558"/>
                  </a:lnTo>
                  <a:lnTo>
                    <a:pt x="7391" y="11558"/>
                  </a:lnTo>
                  <a:lnTo>
                    <a:pt x="7391" y="8243"/>
                  </a:lnTo>
                  <a:close/>
                  <a:moveTo>
                    <a:pt x="822" y="985"/>
                  </a:moveTo>
                  <a:lnTo>
                    <a:pt x="6569" y="2903"/>
                  </a:lnTo>
                  <a:lnTo>
                    <a:pt x="6569" y="3592"/>
                  </a:lnTo>
                  <a:lnTo>
                    <a:pt x="6569" y="13080"/>
                  </a:lnTo>
                  <a:lnTo>
                    <a:pt x="822" y="11645"/>
                  </a:lnTo>
                  <a:lnTo>
                    <a:pt x="822" y="985"/>
                  </a:lnTo>
                  <a:close/>
                  <a:moveTo>
                    <a:pt x="408" y="0"/>
                  </a:moveTo>
                  <a:cubicBezTo>
                    <a:pt x="183" y="0"/>
                    <a:pt x="1" y="188"/>
                    <a:pt x="1" y="414"/>
                  </a:cubicBezTo>
                  <a:lnTo>
                    <a:pt x="1" y="11966"/>
                  </a:lnTo>
                  <a:cubicBezTo>
                    <a:pt x="1" y="12154"/>
                    <a:pt x="127" y="12316"/>
                    <a:pt x="308" y="12366"/>
                  </a:cubicBezTo>
                  <a:lnTo>
                    <a:pt x="6882" y="14008"/>
                  </a:lnTo>
                  <a:cubicBezTo>
                    <a:pt x="6915" y="14016"/>
                    <a:pt x="6948" y="14020"/>
                    <a:pt x="6980" y="14020"/>
                  </a:cubicBezTo>
                  <a:cubicBezTo>
                    <a:pt x="7200" y="14020"/>
                    <a:pt x="7391" y="13842"/>
                    <a:pt x="7391" y="13607"/>
                  </a:cubicBezTo>
                  <a:lnTo>
                    <a:pt x="7391" y="12379"/>
                  </a:lnTo>
                  <a:lnTo>
                    <a:pt x="8626" y="12379"/>
                  </a:lnTo>
                  <a:cubicBezTo>
                    <a:pt x="8851" y="12379"/>
                    <a:pt x="9032" y="12191"/>
                    <a:pt x="9032" y="11966"/>
                  </a:cubicBezTo>
                  <a:lnTo>
                    <a:pt x="9032" y="8243"/>
                  </a:lnTo>
                  <a:lnTo>
                    <a:pt x="10399" y="8243"/>
                  </a:lnTo>
                  <a:lnTo>
                    <a:pt x="10399" y="8926"/>
                  </a:lnTo>
                  <a:cubicBezTo>
                    <a:pt x="10399" y="9174"/>
                    <a:pt x="10603" y="9341"/>
                    <a:pt x="10815" y="9341"/>
                  </a:cubicBezTo>
                  <a:cubicBezTo>
                    <a:pt x="10908" y="9341"/>
                    <a:pt x="11002" y="9309"/>
                    <a:pt x="11082" y="9239"/>
                  </a:cubicBezTo>
                  <a:lnTo>
                    <a:pt x="13269" y="7321"/>
                  </a:lnTo>
                  <a:cubicBezTo>
                    <a:pt x="13457" y="7158"/>
                    <a:pt x="13457" y="6864"/>
                    <a:pt x="13269" y="6701"/>
                  </a:cubicBezTo>
                  <a:lnTo>
                    <a:pt x="11082" y="4789"/>
                  </a:lnTo>
                  <a:cubicBezTo>
                    <a:pt x="11002" y="4716"/>
                    <a:pt x="10907" y="4684"/>
                    <a:pt x="10814" y="4684"/>
                  </a:cubicBezTo>
                  <a:cubicBezTo>
                    <a:pt x="10602" y="4684"/>
                    <a:pt x="10399" y="4853"/>
                    <a:pt x="10399" y="5096"/>
                  </a:cubicBezTo>
                  <a:lnTo>
                    <a:pt x="10399" y="5779"/>
                  </a:lnTo>
                  <a:lnTo>
                    <a:pt x="9032" y="5779"/>
                  </a:lnTo>
                  <a:lnTo>
                    <a:pt x="9032" y="414"/>
                  </a:lnTo>
                  <a:cubicBezTo>
                    <a:pt x="9032" y="188"/>
                    <a:pt x="8851" y="0"/>
                    <a:pt x="86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41"/>
            <p:cNvSpPr/>
            <p:nvPr/>
          </p:nvSpPr>
          <p:spPr>
            <a:xfrm>
              <a:off x="5669125" y="3013042"/>
              <a:ext cx="110718" cy="259808"/>
            </a:xfrm>
            <a:custGeom>
              <a:avLst/>
              <a:gdLst/>
              <a:ahLst/>
              <a:cxnLst/>
              <a:rect l="l" t="t" r="r" b="b"/>
              <a:pathLst>
                <a:path w="4106" h="9635" extrusionOk="0">
                  <a:moveTo>
                    <a:pt x="411" y="0"/>
                  </a:moveTo>
                  <a:cubicBezTo>
                    <a:pt x="193" y="0"/>
                    <a:pt x="0" y="180"/>
                    <a:pt x="0" y="416"/>
                  </a:cubicBezTo>
                  <a:lnTo>
                    <a:pt x="0" y="8407"/>
                  </a:lnTo>
                  <a:cubicBezTo>
                    <a:pt x="0" y="8595"/>
                    <a:pt x="125" y="8758"/>
                    <a:pt x="307" y="8801"/>
                  </a:cubicBezTo>
                  <a:lnTo>
                    <a:pt x="3598" y="9623"/>
                  </a:lnTo>
                  <a:cubicBezTo>
                    <a:pt x="3631" y="9631"/>
                    <a:pt x="3664" y="9635"/>
                    <a:pt x="3696" y="9635"/>
                  </a:cubicBezTo>
                  <a:cubicBezTo>
                    <a:pt x="3914" y="9635"/>
                    <a:pt x="4105" y="9456"/>
                    <a:pt x="4105" y="9227"/>
                  </a:cubicBezTo>
                  <a:lnTo>
                    <a:pt x="4105" y="6933"/>
                  </a:lnTo>
                  <a:cubicBezTo>
                    <a:pt x="4105" y="6721"/>
                    <a:pt x="3949" y="6539"/>
                    <a:pt x="3741" y="6514"/>
                  </a:cubicBezTo>
                  <a:cubicBezTo>
                    <a:pt x="3727" y="6512"/>
                    <a:pt x="3712" y="6511"/>
                    <a:pt x="3698" y="6511"/>
                  </a:cubicBezTo>
                  <a:cubicBezTo>
                    <a:pt x="3468" y="6511"/>
                    <a:pt x="3284" y="6692"/>
                    <a:pt x="3284" y="6921"/>
                  </a:cubicBezTo>
                  <a:lnTo>
                    <a:pt x="3284" y="8701"/>
                  </a:lnTo>
                  <a:lnTo>
                    <a:pt x="822" y="8081"/>
                  </a:lnTo>
                  <a:lnTo>
                    <a:pt x="822" y="980"/>
                  </a:lnTo>
                  <a:lnTo>
                    <a:pt x="3284" y="1807"/>
                  </a:lnTo>
                  <a:lnTo>
                    <a:pt x="3284" y="3624"/>
                  </a:lnTo>
                  <a:cubicBezTo>
                    <a:pt x="3284" y="3838"/>
                    <a:pt x="3440" y="4020"/>
                    <a:pt x="3648" y="4045"/>
                  </a:cubicBezTo>
                  <a:cubicBezTo>
                    <a:pt x="3662" y="4047"/>
                    <a:pt x="3676" y="4047"/>
                    <a:pt x="3690" y="4047"/>
                  </a:cubicBezTo>
                  <a:cubicBezTo>
                    <a:pt x="3916" y="4047"/>
                    <a:pt x="4105" y="3867"/>
                    <a:pt x="4105" y="3638"/>
                  </a:cubicBezTo>
                  <a:lnTo>
                    <a:pt x="4105" y="1506"/>
                  </a:lnTo>
                  <a:cubicBezTo>
                    <a:pt x="4105" y="1330"/>
                    <a:pt x="3992" y="1174"/>
                    <a:pt x="3824" y="1118"/>
                  </a:cubicBezTo>
                  <a:lnTo>
                    <a:pt x="539" y="22"/>
                  </a:lnTo>
                  <a:cubicBezTo>
                    <a:pt x="496" y="7"/>
                    <a:pt x="453" y="0"/>
                    <a:pt x="4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41"/>
            <p:cNvSpPr/>
            <p:nvPr/>
          </p:nvSpPr>
          <p:spPr>
            <a:xfrm>
              <a:off x="5757651" y="3144199"/>
              <a:ext cx="22192" cy="22192"/>
            </a:xfrm>
            <a:custGeom>
              <a:avLst/>
              <a:gdLst/>
              <a:ahLst/>
              <a:cxnLst/>
              <a:rect l="l" t="t" r="r" b="b"/>
              <a:pathLst>
                <a:path w="823" h="823" extrusionOk="0">
                  <a:moveTo>
                    <a:pt x="408" y="1"/>
                  </a:moveTo>
                  <a:cubicBezTo>
                    <a:pt x="183" y="1"/>
                    <a:pt x="1" y="189"/>
                    <a:pt x="1" y="415"/>
                  </a:cubicBezTo>
                  <a:cubicBezTo>
                    <a:pt x="1" y="640"/>
                    <a:pt x="183" y="822"/>
                    <a:pt x="408" y="822"/>
                  </a:cubicBezTo>
                  <a:cubicBezTo>
                    <a:pt x="640" y="822"/>
                    <a:pt x="822" y="640"/>
                    <a:pt x="822" y="415"/>
                  </a:cubicBezTo>
                  <a:cubicBezTo>
                    <a:pt x="822" y="189"/>
                    <a:pt x="640"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 name="Google Shape;395;p41"/>
          <p:cNvGrpSpPr/>
          <p:nvPr/>
        </p:nvGrpSpPr>
        <p:grpSpPr>
          <a:xfrm>
            <a:off x="7082332" y="2957739"/>
            <a:ext cx="377914" cy="377914"/>
            <a:chOff x="3986374" y="4120359"/>
            <a:chExt cx="377914" cy="377914"/>
          </a:xfrm>
        </p:grpSpPr>
        <p:sp>
          <p:nvSpPr>
            <p:cNvPr id="396" name="Google Shape;396;p41"/>
            <p:cNvSpPr/>
            <p:nvPr/>
          </p:nvSpPr>
          <p:spPr>
            <a:xfrm>
              <a:off x="4038767" y="4343279"/>
              <a:ext cx="96049" cy="110718"/>
            </a:xfrm>
            <a:custGeom>
              <a:avLst/>
              <a:gdLst/>
              <a:ahLst/>
              <a:cxnLst/>
              <a:rect l="l" t="t" r="r" b="b"/>
              <a:pathLst>
                <a:path w="3562" h="4106" extrusionOk="0">
                  <a:moveTo>
                    <a:pt x="1988" y="822"/>
                  </a:moveTo>
                  <a:cubicBezTo>
                    <a:pt x="2113" y="1166"/>
                    <a:pt x="2390" y="1441"/>
                    <a:pt x="2740" y="1560"/>
                  </a:cubicBezTo>
                  <a:lnTo>
                    <a:pt x="2740" y="1661"/>
                  </a:lnTo>
                  <a:cubicBezTo>
                    <a:pt x="2740" y="2320"/>
                    <a:pt x="2370" y="2914"/>
                    <a:pt x="1780" y="3209"/>
                  </a:cubicBezTo>
                  <a:cubicBezTo>
                    <a:pt x="1198" y="2914"/>
                    <a:pt x="822" y="2320"/>
                    <a:pt x="822" y="1661"/>
                  </a:cubicBezTo>
                  <a:lnTo>
                    <a:pt x="822" y="1560"/>
                  </a:lnTo>
                  <a:cubicBezTo>
                    <a:pt x="1173" y="1441"/>
                    <a:pt x="1449" y="1166"/>
                    <a:pt x="1574" y="822"/>
                  </a:cubicBezTo>
                  <a:close/>
                  <a:moveTo>
                    <a:pt x="1242" y="0"/>
                  </a:moveTo>
                  <a:cubicBezTo>
                    <a:pt x="1016" y="0"/>
                    <a:pt x="822" y="182"/>
                    <a:pt x="822" y="414"/>
                  </a:cubicBezTo>
                  <a:cubicBezTo>
                    <a:pt x="828" y="640"/>
                    <a:pt x="640" y="822"/>
                    <a:pt x="415" y="822"/>
                  </a:cubicBezTo>
                  <a:cubicBezTo>
                    <a:pt x="183" y="822"/>
                    <a:pt x="1" y="1016"/>
                    <a:pt x="1" y="1241"/>
                  </a:cubicBezTo>
                  <a:lnTo>
                    <a:pt x="1" y="1673"/>
                  </a:lnTo>
                  <a:cubicBezTo>
                    <a:pt x="1" y="2739"/>
                    <a:pt x="640" y="3685"/>
                    <a:pt x="1630" y="4080"/>
                  </a:cubicBezTo>
                  <a:cubicBezTo>
                    <a:pt x="1681" y="4099"/>
                    <a:pt x="1731" y="4105"/>
                    <a:pt x="1780" y="4105"/>
                  </a:cubicBezTo>
                  <a:cubicBezTo>
                    <a:pt x="1832" y="4105"/>
                    <a:pt x="1887" y="4099"/>
                    <a:pt x="1938" y="4080"/>
                  </a:cubicBezTo>
                  <a:cubicBezTo>
                    <a:pt x="2922" y="3685"/>
                    <a:pt x="3561" y="2739"/>
                    <a:pt x="3561" y="1673"/>
                  </a:cubicBezTo>
                  <a:lnTo>
                    <a:pt x="3561" y="1241"/>
                  </a:lnTo>
                  <a:cubicBezTo>
                    <a:pt x="3561" y="1016"/>
                    <a:pt x="3379" y="822"/>
                    <a:pt x="3154" y="822"/>
                  </a:cubicBezTo>
                  <a:cubicBezTo>
                    <a:pt x="2928" y="822"/>
                    <a:pt x="2740" y="640"/>
                    <a:pt x="2740" y="414"/>
                  </a:cubicBezTo>
                  <a:cubicBezTo>
                    <a:pt x="2740" y="182"/>
                    <a:pt x="2546" y="0"/>
                    <a:pt x="23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41"/>
            <p:cNvSpPr/>
            <p:nvPr/>
          </p:nvSpPr>
          <p:spPr>
            <a:xfrm>
              <a:off x="4205600" y="4170245"/>
              <a:ext cx="117460" cy="100364"/>
            </a:xfrm>
            <a:custGeom>
              <a:avLst/>
              <a:gdLst/>
              <a:ahLst/>
              <a:cxnLst/>
              <a:rect l="l" t="t" r="r" b="b"/>
              <a:pathLst>
                <a:path w="4356" h="3722" extrusionOk="0">
                  <a:moveTo>
                    <a:pt x="1422" y="820"/>
                  </a:moveTo>
                  <a:cubicBezTo>
                    <a:pt x="1548" y="820"/>
                    <a:pt x="1667" y="870"/>
                    <a:pt x="1760" y="965"/>
                  </a:cubicBezTo>
                  <a:lnTo>
                    <a:pt x="1887" y="1090"/>
                  </a:lnTo>
                  <a:cubicBezTo>
                    <a:pt x="1968" y="1168"/>
                    <a:pt x="2073" y="1207"/>
                    <a:pt x="2178" y="1207"/>
                  </a:cubicBezTo>
                  <a:cubicBezTo>
                    <a:pt x="2283" y="1207"/>
                    <a:pt x="2388" y="1168"/>
                    <a:pt x="2469" y="1090"/>
                  </a:cubicBezTo>
                  <a:lnTo>
                    <a:pt x="2595" y="965"/>
                  </a:lnTo>
                  <a:cubicBezTo>
                    <a:pt x="2689" y="871"/>
                    <a:pt x="2812" y="824"/>
                    <a:pt x="2934" y="824"/>
                  </a:cubicBezTo>
                  <a:cubicBezTo>
                    <a:pt x="3056" y="824"/>
                    <a:pt x="3178" y="871"/>
                    <a:pt x="3272" y="965"/>
                  </a:cubicBezTo>
                  <a:cubicBezTo>
                    <a:pt x="3460" y="1147"/>
                    <a:pt x="3460" y="1454"/>
                    <a:pt x="3272" y="1636"/>
                  </a:cubicBezTo>
                  <a:lnTo>
                    <a:pt x="2182" y="2732"/>
                  </a:lnTo>
                  <a:lnTo>
                    <a:pt x="1084" y="1636"/>
                  </a:lnTo>
                  <a:cubicBezTo>
                    <a:pt x="903" y="1454"/>
                    <a:pt x="903" y="1147"/>
                    <a:pt x="1084" y="965"/>
                  </a:cubicBezTo>
                  <a:cubicBezTo>
                    <a:pt x="1178" y="870"/>
                    <a:pt x="1303" y="820"/>
                    <a:pt x="1422" y="820"/>
                  </a:cubicBezTo>
                  <a:close/>
                  <a:moveTo>
                    <a:pt x="1422" y="1"/>
                  </a:moveTo>
                  <a:cubicBezTo>
                    <a:pt x="1089" y="1"/>
                    <a:pt x="758" y="127"/>
                    <a:pt x="508" y="381"/>
                  </a:cubicBezTo>
                  <a:cubicBezTo>
                    <a:pt x="1" y="889"/>
                    <a:pt x="1" y="1711"/>
                    <a:pt x="508" y="2218"/>
                  </a:cubicBezTo>
                  <a:lnTo>
                    <a:pt x="1887" y="3603"/>
                  </a:lnTo>
                  <a:cubicBezTo>
                    <a:pt x="1968" y="3678"/>
                    <a:pt x="2075" y="3722"/>
                    <a:pt x="2182" y="3722"/>
                  </a:cubicBezTo>
                  <a:cubicBezTo>
                    <a:pt x="2281" y="3722"/>
                    <a:pt x="2388" y="3678"/>
                    <a:pt x="2469" y="3603"/>
                  </a:cubicBezTo>
                  <a:lnTo>
                    <a:pt x="3854" y="2218"/>
                  </a:lnTo>
                  <a:cubicBezTo>
                    <a:pt x="4355" y="1711"/>
                    <a:pt x="4355" y="889"/>
                    <a:pt x="3854" y="381"/>
                  </a:cubicBezTo>
                  <a:cubicBezTo>
                    <a:pt x="3600" y="127"/>
                    <a:pt x="3269" y="1"/>
                    <a:pt x="2938" y="1"/>
                  </a:cubicBezTo>
                  <a:cubicBezTo>
                    <a:pt x="2673" y="1"/>
                    <a:pt x="2407" y="82"/>
                    <a:pt x="2182" y="244"/>
                  </a:cubicBezTo>
                  <a:cubicBezTo>
                    <a:pt x="1955" y="82"/>
                    <a:pt x="1688" y="1"/>
                    <a:pt x="14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41"/>
            <p:cNvSpPr/>
            <p:nvPr/>
          </p:nvSpPr>
          <p:spPr>
            <a:xfrm>
              <a:off x="4045886" y="4165013"/>
              <a:ext cx="81138" cy="110826"/>
            </a:xfrm>
            <a:custGeom>
              <a:avLst/>
              <a:gdLst/>
              <a:ahLst/>
              <a:cxnLst/>
              <a:rect l="l" t="t" r="r" b="b"/>
              <a:pathLst>
                <a:path w="3009" h="4110" extrusionOk="0">
                  <a:moveTo>
                    <a:pt x="1374" y="1259"/>
                  </a:moveTo>
                  <a:cubicBezTo>
                    <a:pt x="1486" y="1703"/>
                    <a:pt x="1736" y="1980"/>
                    <a:pt x="1930" y="2192"/>
                  </a:cubicBezTo>
                  <a:cubicBezTo>
                    <a:pt x="2112" y="2394"/>
                    <a:pt x="2187" y="2481"/>
                    <a:pt x="2187" y="2600"/>
                  </a:cubicBezTo>
                  <a:cubicBezTo>
                    <a:pt x="2187" y="2982"/>
                    <a:pt x="1880" y="3290"/>
                    <a:pt x="1504" y="3290"/>
                  </a:cubicBezTo>
                  <a:cubicBezTo>
                    <a:pt x="1128" y="3290"/>
                    <a:pt x="821" y="2982"/>
                    <a:pt x="821" y="2600"/>
                  </a:cubicBezTo>
                  <a:cubicBezTo>
                    <a:pt x="821" y="2111"/>
                    <a:pt x="1010" y="1660"/>
                    <a:pt x="1374" y="1259"/>
                  </a:cubicBezTo>
                  <a:close/>
                  <a:moveTo>
                    <a:pt x="1779" y="0"/>
                  </a:moveTo>
                  <a:cubicBezTo>
                    <a:pt x="1713" y="0"/>
                    <a:pt x="1646" y="16"/>
                    <a:pt x="1586" y="49"/>
                  </a:cubicBezTo>
                  <a:cubicBezTo>
                    <a:pt x="1524" y="86"/>
                    <a:pt x="0" y="914"/>
                    <a:pt x="0" y="2600"/>
                  </a:cubicBezTo>
                  <a:cubicBezTo>
                    <a:pt x="0" y="3433"/>
                    <a:pt x="677" y="4110"/>
                    <a:pt x="1504" y="4110"/>
                  </a:cubicBezTo>
                  <a:cubicBezTo>
                    <a:pt x="2338" y="4110"/>
                    <a:pt x="3009" y="3433"/>
                    <a:pt x="3009" y="2600"/>
                  </a:cubicBezTo>
                  <a:cubicBezTo>
                    <a:pt x="3009" y="2154"/>
                    <a:pt x="2745" y="1867"/>
                    <a:pt x="2539" y="1636"/>
                  </a:cubicBezTo>
                  <a:cubicBezTo>
                    <a:pt x="2268" y="1347"/>
                    <a:pt x="2056" y="1115"/>
                    <a:pt x="2181" y="494"/>
                  </a:cubicBezTo>
                  <a:cubicBezTo>
                    <a:pt x="2213" y="337"/>
                    <a:pt x="2150" y="181"/>
                    <a:pt x="2025" y="80"/>
                  </a:cubicBezTo>
                  <a:cubicBezTo>
                    <a:pt x="1954" y="27"/>
                    <a:pt x="1867" y="0"/>
                    <a:pt x="17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41"/>
            <p:cNvSpPr/>
            <p:nvPr/>
          </p:nvSpPr>
          <p:spPr>
            <a:xfrm>
              <a:off x="4208970" y="4342955"/>
              <a:ext cx="110718" cy="110718"/>
            </a:xfrm>
            <a:custGeom>
              <a:avLst/>
              <a:gdLst/>
              <a:ahLst/>
              <a:cxnLst/>
              <a:rect l="l" t="t" r="r" b="b"/>
              <a:pathLst>
                <a:path w="4106" h="4106" extrusionOk="0">
                  <a:moveTo>
                    <a:pt x="2057" y="820"/>
                  </a:moveTo>
                  <a:cubicBezTo>
                    <a:pt x="2734" y="820"/>
                    <a:pt x="3284" y="1372"/>
                    <a:pt x="3284" y="2055"/>
                  </a:cubicBezTo>
                  <a:cubicBezTo>
                    <a:pt x="3284" y="2732"/>
                    <a:pt x="2734" y="3284"/>
                    <a:pt x="2057" y="3284"/>
                  </a:cubicBezTo>
                  <a:cubicBezTo>
                    <a:pt x="1372" y="3284"/>
                    <a:pt x="822" y="2732"/>
                    <a:pt x="822" y="2055"/>
                  </a:cubicBezTo>
                  <a:cubicBezTo>
                    <a:pt x="822" y="1372"/>
                    <a:pt x="1372" y="820"/>
                    <a:pt x="2057" y="820"/>
                  </a:cubicBezTo>
                  <a:close/>
                  <a:moveTo>
                    <a:pt x="2057" y="0"/>
                  </a:moveTo>
                  <a:cubicBezTo>
                    <a:pt x="921" y="0"/>
                    <a:pt x="0" y="921"/>
                    <a:pt x="0" y="2055"/>
                  </a:cubicBezTo>
                  <a:cubicBezTo>
                    <a:pt x="0" y="3183"/>
                    <a:pt x="921" y="4105"/>
                    <a:pt x="2057" y="4105"/>
                  </a:cubicBezTo>
                  <a:cubicBezTo>
                    <a:pt x="3185" y="4105"/>
                    <a:pt x="4105" y="3183"/>
                    <a:pt x="4105" y="2055"/>
                  </a:cubicBezTo>
                  <a:cubicBezTo>
                    <a:pt x="4105" y="921"/>
                    <a:pt x="3185" y="0"/>
                    <a:pt x="20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41"/>
            <p:cNvSpPr/>
            <p:nvPr/>
          </p:nvSpPr>
          <p:spPr>
            <a:xfrm>
              <a:off x="4253247" y="4387205"/>
              <a:ext cx="22138" cy="22165"/>
            </a:xfrm>
            <a:custGeom>
              <a:avLst/>
              <a:gdLst/>
              <a:ahLst/>
              <a:cxnLst/>
              <a:rect l="l" t="t" r="r" b="b"/>
              <a:pathLst>
                <a:path w="821" h="822" extrusionOk="0">
                  <a:moveTo>
                    <a:pt x="415" y="0"/>
                  </a:moveTo>
                  <a:cubicBezTo>
                    <a:pt x="189" y="0"/>
                    <a:pt x="1" y="182"/>
                    <a:pt x="1" y="414"/>
                  </a:cubicBezTo>
                  <a:cubicBezTo>
                    <a:pt x="1" y="640"/>
                    <a:pt x="189" y="822"/>
                    <a:pt x="415" y="822"/>
                  </a:cubicBezTo>
                  <a:cubicBezTo>
                    <a:pt x="640" y="822"/>
                    <a:pt x="821" y="640"/>
                    <a:pt x="821" y="414"/>
                  </a:cubicBezTo>
                  <a:cubicBezTo>
                    <a:pt x="821" y="182"/>
                    <a:pt x="640" y="0"/>
                    <a:pt x="4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41"/>
            <p:cNvSpPr/>
            <p:nvPr/>
          </p:nvSpPr>
          <p:spPr>
            <a:xfrm>
              <a:off x="3986374" y="4120359"/>
              <a:ext cx="377914" cy="377914"/>
            </a:xfrm>
            <a:custGeom>
              <a:avLst/>
              <a:gdLst/>
              <a:ahLst/>
              <a:cxnLst/>
              <a:rect l="l" t="t" r="r" b="b"/>
              <a:pathLst>
                <a:path w="14015" h="14015" extrusionOk="0">
                  <a:moveTo>
                    <a:pt x="6601" y="822"/>
                  </a:moveTo>
                  <a:lnTo>
                    <a:pt x="6601" y="6601"/>
                  </a:lnTo>
                  <a:lnTo>
                    <a:pt x="822" y="6601"/>
                  </a:lnTo>
                  <a:lnTo>
                    <a:pt x="822" y="1235"/>
                  </a:lnTo>
                  <a:cubicBezTo>
                    <a:pt x="822" y="1010"/>
                    <a:pt x="1010" y="822"/>
                    <a:pt x="1236" y="822"/>
                  </a:cubicBezTo>
                  <a:close/>
                  <a:moveTo>
                    <a:pt x="12786" y="822"/>
                  </a:moveTo>
                  <a:cubicBezTo>
                    <a:pt x="13012" y="822"/>
                    <a:pt x="13194" y="1010"/>
                    <a:pt x="13194" y="1235"/>
                  </a:cubicBezTo>
                  <a:lnTo>
                    <a:pt x="13194" y="6601"/>
                  </a:lnTo>
                  <a:lnTo>
                    <a:pt x="7422" y="6601"/>
                  </a:lnTo>
                  <a:lnTo>
                    <a:pt x="7422" y="822"/>
                  </a:lnTo>
                  <a:close/>
                  <a:moveTo>
                    <a:pt x="6601" y="7420"/>
                  </a:moveTo>
                  <a:lnTo>
                    <a:pt x="6601" y="13193"/>
                  </a:lnTo>
                  <a:lnTo>
                    <a:pt x="1236" y="13193"/>
                  </a:lnTo>
                  <a:cubicBezTo>
                    <a:pt x="1010" y="13193"/>
                    <a:pt x="822" y="13011"/>
                    <a:pt x="822" y="12786"/>
                  </a:cubicBezTo>
                  <a:lnTo>
                    <a:pt x="822" y="7420"/>
                  </a:lnTo>
                  <a:close/>
                  <a:moveTo>
                    <a:pt x="13194" y="7420"/>
                  </a:moveTo>
                  <a:lnTo>
                    <a:pt x="13194" y="12786"/>
                  </a:lnTo>
                  <a:cubicBezTo>
                    <a:pt x="13194" y="13011"/>
                    <a:pt x="13012" y="13193"/>
                    <a:pt x="12786" y="13193"/>
                  </a:cubicBezTo>
                  <a:lnTo>
                    <a:pt x="7422" y="13193"/>
                  </a:lnTo>
                  <a:lnTo>
                    <a:pt x="7422" y="7420"/>
                  </a:lnTo>
                  <a:close/>
                  <a:moveTo>
                    <a:pt x="1236" y="0"/>
                  </a:moveTo>
                  <a:cubicBezTo>
                    <a:pt x="553" y="0"/>
                    <a:pt x="1" y="552"/>
                    <a:pt x="1" y="1235"/>
                  </a:cubicBezTo>
                  <a:lnTo>
                    <a:pt x="1" y="12786"/>
                  </a:lnTo>
                  <a:cubicBezTo>
                    <a:pt x="1" y="13463"/>
                    <a:pt x="553" y="14015"/>
                    <a:pt x="1236" y="14015"/>
                  </a:cubicBezTo>
                  <a:lnTo>
                    <a:pt x="12786" y="14015"/>
                  </a:lnTo>
                  <a:cubicBezTo>
                    <a:pt x="13463" y="14015"/>
                    <a:pt x="14015" y="13463"/>
                    <a:pt x="14015" y="12786"/>
                  </a:cubicBezTo>
                  <a:lnTo>
                    <a:pt x="14015" y="1235"/>
                  </a:lnTo>
                  <a:cubicBezTo>
                    <a:pt x="14015" y="552"/>
                    <a:pt x="13463" y="0"/>
                    <a:pt x="127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 name="Google Shape;402;p41"/>
          <p:cNvGrpSpPr/>
          <p:nvPr/>
        </p:nvGrpSpPr>
        <p:grpSpPr>
          <a:xfrm>
            <a:off x="1683763" y="2957739"/>
            <a:ext cx="377914" cy="377914"/>
            <a:chOff x="3162000" y="4130822"/>
            <a:chExt cx="377914" cy="377914"/>
          </a:xfrm>
        </p:grpSpPr>
        <p:sp>
          <p:nvSpPr>
            <p:cNvPr id="403" name="Google Shape;403;p41"/>
            <p:cNvSpPr/>
            <p:nvPr/>
          </p:nvSpPr>
          <p:spPr>
            <a:xfrm>
              <a:off x="3162000" y="4265188"/>
              <a:ext cx="377914" cy="243548"/>
            </a:xfrm>
            <a:custGeom>
              <a:avLst/>
              <a:gdLst/>
              <a:ahLst/>
              <a:cxnLst/>
              <a:rect l="l" t="t" r="r" b="b"/>
              <a:pathLst>
                <a:path w="14015" h="9032" extrusionOk="0">
                  <a:moveTo>
                    <a:pt x="5611" y="3561"/>
                  </a:moveTo>
                  <a:cubicBezTo>
                    <a:pt x="5692" y="3561"/>
                    <a:pt x="5748" y="3617"/>
                    <a:pt x="5748" y="3698"/>
                  </a:cubicBezTo>
                  <a:lnTo>
                    <a:pt x="5748" y="6431"/>
                  </a:lnTo>
                  <a:cubicBezTo>
                    <a:pt x="5748" y="6506"/>
                    <a:pt x="5692" y="6569"/>
                    <a:pt x="5611" y="6569"/>
                  </a:cubicBezTo>
                  <a:lnTo>
                    <a:pt x="960" y="6569"/>
                  </a:lnTo>
                  <a:cubicBezTo>
                    <a:pt x="885" y="6569"/>
                    <a:pt x="822" y="6506"/>
                    <a:pt x="822" y="6431"/>
                  </a:cubicBezTo>
                  <a:lnTo>
                    <a:pt x="822" y="3698"/>
                  </a:lnTo>
                  <a:cubicBezTo>
                    <a:pt x="822" y="3617"/>
                    <a:pt x="885" y="3561"/>
                    <a:pt x="960" y="3561"/>
                  </a:cubicBezTo>
                  <a:close/>
                  <a:moveTo>
                    <a:pt x="13057" y="3561"/>
                  </a:moveTo>
                  <a:cubicBezTo>
                    <a:pt x="13138" y="3561"/>
                    <a:pt x="13194" y="3617"/>
                    <a:pt x="13194" y="3698"/>
                  </a:cubicBezTo>
                  <a:lnTo>
                    <a:pt x="13194" y="6431"/>
                  </a:lnTo>
                  <a:cubicBezTo>
                    <a:pt x="13194" y="6506"/>
                    <a:pt x="13138" y="6569"/>
                    <a:pt x="13057" y="6569"/>
                  </a:cubicBezTo>
                  <a:lnTo>
                    <a:pt x="8406" y="6569"/>
                  </a:lnTo>
                  <a:cubicBezTo>
                    <a:pt x="8331" y="6569"/>
                    <a:pt x="8267" y="6506"/>
                    <a:pt x="8267" y="6431"/>
                  </a:cubicBezTo>
                  <a:lnTo>
                    <a:pt x="8267" y="3698"/>
                  </a:lnTo>
                  <a:cubicBezTo>
                    <a:pt x="8267" y="3617"/>
                    <a:pt x="8331" y="3561"/>
                    <a:pt x="8406" y="3561"/>
                  </a:cubicBezTo>
                  <a:close/>
                  <a:moveTo>
                    <a:pt x="3699" y="7389"/>
                  </a:moveTo>
                  <a:lnTo>
                    <a:pt x="3699" y="8210"/>
                  </a:lnTo>
                  <a:lnTo>
                    <a:pt x="2878" y="8210"/>
                  </a:lnTo>
                  <a:lnTo>
                    <a:pt x="2878" y="7389"/>
                  </a:lnTo>
                  <a:close/>
                  <a:moveTo>
                    <a:pt x="11145" y="7389"/>
                  </a:moveTo>
                  <a:lnTo>
                    <a:pt x="11145" y="8210"/>
                  </a:lnTo>
                  <a:lnTo>
                    <a:pt x="10324" y="8210"/>
                  </a:lnTo>
                  <a:lnTo>
                    <a:pt x="10324" y="7389"/>
                  </a:lnTo>
                  <a:close/>
                  <a:moveTo>
                    <a:pt x="4107" y="1"/>
                  </a:moveTo>
                  <a:cubicBezTo>
                    <a:pt x="3430" y="1"/>
                    <a:pt x="2878" y="553"/>
                    <a:pt x="2878" y="1230"/>
                  </a:cubicBezTo>
                  <a:lnTo>
                    <a:pt x="2878" y="2740"/>
                  </a:lnTo>
                  <a:lnTo>
                    <a:pt x="960" y="2740"/>
                  </a:lnTo>
                  <a:cubicBezTo>
                    <a:pt x="434" y="2740"/>
                    <a:pt x="1" y="3165"/>
                    <a:pt x="1" y="3698"/>
                  </a:cubicBezTo>
                  <a:lnTo>
                    <a:pt x="1" y="6431"/>
                  </a:lnTo>
                  <a:cubicBezTo>
                    <a:pt x="1" y="6963"/>
                    <a:pt x="434" y="7389"/>
                    <a:pt x="960" y="7389"/>
                  </a:cubicBezTo>
                  <a:lnTo>
                    <a:pt x="2057" y="7389"/>
                  </a:lnTo>
                  <a:lnTo>
                    <a:pt x="2057" y="8210"/>
                  </a:lnTo>
                  <a:lnTo>
                    <a:pt x="1643" y="8210"/>
                  </a:lnTo>
                  <a:cubicBezTo>
                    <a:pt x="1467" y="8210"/>
                    <a:pt x="1305" y="8323"/>
                    <a:pt x="1255" y="8493"/>
                  </a:cubicBezTo>
                  <a:cubicBezTo>
                    <a:pt x="1166" y="8774"/>
                    <a:pt x="1374" y="9032"/>
                    <a:pt x="1643" y="9032"/>
                  </a:cubicBezTo>
                  <a:lnTo>
                    <a:pt x="4927" y="9032"/>
                  </a:lnTo>
                  <a:cubicBezTo>
                    <a:pt x="5109" y="9032"/>
                    <a:pt x="5265" y="8919"/>
                    <a:pt x="5322" y="8750"/>
                  </a:cubicBezTo>
                  <a:cubicBezTo>
                    <a:pt x="5403" y="8468"/>
                    <a:pt x="5197" y="8210"/>
                    <a:pt x="4927" y="8210"/>
                  </a:cubicBezTo>
                  <a:lnTo>
                    <a:pt x="4521" y="8210"/>
                  </a:lnTo>
                  <a:lnTo>
                    <a:pt x="4521" y="7389"/>
                  </a:lnTo>
                  <a:lnTo>
                    <a:pt x="5611" y="7389"/>
                  </a:lnTo>
                  <a:cubicBezTo>
                    <a:pt x="6144" y="7389"/>
                    <a:pt x="6569" y="6963"/>
                    <a:pt x="6569" y="6431"/>
                  </a:cubicBezTo>
                  <a:lnTo>
                    <a:pt x="6569" y="3698"/>
                  </a:lnTo>
                  <a:cubicBezTo>
                    <a:pt x="6569" y="3165"/>
                    <a:pt x="6144" y="2740"/>
                    <a:pt x="5611" y="2740"/>
                  </a:cubicBezTo>
                  <a:lnTo>
                    <a:pt x="3699" y="2740"/>
                  </a:lnTo>
                  <a:lnTo>
                    <a:pt x="3699" y="1230"/>
                  </a:lnTo>
                  <a:cubicBezTo>
                    <a:pt x="3699" y="1004"/>
                    <a:pt x="3881" y="822"/>
                    <a:pt x="4107" y="822"/>
                  </a:cubicBezTo>
                  <a:lnTo>
                    <a:pt x="9910" y="822"/>
                  </a:lnTo>
                  <a:cubicBezTo>
                    <a:pt x="10136" y="822"/>
                    <a:pt x="10324" y="1004"/>
                    <a:pt x="10324" y="1230"/>
                  </a:cubicBezTo>
                  <a:lnTo>
                    <a:pt x="10324" y="2740"/>
                  </a:lnTo>
                  <a:lnTo>
                    <a:pt x="8406" y="2740"/>
                  </a:lnTo>
                  <a:cubicBezTo>
                    <a:pt x="7879" y="2740"/>
                    <a:pt x="7446" y="3165"/>
                    <a:pt x="7446" y="3698"/>
                  </a:cubicBezTo>
                  <a:lnTo>
                    <a:pt x="7446" y="6431"/>
                  </a:lnTo>
                  <a:cubicBezTo>
                    <a:pt x="7446" y="6963"/>
                    <a:pt x="7879" y="7389"/>
                    <a:pt x="8406" y="7389"/>
                  </a:cubicBezTo>
                  <a:lnTo>
                    <a:pt x="9502" y="7389"/>
                  </a:lnTo>
                  <a:lnTo>
                    <a:pt x="9502" y="8210"/>
                  </a:lnTo>
                  <a:lnTo>
                    <a:pt x="9089" y="8210"/>
                  </a:lnTo>
                  <a:cubicBezTo>
                    <a:pt x="8913" y="8210"/>
                    <a:pt x="8750" y="8323"/>
                    <a:pt x="8701" y="8493"/>
                  </a:cubicBezTo>
                  <a:cubicBezTo>
                    <a:pt x="8612" y="8774"/>
                    <a:pt x="8819" y="9032"/>
                    <a:pt x="9089" y="9032"/>
                  </a:cubicBezTo>
                  <a:lnTo>
                    <a:pt x="12372" y="9032"/>
                  </a:lnTo>
                  <a:cubicBezTo>
                    <a:pt x="12554" y="9032"/>
                    <a:pt x="12711" y="8919"/>
                    <a:pt x="12768" y="8750"/>
                  </a:cubicBezTo>
                  <a:cubicBezTo>
                    <a:pt x="12849" y="8468"/>
                    <a:pt x="12643" y="8210"/>
                    <a:pt x="12372" y="8210"/>
                  </a:cubicBezTo>
                  <a:lnTo>
                    <a:pt x="11966" y="8210"/>
                  </a:lnTo>
                  <a:lnTo>
                    <a:pt x="11966" y="7389"/>
                  </a:lnTo>
                  <a:lnTo>
                    <a:pt x="13057" y="7389"/>
                  </a:lnTo>
                  <a:cubicBezTo>
                    <a:pt x="13589" y="7389"/>
                    <a:pt x="14015" y="6963"/>
                    <a:pt x="14015" y="6431"/>
                  </a:cubicBezTo>
                  <a:lnTo>
                    <a:pt x="14015" y="3698"/>
                  </a:lnTo>
                  <a:cubicBezTo>
                    <a:pt x="14015" y="3165"/>
                    <a:pt x="13589" y="2740"/>
                    <a:pt x="13057" y="2740"/>
                  </a:cubicBezTo>
                  <a:lnTo>
                    <a:pt x="11145" y="2740"/>
                  </a:lnTo>
                  <a:lnTo>
                    <a:pt x="11145" y="1230"/>
                  </a:lnTo>
                  <a:cubicBezTo>
                    <a:pt x="11145" y="553"/>
                    <a:pt x="10593" y="1"/>
                    <a:pt x="99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41"/>
            <p:cNvSpPr/>
            <p:nvPr/>
          </p:nvSpPr>
          <p:spPr>
            <a:xfrm>
              <a:off x="3339969" y="4219402"/>
              <a:ext cx="22192" cy="22165"/>
            </a:xfrm>
            <a:custGeom>
              <a:avLst/>
              <a:gdLst/>
              <a:ahLst/>
              <a:cxnLst/>
              <a:rect l="l" t="t" r="r" b="b"/>
              <a:pathLst>
                <a:path w="823" h="822" extrusionOk="0">
                  <a:moveTo>
                    <a:pt x="408" y="1"/>
                  </a:moveTo>
                  <a:cubicBezTo>
                    <a:pt x="183" y="1"/>
                    <a:pt x="1" y="183"/>
                    <a:pt x="1" y="414"/>
                  </a:cubicBezTo>
                  <a:cubicBezTo>
                    <a:pt x="1" y="640"/>
                    <a:pt x="183" y="822"/>
                    <a:pt x="408" y="822"/>
                  </a:cubicBezTo>
                  <a:cubicBezTo>
                    <a:pt x="634" y="822"/>
                    <a:pt x="822" y="640"/>
                    <a:pt x="822" y="414"/>
                  </a:cubicBezTo>
                  <a:cubicBezTo>
                    <a:pt x="822" y="183"/>
                    <a:pt x="634"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41"/>
            <p:cNvSpPr/>
            <p:nvPr/>
          </p:nvSpPr>
          <p:spPr>
            <a:xfrm>
              <a:off x="3304969" y="4175098"/>
              <a:ext cx="92139" cy="36295"/>
            </a:xfrm>
            <a:custGeom>
              <a:avLst/>
              <a:gdLst/>
              <a:ahLst/>
              <a:cxnLst/>
              <a:rect l="l" t="t" r="r" b="b"/>
              <a:pathLst>
                <a:path w="3417" h="1346" extrusionOk="0">
                  <a:moveTo>
                    <a:pt x="1706" y="1"/>
                  </a:moveTo>
                  <a:cubicBezTo>
                    <a:pt x="1145" y="1"/>
                    <a:pt x="584" y="214"/>
                    <a:pt x="159" y="640"/>
                  </a:cubicBezTo>
                  <a:cubicBezTo>
                    <a:pt x="1" y="803"/>
                    <a:pt x="1" y="1060"/>
                    <a:pt x="159" y="1224"/>
                  </a:cubicBezTo>
                  <a:cubicBezTo>
                    <a:pt x="240" y="1305"/>
                    <a:pt x="345" y="1346"/>
                    <a:pt x="450" y="1346"/>
                  </a:cubicBezTo>
                  <a:cubicBezTo>
                    <a:pt x="555" y="1346"/>
                    <a:pt x="660" y="1305"/>
                    <a:pt x="741" y="1224"/>
                  </a:cubicBezTo>
                  <a:cubicBezTo>
                    <a:pt x="1007" y="957"/>
                    <a:pt x="1356" y="823"/>
                    <a:pt x="1707" y="823"/>
                  </a:cubicBezTo>
                  <a:cubicBezTo>
                    <a:pt x="2057" y="823"/>
                    <a:pt x="2408" y="957"/>
                    <a:pt x="2678" y="1224"/>
                  </a:cubicBezTo>
                  <a:cubicBezTo>
                    <a:pt x="2756" y="1305"/>
                    <a:pt x="2861" y="1346"/>
                    <a:pt x="2966" y="1346"/>
                  </a:cubicBezTo>
                  <a:cubicBezTo>
                    <a:pt x="3071" y="1346"/>
                    <a:pt x="3176" y="1305"/>
                    <a:pt x="3254" y="1224"/>
                  </a:cubicBezTo>
                  <a:cubicBezTo>
                    <a:pt x="3417" y="1060"/>
                    <a:pt x="3417" y="803"/>
                    <a:pt x="3254" y="640"/>
                  </a:cubicBezTo>
                  <a:cubicBezTo>
                    <a:pt x="2828" y="214"/>
                    <a:pt x="2267" y="1"/>
                    <a:pt x="17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41"/>
            <p:cNvSpPr/>
            <p:nvPr/>
          </p:nvSpPr>
          <p:spPr>
            <a:xfrm>
              <a:off x="3273527" y="4130822"/>
              <a:ext cx="154860" cy="49184"/>
            </a:xfrm>
            <a:custGeom>
              <a:avLst/>
              <a:gdLst/>
              <a:ahLst/>
              <a:cxnLst/>
              <a:rect l="l" t="t" r="r" b="b"/>
              <a:pathLst>
                <a:path w="5743" h="1824" extrusionOk="0">
                  <a:moveTo>
                    <a:pt x="2872" y="0"/>
                  </a:moveTo>
                  <a:cubicBezTo>
                    <a:pt x="1851" y="0"/>
                    <a:pt x="885" y="402"/>
                    <a:pt x="165" y="1123"/>
                  </a:cubicBezTo>
                  <a:cubicBezTo>
                    <a:pt x="1" y="1287"/>
                    <a:pt x="1" y="1542"/>
                    <a:pt x="165" y="1706"/>
                  </a:cubicBezTo>
                  <a:cubicBezTo>
                    <a:pt x="246" y="1784"/>
                    <a:pt x="351" y="1824"/>
                    <a:pt x="456" y="1824"/>
                  </a:cubicBezTo>
                  <a:cubicBezTo>
                    <a:pt x="561" y="1824"/>
                    <a:pt x="666" y="1784"/>
                    <a:pt x="747" y="1706"/>
                  </a:cubicBezTo>
                  <a:cubicBezTo>
                    <a:pt x="1311" y="1136"/>
                    <a:pt x="2069" y="822"/>
                    <a:pt x="2872" y="822"/>
                  </a:cubicBezTo>
                  <a:cubicBezTo>
                    <a:pt x="3680" y="822"/>
                    <a:pt x="4432" y="1136"/>
                    <a:pt x="5002" y="1706"/>
                  </a:cubicBezTo>
                  <a:cubicBezTo>
                    <a:pt x="5084" y="1784"/>
                    <a:pt x="5190" y="1824"/>
                    <a:pt x="5295" y="1824"/>
                  </a:cubicBezTo>
                  <a:cubicBezTo>
                    <a:pt x="5400" y="1824"/>
                    <a:pt x="5505" y="1784"/>
                    <a:pt x="5586" y="1706"/>
                  </a:cubicBezTo>
                  <a:cubicBezTo>
                    <a:pt x="5742" y="1542"/>
                    <a:pt x="5742" y="1287"/>
                    <a:pt x="5586" y="1123"/>
                  </a:cubicBezTo>
                  <a:cubicBezTo>
                    <a:pt x="4859" y="402"/>
                    <a:pt x="3900" y="0"/>
                    <a:pt x="28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0">
  <p:cSld>
    <p:spTree>
      <p:nvGrpSpPr>
        <p:cNvPr id="1" name="Shape 410"/>
        <p:cNvGrpSpPr/>
        <p:nvPr/>
      </p:nvGrpSpPr>
      <p:grpSpPr>
        <a:xfrm>
          <a:off x="0" y="0"/>
          <a:ext cx="0" cy="0"/>
          <a:chOff x="0" y="0"/>
          <a:chExt cx="0" cy="0"/>
        </a:xfrm>
      </p:grpSpPr>
      <p:pic>
        <p:nvPicPr>
          <p:cNvPr id="411" name="Google Shape;411;p42"/>
          <p:cNvPicPr preferRelativeResize="0"/>
          <p:nvPr/>
        </p:nvPicPr>
        <p:blipFill rotWithShape="1">
          <a:blip r:embed="rId3">
            <a:alphaModFix/>
          </a:blip>
          <a:srcRect t="47079" b="28125"/>
          <a:stretch/>
        </p:blipFill>
        <p:spPr>
          <a:xfrm>
            <a:off x="355200" y="357802"/>
            <a:ext cx="8433600" cy="1394800"/>
          </a:xfrm>
          <a:prstGeom prst="rect">
            <a:avLst/>
          </a:prstGeom>
          <a:noFill/>
          <a:ln w="28575" cap="flat" cmpd="sng">
            <a:solidFill>
              <a:schemeClr val="accent6"/>
            </a:solidFill>
            <a:prstDash val="solid"/>
            <a:round/>
            <a:headEnd type="none" w="sm" len="sm"/>
            <a:tailEnd type="none" w="sm" len="sm"/>
          </a:ln>
        </p:spPr>
      </p:pic>
      <p:sp>
        <p:nvSpPr>
          <p:cNvPr id="412" name="Google Shape;412;p42"/>
          <p:cNvSpPr txBox="1">
            <a:spLocks noGrp="1"/>
          </p:cNvSpPr>
          <p:nvPr>
            <p:ph type="title"/>
          </p:nvPr>
        </p:nvSpPr>
        <p:spPr>
          <a:xfrm>
            <a:off x="2290050" y="3770175"/>
            <a:ext cx="4563900" cy="531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—Someone Famous</a:t>
            </a:r>
            <a:endParaRPr/>
          </a:p>
        </p:txBody>
      </p:sp>
      <p:sp>
        <p:nvSpPr>
          <p:cNvPr id="413" name="Google Shape;413;p42"/>
          <p:cNvSpPr txBox="1">
            <a:spLocks noGrp="1"/>
          </p:cNvSpPr>
          <p:nvPr>
            <p:ph type="subTitle" idx="1"/>
          </p:nvPr>
        </p:nvSpPr>
        <p:spPr>
          <a:xfrm>
            <a:off x="1171575" y="2261821"/>
            <a:ext cx="7020000" cy="1438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is a quote, words full of wisdom that someone important said and can make the reader get inspired.”</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0">
  <p:cSld>
    <p:bg>
      <p:bgPr>
        <a:blipFill>
          <a:blip r:embed="rId3">
            <a:alphaModFix/>
          </a:blip>
          <a:stretch>
            <a:fillRect/>
          </a:stretch>
        </a:blipFill>
        <a:effectLst/>
      </p:bgPr>
    </p:bg>
    <p:spTree>
      <p:nvGrpSpPr>
        <p:cNvPr id="1" name="Shape 417"/>
        <p:cNvGrpSpPr/>
        <p:nvPr/>
      </p:nvGrpSpPr>
      <p:grpSpPr>
        <a:xfrm>
          <a:off x="0" y="0"/>
          <a:ext cx="0" cy="0"/>
          <a:chOff x="0" y="0"/>
          <a:chExt cx="0" cy="0"/>
        </a:xfrm>
      </p:grpSpPr>
      <p:sp>
        <p:nvSpPr>
          <p:cNvPr id="418" name="Google Shape;418;p43"/>
          <p:cNvSpPr txBox="1">
            <a:spLocks noGrp="1"/>
          </p:cNvSpPr>
          <p:nvPr>
            <p:ph type="title"/>
          </p:nvPr>
        </p:nvSpPr>
        <p:spPr>
          <a:xfrm>
            <a:off x="716475" y="3805725"/>
            <a:ext cx="7456800" cy="705900"/>
          </a:xfrm>
          <a:prstGeom prst="rect">
            <a:avLst/>
          </a:prstGeom>
          <a:solidFill>
            <a:schemeClr val="dk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is worth a thousand words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0">
  <p:cSld>
    <p:spTree>
      <p:nvGrpSpPr>
        <p:cNvPr id="1" name="Shape 422"/>
        <p:cNvGrpSpPr/>
        <p:nvPr/>
      </p:nvGrpSpPr>
      <p:grpSpPr>
        <a:xfrm>
          <a:off x="0" y="0"/>
          <a:ext cx="0" cy="0"/>
          <a:chOff x="0" y="0"/>
          <a:chExt cx="0" cy="0"/>
        </a:xfrm>
      </p:grpSpPr>
      <p:sp>
        <p:nvSpPr>
          <p:cNvPr id="423" name="Google Shape;423;p44"/>
          <p:cNvSpPr txBox="1">
            <a:spLocks noGrp="1"/>
          </p:cNvSpPr>
          <p:nvPr>
            <p:ph type="title"/>
          </p:nvPr>
        </p:nvSpPr>
        <p:spPr>
          <a:xfrm>
            <a:off x="720000" y="1120750"/>
            <a:ext cx="3880500" cy="150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To reinforce the concept, try using an image</a:t>
            </a:r>
            <a:endParaRPr/>
          </a:p>
        </p:txBody>
      </p:sp>
      <p:sp>
        <p:nvSpPr>
          <p:cNvPr id="424" name="Google Shape;424;p44"/>
          <p:cNvSpPr txBox="1">
            <a:spLocks noGrp="1"/>
          </p:cNvSpPr>
          <p:nvPr>
            <p:ph type="body" idx="1"/>
          </p:nvPr>
        </p:nvSpPr>
        <p:spPr>
          <a:xfrm>
            <a:off x="715100" y="2819450"/>
            <a:ext cx="3036000" cy="112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pic>
        <p:nvPicPr>
          <p:cNvPr id="425" name="Google Shape;425;p44"/>
          <p:cNvPicPr preferRelativeResize="0"/>
          <p:nvPr/>
        </p:nvPicPr>
        <p:blipFill rotWithShape="1">
          <a:blip r:embed="rId3">
            <a:alphaModFix/>
          </a:blip>
          <a:srcRect t="5052" b="5052"/>
          <a:stretch/>
        </p:blipFill>
        <p:spPr>
          <a:xfrm>
            <a:off x="5534026" y="364325"/>
            <a:ext cx="3254625" cy="4419600"/>
          </a:xfrm>
          <a:prstGeom prst="rect">
            <a:avLst/>
          </a:prstGeom>
          <a:noFill/>
          <a:ln w="28575" cap="flat" cmpd="sng">
            <a:solidFill>
              <a:schemeClr val="accent6"/>
            </a:solidFill>
            <a:prstDash val="solid"/>
            <a:round/>
            <a:headEnd type="none" w="sm" len="sm"/>
            <a:tailEnd type="none" w="sm" len="sm"/>
          </a:ln>
        </p:spPr>
      </p:pic>
      <p:cxnSp>
        <p:nvCxnSpPr>
          <p:cNvPr id="426" name="Google Shape;426;p44"/>
          <p:cNvCxnSpPr/>
          <p:nvPr/>
        </p:nvCxnSpPr>
        <p:spPr>
          <a:xfrm rot="10800000">
            <a:off x="5075275" y="1997000"/>
            <a:ext cx="0" cy="3169200"/>
          </a:xfrm>
          <a:prstGeom prst="straightConnector1">
            <a:avLst/>
          </a:prstGeom>
          <a:noFill/>
          <a:ln w="28575" cap="flat" cmpd="sng">
            <a:solidFill>
              <a:schemeClr val="accent4"/>
            </a:solidFill>
            <a:prstDash val="solid"/>
            <a:round/>
            <a:headEnd type="none" w="med" len="med"/>
            <a:tailEnd type="diamond" w="med" len="med"/>
          </a:ln>
        </p:spPr>
      </p:cxn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0">
  <p:cSld>
    <p:spTree>
      <p:nvGrpSpPr>
        <p:cNvPr id="1" name="Shape 430"/>
        <p:cNvGrpSpPr/>
        <p:nvPr/>
      </p:nvGrpSpPr>
      <p:grpSpPr>
        <a:xfrm>
          <a:off x="0" y="0"/>
          <a:ext cx="0" cy="0"/>
          <a:chOff x="0" y="0"/>
          <a:chExt cx="0" cy="0"/>
        </a:xfrm>
      </p:grpSpPr>
      <p:sp>
        <p:nvSpPr>
          <p:cNvPr id="431" name="Google Shape;431;p45"/>
          <p:cNvSpPr txBox="1">
            <a:spLocks noGrp="1"/>
          </p:cNvSpPr>
          <p:nvPr>
            <p:ph type="subTitle" idx="1"/>
          </p:nvPr>
        </p:nvSpPr>
        <p:spPr>
          <a:xfrm>
            <a:off x="1284000" y="2368200"/>
            <a:ext cx="6576000" cy="3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Big numbers catch your audience’s attention</a:t>
            </a:r>
            <a:endParaRPr/>
          </a:p>
        </p:txBody>
      </p:sp>
      <p:sp>
        <p:nvSpPr>
          <p:cNvPr id="432" name="Google Shape;432;p45"/>
          <p:cNvSpPr txBox="1">
            <a:spLocks noGrp="1"/>
          </p:cNvSpPr>
          <p:nvPr>
            <p:ph type="title"/>
          </p:nvPr>
        </p:nvSpPr>
        <p:spPr>
          <a:xfrm>
            <a:off x="1284000" y="1151550"/>
            <a:ext cx="6576000" cy="1234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150,000</a:t>
            </a:r>
            <a:endParaRPr/>
          </a:p>
        </p:txBody>
      </p:sp>
      <p:pic>
        <p:nvPicPr>
          <p:cNvPr id="433" name="Google Shape;433;p45"/>
          <p:cNvPicPr preferRelativeResize="0"/>
          <p:nvPr/>
        </p:nvPicPr>
        <p:blipFill rotWithShape="1">
          <a:blip r:embed="rId3">
            <a:alphaModFix/>
          </a:blip>
          <a:srcRect l="8176" t="12515" r="9808" b="64749"/>
          <a:stretch/>
        </p:blipFill>
        <p:spPr>
          <a:xfrm rot="10800000" flipH="1">
            <a:off x="355200" y="3231350"/>
            <a:ext cx="8433600" cy="1559426"/>
          </a:xfrm>
          <a:prstGeom prst="rect">
            <a:avLst/>
          </a:prstGeom>
          <a:noFill/>
          <a:ln w="28575" cap="flat" cmpd="sng">
            <a:solidFill>
              <a:schemeClr val="accent6"/>
            </a:solidFill>
            <a:prstDash val="solid"/>
            <a:round/>
            <a:headEnd type="none" w="sm" len="sm"/>
            <a:tailEnd type="none" w="sm" len="sm"/>
          </a:ln>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0">
  <p:cSld>
    <p:spTree>
      <p:nvGrpSpPr>
        <p:cNvPr id="1" name="Shape 437"/>
        <p:cNvGrpSpPr/>
        <p:nvPr/>
      </p:nvGrpSpPr>
      <p:grpSpPr>
        <a:xfrm>
          <a:off x="0" y="0"/>
          <a:ext cx="0" cy="0"/>
          <a:chOff x="0" y="0"/>
          <a:chExt cx="0" cy="0"/>
        </a:xfrm>
      </p:grpSpPr>
      <p:sp>
        <p:nvSpPr>
          <p:cNvPr id="438" name="Google Shape;438;p46"/>
          <p:cNvSpPr txBox="1">
            <a:spLocks noGrp="1"/>
          </p:cNvSpPr>
          <p:nvPr>
            <p:ph type="title"/>
          </p:nvPr>
        </p:nvSpPr>
        <p:spPr>
          <a:xfrm>
            <a:off x="719000" y="820500"/>
            <a:ext cx="4365900" cy="466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9h 55m 23s</a:t>
            </a:r>
            <a:endParaRPr/>
          </a:p>
        </p:txBody>
      </p:sp>
      <p:sp>
        <p:nvSpPr>
          <p:cNvPr id="439" name="Google Shape;439;p46"/>
          <p:cNvSpPr txBox="1">
            <a:spLocks noGrp="1"/>
          </p:cNvSpPr>
          <p:nvPr>
            <p:ph type="subTitle" idx="1"/>
          </p:nvPr>
        </p:nvSpPr>
        <p:spPr>
          <a:xfrm>
            <a:off x="719000" y="1450323"/>
            <a:ext cx="4365900" cy="265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Jupiter's rotation period</a:t>
            </a:r>
            <a:endParaRPr/>
          </a:p>
        </p:txBody>
      </p:sp>
      <p:sp>
        <p:nvSpPr>
          <p:cNvPr id="440" name="Google Shape;440;p46"/>
          <p:cNvSpPr txBox="1">
            <a:spLocks noGrp="1"/>
          </p:cNvSpPr>
          <p:nvPr>
            <p:ph type="title" idx="2"/>
          </p:nvPr>
        </p:nvSpPr>
        <p:spPr>
          <a:xfrm>
            <a:off x="2391167" y="2124232"/>
            <a:ext cx="4365900" cy="46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a:t>
            </a:r>
            <a:endParaRPr/>
          </a:p>
        </p:txBody>
      </p:sp>
      <p:sp>
        <p:nvSpPr>
          <p:cNvPr id="441" name="Google Shape;441;p46"/>
          <p:cNvSpPr txBox="1">
            <a:spLocks noGrp="1"/>
          </p:cNvSpPr>
          <p:nvPr>
            <p:ph type="subTitle" idx="3"/>
          </p:nvPr>
        </p:nvSpPr>
        <p:spPr>
          <a:xfrm>
            <a:off x="2391167" y="2754055"/>
            <a:ext cx="4365900" cy="26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 Sun’s mass compared to Earth’s</a:t>
            </a:r>
            <a:endParaRPr/>
          </a:p>
        </p:txBody>
      </p:sp>
      <p:sp>
        <p:nvSpPr>
          <p:cNvPr id="442" name="Google Shape;442;p46"/>
          <p:cNvSpPr txBox="1">
            <a:spLocks noGrp="1"/>
          </p:cNvSpPr>
          <p:nvPr>
            <p:ph type="title" idx="4"/>
          </p:nvPr>
        </p:nvSpPr>
        <p:spPr>
          <a:xfrm>
            <a:off x="4059100" y="3427977"/>
            <a:ext cx="4365900" cy="466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386,000 km</a:t>
            </a:r>
            <a:endParaRPr/>
          </a:p>
        </p:txBody>
      </p:sp>
      <p:sp>
        <p:nvSpPr>
          <p:cNvPr id="443" name="Google Shape;443;p46"/>
          <p:cNvSpPr txBox="1">
            <a:spLocks noGrp="1"/>
          </p:cNvSpPr>
          <p:nvPr>
            <p:ph type="subTitle" idx="5"/>
          </p:nvPr>
        </p:nvSpPr>
        <p:spPr>
          <a:xfrm>
            <a:off x="4059100" y="4057800"/>
            <a:ext cx="4365900" cy="265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Distance between Earth and the Moon</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0">
  <p:cSld>
    <p:spTree>
      <p:nvGrpSpPr>
        <p:cNvPr id="1" name="Shape 447"/>
        <p:cNvGrpSpPr/>
        <p:nvPr/>
      </p:nvGrpSpPr>
      <p:grpSpPr>
        <a:xfrm>
          <a:off x="0" y="0"/>
          <a:ext cx="0" cy="0"/>
          <a:chOff x="0" y="0"/>
          <a:chExt cx="0" cy="0"/>
        </a:xfrm>
      </p:grpSpPr>
      <p:grpSp>
        <p:nvGrpSpPr>
          <p:cNvPr id="448" name="Google Shape;448;p47"/>
          <p:cNvGrpSpPr/>
          <p:nvPr/>
        </p:nvGrpSpPr>
        <p:grpSpPr>
          <a:xfrm>
            <a:off x="5312434" y="1769084"/>
            <a:ext cx="462677" cy="461655"/>
            <a:chOff x="8003647" y="2336652"/>
            <a:chExt cx="378777" cy="377941"/>
          </a:xfrm>
        </p:grpSpPr>
        <p:sp>
          <p:nvSpPr>
            <p:cNvPr id="449" name="Google Shape;449;p47"/>
            <p:cNvSpPr/>
            <p:nvPr/>
          </p:nvSpPr>
          <p:spPr>
            <a:xfrm>
              <a:off x="8137663" y="2367742"/>
              <a:ext cx="110745" cy="125522"/>
            </a:xfrm>
            <a:custGeom>
              <a:avLst/>
              <a:gdLst/>
              <a:ahLst/>
              <a:cxnLst/>
              <a:rect l="l" t="t" r="r" b="b"/>
              <a:pathLst>
                <a:path w="4107" h="4655" extrusionOk="0">
                  <a:moveTo>
                    <a:pt x="2051" y="807"/>
                  </a:moveTo>
                  <a:cubicBezTo>
                    <a:pt x="2358" y="807"/>
                    <a:pt x="2603" y="1052"/>
                    <a:pt x="2603" y="1353"/>
                  </a:cubicBezTo>
                  <a:cubicBezTo>
                    <a:pt x="2603" y="1653"/>
                    <a:pt x="2358" y="1903"/>
                    <a:pt x="2051" y="1903"/>
                  </a:cubicBezTo>
                  <a:cubicBezTo>
                    <a:pt x="1750" y="1903"/>
                    <a:pt x="1505" y="1653"/>
                    <a:pt x="1505" y="1353"/>
                  </a:cubicBezTo>
                  <a:cubicBezTo>
                    <a:pt x="1505" y="1052"/>
                    <a:pt x="1750" y="807"/>
                    <a:pt x="2051" y="807"/>
                  </a:cubicBezTo>
                  <a:close/>
                  <a:moveTo>
                    <a:pt x="2051" y="2736"/>
                  </a:moveTo>
                  <a:cubicBezTo>
                    <a:pt x="2684" y="2736"/>
                    <a:pt x="3210" y="3213"/>
                    <a:pt x="3280" y="3835"/>
                  </a:cubicBezTo>
                  <a:lnTo>
                    <a:pt x="828" y="3835"/>
                  </a:lnTo>
                  <a:cubicBezTo>
                    <a:pt x="897" y="3213"/>
                    <a:pt x="1417" y="2736"/>
                    <a:pt x="2051" y="2736"/>
                  </a:cubicBezTo>
                  <a:close/>
                  <a:moveTo>
                    <a:pt x="2048" y="1"/>
                  </a:moveTo>
                  <a:cubicBezTo>
                    <a:pt x="1294" y="1"/>
                    <a:pt x="685" y="617"/>
                    <a:pt x="685" y="1365"/>
                  </a:cubicBezTo>
                  <a:cubicBezTo>
                    <a:pt x="685" y="1691"/>
                    <a:pt x="798" y="1984"/>
                    <a:pt x="986" y="2218"/>
                  </a:cubicBezTo>
                  <a:cubicBezTo>
                    <a:pt x="396" y="2580"/>
                    <a:pt x="1" y="3225"/>
                    <a:pt x="1" y="3965"/>
                  </a:cubicBezTo>
                  <a:lnTo>
                    <a:pt x="1" y="4241"/>
                  </a:lnTo>
                  <a:cubicBezTo>
                    <a:pt x="1" y="4466"/>
                    <a:pt x="183" y="4654"/>
                    <a:pt x="408" y="4654"/>
                  </a:cubicBezTo>
                  <a:lnTo>
                    <a:pt x="3699" y="4654"/>
                  </a:lnTo>
                  <a:cubicBezTo>
                    <a:pt x="3925" y="4654"/>
                    <a:pt x="4107" y="4466"/>
                    <a:pt x="4107" y="4241"/>
                  </a:cubicBezTo>
                  <a:lnTo>
                    <a:pt x="4107" y="3965"/>
                  </a:lnTo>
                  <a:cubicBezTo>
                    <a:pt x="4107" y="3225"/>
                    <a:pt x="3711" y="2580"/>
                    <a:pt x="3122" y="2218"/>
                  </a:cubicBezTo>
                  <a:cubicBezTo>
                    <a:pt x="3329" y="1960"/>
                    <a:pt x="3442" y="1628"/>
                    <a:pt x="3416" y="1270"/>
                  </a:cubicBezTo>
                  <a:cubicBezTo>
                    <a:pt x="3373" y="601"/>
                    <a:pt x="2834" y="55"/>
                    <a:pt x="2157" y="5"/>
                  </a:cubicBezTo>
                  <a:cubicBezTo>
                    <a:pt x="2121" y="2"/>
                    <a:pt x="2084" y="1"/>
                    <a:pt x="2048" y="1"/>
                  </a:cubicBezTo>
                  <a:close/>
                </a:path>
              </a:pathLst>
            </a:custGeom>
            <a:solidFill>
              <a:srgbClr val="0000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47"/>
            <p:cNvSpPr/>
            <p:nvPr/>
          </p:nvSpPr>
          <p:spPr>
            <a:xfrm>
              <a:off x="8004024" y="2336652"/>
              <a:ext cx="110880" cy="125549"/>
            </a:xfrm>
            <a:custGeom>
              <a:avLst/>
              <a:gdLst/>
              <a:ahLst/>
              <a:cxnLst/>
              <a:rect l="l" t="t" r="r" b="b"/>
              <a:pathLst>
                <a:path w="4112" h="4656" extrusionOk="0">
                  <a:moveTo>
                    <a:pt x="2055" y="813"/>
                  </a:moveTo>
                  <a:cubicBezTo>
                    <a:pt x="2356" y="813"/>
                    <a:pt x="2601" y="1057"/>
                    <a:pt x="2601" y="1358"/>
                  </a:cubicBezTo>
                  <a:cubicBezTo>
                    <a:pt x="2601" y="1659"/>
                    <a:pt x="2356" y="1904"/>
                    <a:pt x="2055" y="1904"/>
                  </a:cubicBezTo>
                  <a:cubicBezTo>
                    <a:pt x="1754" y="1904"/>
                    <a:pt x="1510" y="1659"/>
                    <a:pt x="1510" y="1358"/>
                  </a:cubicBezTo>
                  <a:cubicBezTo>
                    <a:pt x="1510" y="1057"/>
                    <a:pt x="1754" y="813"/>
                    <a:pt x="2055" y="813"/>
                  </a:cubicBezTo>
                  <a:close/>
                  <a:moveTo>
                    <a:pt x="2055" y="2737"/>
                  </a:moveTo>
                  <a:cubicBezTo>
                    <a:pt x="2688" y="2737"/>
                    <a:pt x="3209" y="3220"/>
                    <a:pt x="3278" y="3834"/>
                  </a:cubicBezTo>
                  <a:lnTo>
                    <a:pt x="834" y="3834"/>
                  </a:lnTo>
                  <a:cubicBezTo>
                    <a:pt x="903" y="3220"/>
                    <a:pt x="1422" y="2737"/>
                    <a:pt x="2055" y="2737"/>
                  </a:cubicBezTo>
                  <a:close/>
                  <a:moveTo>
                    <a:pt x="2064" y="1"/>
                  </a:moveTo>
                  <a:cubicBezTo>
                    <a:pt x="1306" y="1"/>
                    <a:pt x="689" y="613"/>
                    <a:pt x="689" y="1370"/>
                  </a:cubicBezTo>
                  <a:cubicBezTo>
                    <a:pt x="689" y="1690"/>
                    <a:pt x="796" y="1985"/>
                    <a:pt x="984" y="2223"/>
                  </a:cubicBezTo>
                  <a:cubicBezTo>
                    <a:pt x="394" y="2581"/>
                    <a:pt x="0" y="3232"/>
                    <a:pt x="0" y="3972"/>
                  </a:cubicBezTo>
                  <a:lnTo>
                    <a:pt x="0" y="4247"/>
                  </a:lnTo>
                  <a:cubicBezTo>
                    <a:pt x="0" y="4473"/>
                    <a:pt x="188" y="4655"/>
                    <a:pt x="414" y="4655"/>
                  </a:cubicBezTo>
                  <a:lnTo>
                    <a:pt x="3698" y="4655"/>
                  </a:lnTo>
                  <a:cubicBezTo>
                    <a:pt x="3923" y="4655"/>
                    <a:pt x="4111" y="4473"/>
                    <a:pt x="4111" y="4247"/>
                  </a:cubicBezTo>
                  <a:lnTo>
                    <a:pt x="4111" y="3972"/>
                  </a:lnTo>
                  <a:cubicBezTo>
                    <a:pt x="4111" y="3232"/>
                    <a:pt x="3716" y="2581"/>
                    <a:pt x="3127" y="2223"/>
                  </a:cubicBezTo>
                  <a:cubicBezTo>
                    <a:pt x="3328" y="1966"/>
                    <a:pt x="3446" y="1633"/>
                    <a:pt x="3422" y="1277"/>
                  </a:cubicBezTo>
                  <a:cubicBezTo>
                    <a:pt x="3371" y="600"/>
                    <a:pt x="2833" y="54"/>
                    <a:pt x="2162" y="4"/>
                  </a:cubicBezTo>
                  <a:cubicBezTo>
                    <a:pt x="2129" y="2"/>
                    <a:pt x="2096" y="1"/>
                    <a:pt x="2064" y="1"/>
                  </a:cubicBezTo>
                  <a:close/>
                </a:path>
              </a:pathLst>
            </a:custGeom>
            <a:solidFill>
              <a:srgbClr val="0000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47"/>
            <p:cNvSpPr/>
            <p:nvPr/>
          </p:nvSpPr>
          <p:spPr>
            <a:xfrm>
              <a:off x="8271194" y="2336652"/>
              <a:ext cx="110880" cy="125549"/>
            </a:xfrm>
            <a:custGeom>
              <a:avLst/>
              <a:gdLst/>
              <a:ahLst/>
              <a:cxnLst/>
              <a:rect l="l" t="t" r="r" b="b"/>
              <a:pathLst>
                <a:path w="4112" h="4656" extrusionOk="0">
                  <a:moveTo>
                    <a:pt x="2056" y="813"/>
                  </a:moveTo>
                  <a:cubicBezTo>
                    <a:pt x="2357" y="813"/>
                    <a:pt x="2601" y="1057"/>
                    <a:pt x="2601" y="1358"/>
                  </a:cubicBezTo>
                  <a:cubicBezTo>
                    <a:pt x="2601" y="1659"/>
                    <a:pt x="2357" y="1904"/>
                    <a:pt x="2056" y="1904"/>
                  </a:cubicBezTo>
                  <a:cubicBezTo>
                    <a:pt x="1756" y="1904"/>
                    <a:pt x="1510" y="1659"/>
                    <a:pt x="1510" y="1358"/>
                  </a:cubicBezTo>
                  <a:cubicBezTo>
                    <a:pt x="1510" y="1057"/>
                    <a:pt x="1756" y="813"/>
                    <a:pt x="2056" y="813"/>
                  </a:cubicBezTo>
                  <a:close/>
                  <a:moveTo>
                    <a:pt x="2056" y="2737"/>
                  </a:moveTo>
                  <a:cubicBezTo>
                    <a:pt x="2690" y="2737"/>
                    <a:pt x="3209" y="3220"/>
                    <a:pt x="3278" y="3834"/>
                  </a:cubicBezTo>
                  <a:lnTo>
                    <a:pt x="834" y="3834"/>
                  </a:lnTo>
                  <a:cubicBezTo>
                    <a:pt x="903" y="3220"/>
                    <a:pt x="1423" y="2737"/>
                    <a:pt x="2056" y="2737"/>
                  </a:cubicBezTo>
                  <a:close/>
                  <a:moveTo>
                    <a:pt x="2065" y="1"/>
                  </a:moveTo>
                  <a:cubicBezTo>
                    <a:pt x="1306" y="1"/>
                    <a:pt x="689" y="613"/>
                    <a:pt x="689" y="1370"/>
                  </a:cubicBezTo>
                  <a:cubicBezTo>
                    <a:pt x="689" y="1690"/>
                    <a:pt x="796" y="1985"/>
                    <a:pt x="984" y="2223"/>
                  </a:cubicBezTo>
                  <a:cubicBezTo>
                    <a:pt x="396" y="2581"/>
                    <a:pt x="0" y="3232"/>
                    <a:pt x="0" y="3972"/>
                  </a:cubicBezTo>
                  <a:lnTo>
                    <a:pt x="0" y="4247"/>
                  </a:lnTo>
                  <a:cubicBezTo>
                    <a:pt x="0" y="4473"/>
                    <a:pt x="188" y="4655"/>
                    <a:pt x="414" y="4655"/>
                  </a:cubicBezTo>
                  <a:lnTo>
                    <a:pt x="3697" y="4655"/>
                  </a:lnTo>
                  <a:cubicBezTo>
                    <a:pt x="3923" y="4655"/>
                    <a:pt x="4111" y="4473"/>
                    <a:pt x="4111" y="4247"/>
                  </a:cubicBezTo>
                  <a:lnTo>
                    <a:pt x="4111" y="3972"/>
                  </a:lnTo>
                  <a:cubicBezTo>
                    <a:pt x="4111" y="3232"/>
                    <a:pt x="3717" y="2581"/>
                    <a:pt x="3127" y="2223"/>
                  </a:cubicBezTo>
                  <a:cubicBezTo>
                    <a:pt x="3335" y="1966"/>
                    <a:pt x="3448" y="1633"/>
                    <a:pt x="3422" y="1277"/>
                  </a:cubicBezTo>
                  <a:cubicBezTo>
                    <a:pt x="3373" y="600"/>
                    <a:pt x="2833" y="54"/>
                    <a:pt x="2163" y="4"/>
                  </a:cubicBezTo>
                  <a:cubicBezTo>
                    <a:pt x="2130" y="2"/>
                    <a:pt x="2097" y="1"/>
                    <a:pt x="2065" y="1"/>
                  </a:cubicBezTo>
                  <a:close/>
                </a:path>
              </a:pathLst>
            </a:custGeom>
            <a:solidFill>
              <a:srgbClr val="0000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47"/>
            <p:cNvSpPr/>
            <p:nvPr/>
          </p:nvSpPr>
          <p:spPr>
            <a:xfrm>
              <a:off x="8245523" y="2578420"/>
              <a:ext cx="22165" cy="22165"/>
            </a:xfrm>
            <a:custGeom>
              <a:avLst/>
              <a:gdLst/>
              <a:ahLst/>
              <a:cxnLst/>
              <a:rect l="l" t="t" r="r" b="b"/>
              <a:pathLst>
                <a:path w="822" h="822" extrusionOk="0">
                  <a:moveTo>
                    <a:pt x="408" y="0"/>
                  </a:moveTo>
                  <a:cubicBezTo>
                    <a:pt x="182" y="0"/>
                    <a:pt x="0" y="182"/>
                    <a:pt x="0" y="414"/>
                  </a:cubicBezTo>
                  <a:cubicBezTo>
                    <a:pt x="0" y="639"/>
                    <a:pt x="182" y="821"/>
                    <a:pt x="408" y="821"/>
                  </a:cubicBezTo>
                  <a:cubicBezTo>
                    <a:pt x="633" y="821"/>
                    <a:pt x="821" y="639"/>
                    <a:pt x="821" y="414"/>
                  </a:cubicBezTo>
                  <a:cubicBezTo>
                    <a:pt x="821" y="182"/>
                    <a:pt x="633" y="0"/>
                    <a:pt x="408" y="0"/>
                  </a:cubicBezTo>
                  <a:close/>
                </a:path>
              </a:pathLst>
            </a:custGeom>
            <a:solidFill>
              <a:srgbClr val="0000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47"/>
            <p:cNvSpPr/>
            <p:nvPr/>
          </p:nvSpPr>
          <p:spPr>
            <a:xfrm>
              <a:off x="8289772" y="2578420"/>
              <a:ext cx="22165" cy="22165"/>
            </a:xfrm>
            <a:custGeom>
              <a:avLst/>
              <a:gdLst/>
              <a:ahLst/>
              <a:cxnLst/>
              <a:rect l="l" t="t" r="r" b="b"/>
              <a:pathLst>
                <a:path w="822" h="822" extrusionOk="0">
                  <a:moveTo>
                    <a:pt x="408" y="0"/>
                  </a:moveTo>
                  <a:cubicBezTo>
                    <a:pt x="182" y="0"/>
                    <a:pt x="0" y="182"/>
                    <a:pt x="0" y="414"/>
                  </a:cubicBezTo>
                  <a:cubicBezTo>
                    <a:pt x="0" y="639"/>
                    <a:pt x="182" y="821"/>
                    <a:pt x="408" y="821"/>
                  </a:cubicBezTo>
                  <a:cubicBezTo>
                    <a:pt x="633" y="821"/>
                    <a:pt x="821" y="639"/>
                    <a:pt x="821" y="414"/>
                  </a:cubicBezTo>
                  <a:cubicBezTo>
                    <a:pt x="821" y="182"/>
                    <a:pt x="633" y="0"/>
                    <a:pt x="408" y="0"/>
                  </a:cubicBezTo>
                  <a:close/>
                </a:path>
              </a:pathLst>
            </a:custGeom>
            <a:solidFill>
              <a:srgbClr val="0000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47"/>
            <p:cNvSpPr/>
            <p:nvPr/>
          </p:nvSpPr>
          <p:spPr>
            <a:xfrm>
              <a:off x="8073459" y="2556686"/>
              <a:ext cx="67790" cy="66415"/>
            </a:xfrm>
            <a:custGeom>
              <a:avLst/>
              <a:gdLst/>
              <a:ahLst/>
              <a:cxnLst/>
              <a:rect l="l" t="t" r="r" b="b"/>
              <a:pathLst>
                <a:path w="2514" h="2463" extrusionOk="0">
                  <a:moveTo>
                    <a:pt x="1252" y="1"/>
                  </a:moveTo>
                  <a:cubicBezTo>
                    <a:pt x="1030" y="1"/>
                    <a:pt x="847" y="184"/>
                    <a:pt x="847" y="412"/>
                  </a:cubicBezTo>
                  <a:lnTo>
                    <a:pt x="847" y="820"/>
                  </a:lnTo>
                  <a:lnTo>
                    <a:pt x="452" y="820"/>
                  </a:lnTo>
                  <a:cubicBezTo>
                    <a:pt x="238" y="820"/>
                    <a:pt x="50" y="976"/>
                    <a:pt x="32" y="1182"/>
                  </a:cubicBezTo>
                  <a:cubicBezTo>
                    <a:pt x="0" y="1433"/>
                    <a:pt x="194" y="1641"/>
                    <a:pt x="440" y="1641"/>
                  </a:cubicBezTo>
                  <a:lnTo>
                    <a:pt x="847" y="1641"/>
                  </a:lnTo>
                  <a:lnTo>
                    <a:pt x="847" y="2041"/>
                  </a:lnTo>
                  <a:cubicBezTo>
                    <a:pt x="847" y="2255"/>
                    <a:pt x="1004" y="2437"/>
                    <a:pt x="1210" y="2461"/>
                  </a:cubicBezTo>
                  <a:cubicBezTo>
                    <a:pt x="1225" y="2462"/>
                    <a:pt x="1240" y="2463"/>
                    <a:pt x="1254" y="2463"/>
                  </a:cubicBezTo>
                  <a:cubicBezTo>
                    <a:pt x="1485" y="2463"/>
                    <a:pt x="1667" y="2278"/>
                    <a:pt x="1667" y="2054"/>
                  </a:cubicBezTo>
                  <a:lnTo>
                    <a:pt x="1667" y="1641"/>
                  </a:lnTo>
                  <a:lnTo>
                    <a:pt x="2081" y="1641"/>
                  </a:lnTo>
                  <a:cubicBezTo>
                    <a:pt x="2320" y="1641"/>
                    <a:pt x="2514" y="1433"/>
                    <a:pt x="2488" y="1182"/>
                  </a:cubicBezTo>
                  <a:cubicBezTo>
                    <a:pt x="2464" y="976"/>
                    <a:pt x="2282" y="820"/>
                    <a:pt x="2069" y="820"/>
                  </a:cubicBezTo>
                  <a:lnTo>
                    <a:pt x="1667" y="820"/>
                  </a:lnTo>
                  <a:lnTo>
                    <a:pt x="1667" y="418"/>
                  </a:lnTo>
                  <a:cubicBezTo>
                    <a:pt x="1667" y="212"/>
                    <a:pt x="1517" y="24"/>
                    <a:pt x="1305" y="4"/>
                  </a:cubicBezTo>
                  <a:cubicBezTo>
                    <a:pt x="1287" y="2"/>
                    <a:pt x="1269" y="1"/>
                    <a:pt x="1252" y="1"/>
                  </a:cubicBezTo>
                  <a:close/>
                </a:path>
              </a:pathLst>
            </a:custGeom>
            <a:solidFill>
              <a:srgbClr val="0000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47"/>
            <p:cNvSpPr/>
            <p:nvPr/>
          </p:nvSpPr>
          <p:spPr>
            <a:xfrm>
              <a:off x="8003647" y="2496797"/>
              <a:ext cx="378777" cy="217796"/>
            </a:xfrm>
            <a:custGeom>
              <a:avLst/>
              <a:gdLst/>
              <a:ahLst/>
              <a:cxnLst/>
              <a:rect l="l" t="t" r="r" b="b"/>
              <a:pathLst>
                <a:path w="14047" h="8077" extrusionOk="0">
                  <a:moveTo>
                    <a:pt x="5354" y="5734"/>
                  </a:moveTo>
                  <a:cubicBezTo>
                    <a:pt x="5580" y="5734"/>
                    <a:pt x="5768" y="5923"/>
                    <a:pt x="5768" y="6148"/>
                  </a:cubicBezTo>
                  <a:cubicBezTo>
                    <a:pt x="5768" y="6374"/>
                    <a:pt x="5580" y="6556"/>
                    <a:pt x="5354" y="6556"/>
                  </a:cubicBezTo>
                  <a:cubicBezTo>
                    <a:pt x="5128" y="6556"/>
                    <a:pt x="4946" y="6374"/>
                    <a:pt x="4946" y="6148"/>
                  </a:cubicBezTo>
                  <a:cubicBezTo>
                    <a:pt x="4946" y="5923"/>
                    <a:pt x="5128" y="5734"/>
                    <a:pt x="5354" y="5734"/>
                  </a:cubicBezTo>
                  <a:close/>
                  <a:moveTo>
                    <a:pt x="8693" y="5734"/>
                  </a:moveTo>
                  <a:cubicBezTo>
                    <a:pt x="8919" y="5734"/>
                    <a:pt x="9101" y="5923"/>
                    <a:pt x="9101" y="6148"/>
                  </a:cubicBezTo>
                  <a:cubicBezTo>
                    <a:pt x="9101" y="6374"/>
                    <a:pt x="8919" y="6556"/>
                    <a:pt x="8693" y="6556"/>
                  </a:cubicBezTo>
                  <a:cubicBezTo>
                    <a:pt x="8468" y="6556"/>
                    <a:pt x="8280" y="6374"/>
                    <a:pt x="8280" y="6148"/>
                  </a:cubicBezTo>
                  <a:cubicBezTo>
                    <a:pt x="8280" y="5923"/>
                    <a:pt x="8468" y="5734"/>
                    <a:pt x="8693" y="5734"/>
                  </a:cubicBezTo>
                  <a:close/>
                  <a:moveTo>
                    <a:pt x="10593" y="822"/>
                  </a:moveTo>
                  <a:cubicBezTo>
                    <a:pt x="11013" y="822"/>
                    <a:pt x="11395" y="1079"/>
                    <a:pt x="11551" y="1473"/>
                  </a:cubicBezTo>
                  <a:lnTo>
                    <a:pt x="12968" y="4958"/>
                  </a:lnTo>
                  <a:cubicBezTo>
                    <a:pt x="13125" y="5346"/>
                    <a:pt x="13206" y="5754"/>
                    <a:pt x="13213" y="6168"/>
                  </a:cubicBezTo>
                  <a:cubicBezTo>
                    <a:pt x="13213" y="6700"/>
                    <a:pt x="12800" y="7195"/>
                    <a:pt x="12273" y="7252"/>
                  </a:cubicBezTo>
                  <a:cubicBezTo>
                    <a:pt x="12237" y="7256"/>
                    <a:pt x="12201" y="7257"/>
                    <a:pt x="12165" y="7257"/>
                  </a:cubicBezTo>
                  <a:cubicBezTo>
                    <a:pt x="11948" y="7257"/>
                    <a:pt x="11742" y="7194"/>
                    <a:pt x="11565" y="7070"/>
                  </a:cubicBezTo>
                  <a:lnTo>
                    <a:pt x="9904" y="5930"/>
                  </a:lnTo>
                  <a:cubicBezTo>
                    <a:pt x="9797" y="5358"/>
                    <a:pt x="9295" y="4933"/>
                    <a:pt x="8693" y="4933"/>
                  </a:cubicBezTo>
                  <a:cubicBezTo>
                    <a:pt x="8155" y="4933"/>
                    <a:pt x="7704" y="5271"/>
                    <a:pt x="7535" y="5754"/>
                  </a:cubicBezTo>
                  <a:lnTo>
                    <a:pt x="6512" y="5754"/>
                  </a:lnTo>
                  <a:cubicBezTo>
                    <a:pt x="6344" y="5271"/>
                    <a:pt x="5887" y="4933"/>
                    <a:pt x="5354" y="4933"/>
                  </a:cubicBezTo>
                  <a:cubicBezTo>
                    <a:pt x="4752" y="4933"/>
                    <a:pt x="4250" y="5358"/>
                    <a:pt x="4143" y="5930"/>
                  </a:cubicBezTo>
                  <a:lnTo>
                    <a:pt x="2483" y="7070"/>
                  </a:lnTo>
                  <a:cubicBezTo>
                    <a:pt x="2306" y="7194"/>
                    <a:pt x="2100" y="7257"/>
                    <a:pt x="1882" y="7257"/>
                  </a:cubicBezTo>
                  <a:cubicBezTo>
                    <a:pt x="1846" y="7257"/>
                    <a:pt x="1810" y="7256"/>
                    <a:pt x="1774" y="7252"/>
                  </a:cubicBezTo>
                  <a:cubicBezTo>
                    <a:pt x="1248" y="7195"/>
                    <a:pt x="828" y="6700"/>
                    <a:pt x="834" y="6168"/>
                  </a:cubicBezTo>
                  <a:cubicBezTo>
                    <a:pt x="842" y="5754"/>
                    <a:pt x="923" y="5346"/>
                    <a:pt x="1079" y="4958"/>
                  </a:cubicBezTo>
                  <a:lnTo>
                    <a:pt x="2496" y="1473"/>
                  </a:lnTo>
                  <a:cubicBezTo>
                    <a:pt x="2653" y="1079"/>
                    <a:pt x="3029" y="822"/>
                    <a:pt x="3454" y="822"/>
                  </a:cubicBezTo>
                  <a:cubicBezTo>
                    <a:pt x="3818" y="822"/>
                    <a:pt x="4151" y="1010"/>
                    <a:pt x="4339" y="1311"/>
                  </a:cubicBezTo>
                  <a:cubicBezTo>
                    <a:pt x="4527" y="1612"/>
                    <a:pt x="4858" y="1780"/>
                    <a:pt x="5210" y="1780"/>
                  </a:cubicBezTo>
                  <a:lnTo>
                    <a:pt x="8857" y="1780"/>
                  </a:lnTo>
                  <a:cubicBezTo>
                    <a:pt x="9208" y="1780"/>
                    <a:pt x="9521" y="1606"/>
                    <a:pt x="9709" y="1311"/>
                  </a:cubicBezTo>
                  <a:cubicBezTo>
                    <a:pt x="9904" y="1004"/>
                    <a:pt x="10229" y="822"/>
                    <a:pt x="10593" y="822"/>
                  </a:cubicBezTo>
                  <a:close/>
                  <a:moveTo>
                    <a:pt x="3454" y="1"/>
                  </a:moveTo>
                  <a:cubicBezTo>
                    <a:pt x="2696" y="1"/>
                    <a:pt x="2019" y="458"/>
                    <a:pt x="1731" y="1166"/>
                  </a:cubicBezTo>
                  <a:lnTo>
                    <a:pt x="321" y="4651"/>
                  </a:lnTo>
                  <a:cubicBezTo>
                    <a:pt x="127" y="5121"/>
                    <a:pt x="26" y="5622"/>
                    <a:pt x="14" y="6130"/>
                  </a:cubicBezTo>
                  <a:cubicBezTo>
                    <a:pt x="1" y="7151"/>
                    <a:pt x="772" y="8022"/>
                    <a:pt x="1794" y="8073"/>
                  </a:cubicBezTo>
                  <a:cubicBezTo>
                    <a:pt x="1830" y="8076"/>
                    <a:pt x="1867" y="8077"/>
                    <a:pt x="1903" y="8077"/>
                  </a:cubicBezTo>
                  <a:cubicBezTo>
                    <a:pt x="2278" y="8077"/>
                    <a:pt x="2639" y="7964"/>
                    <a:pt x="2947" y="7747"/>
                  </a:cubicBezTo>
                  <a:lnTo>
                    <a:pt x="4307" y="6813"/>
                  </a:lnTo>
                  <a:cubicBezTo>
                    <a:pt x="4527" y="7163"/>
                    <a:pt x="4915" y="7397"/>
                    <a:pt x="5354" y="7397"/>
                  </a:cubicBezTo>
                  <a:cubicBezTo>
                    <a:pt x="5887" y="7397"/>
                    <a:pt x="6344" y="7051"/>
                    <a:pt x="6512" y="6575"/>
                  </a:cubicBezTo>
                  <a:lnTo>
                    <a:pt x="7535" y="6575"/>
                  </a:lnTo>
                  <a:cubicBezTo>
                    <a:pt x="7704" y="7051"/>
                    <a:pt x="8155" y="7397"/>
                    <a:pt x="8693" y="7397"/>
                  </a:cubicBezTo>
                  <a:cubicBezTo>
                    <a:pt x="9133" y="7397"/>
                    <a:pt x="9521" y="7163"/>
                    <a:pt x="9740" y="6813"/>
                  </a:cubicBezTo>
                  <a:lnTo>
                    <a:pt x="11100" y="7747"/>
                  </a:lnTo>
                  <a:cubicBezTo>
                    <a:pt x="11409" y="7964"/>
                    <a:pt x="11770" y="8077"/>
                    <a:pt x="12144" y="8077"/>
                  </a:cubicBezTo>
                  <a:cubicBezTo>
                    <a:pt x="12181" y="8077"/>
                    <a:pt x="12217" y="8076"/>
                    <a:pt x="12254" y="8073"/>
                  </a:cubicBezTo>
                  <a:cubicBezTo>
                    <a:pt x="13275" y="8022"/>
                    <a:pt x="14047" y="7151"/>
                    <a:pt x="14027" y="6130"/>
                  </a:cubicBezTo>
                  <a:cubicBezTo>
                    <a:pt x="14021" y="5622"/>
                    <a:pt x="13920" y="5121"/>
                    <a:pt x="13726" y="4651"/>
                  </a:cubicBezTo>
                  <a:lnTo>
                    <a:pt x="12317" y="1166"/>
                  </a:lnTo>
                  <a:cubicBezTo>
                    <a:pt x="12028" y="458"/>
                    <a:pt x="11351" y="1"/>
                    <a:pt x="10593" y="1"/>
                  </a:cubicBezTo>
                  <a:cubicBezTo>
                    <a:pt x="9948" y="1"/>
                    <a:pt x="9358" y="327"/>
                    <a:pt x="9014" y="872"/>
                  </a:cubicBezTo>
                  <a:cubicBezTo>
                    <a:pt x="8982" y="929"/>
                    <a:pt x="8919" y="959"/>
                    <a:pt x="8857" y="959"/>
                  </a:cubicBezTo>
                  <a:lnTo>
                    <a:pt x="5190" y="959"/>
                  </a:lnTo>
                  <a:cubicBezTo>
                    <a:pt x="5128" y="959"/>
                    <a:pt x="5065" y="929"/>
                    <a:pt x="5034" y="872"/>
                  </a:cubicBezTo>
                  <a:cubicBezTo>
                    <a:pt x="4689" y="327"/>
                    <a:pt x="4100" y="1"/>
                    <a:pt x="3454" y="1"/>
                  </a:cubicBezTo>
                  <a:close/>
                </a:path>
              </a:pathLst>
            </a:custGeom>
            <a:solidFill>
              <a:srgbClr val="0000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 name="Google Shape;456;p47"/>
          <p:cNvGrpSpPr/>
          <p:nvPr/>
        </p:nvGrpSpPr>
        <p:grpSpPr>
          <a:xfrm>
            <a:off x="5312378" y="3188308"/>
            <a:ext cx="462768" cy="424717"/>
            <a:chOff x="8006370" y="4123406"/>
            <a:chExt cx="417472" cy="383146"/>
          </a:xfrm>
        </p:grpSpPr>
        <p:sp>
          <p:nvSpPr>
            <p:cNvPr id="457" name="Google Shape;457;p47"/>
            <p:cNvSpPr/>
            <p:nvPr/>
          </p:nvSpPr>
          <p:spPr>
            <a:xfrm>
              <a:off x="8006370" y="4367925"/>
              <a:ext cx="417472" cy="138627"/>
            </a:xfrm>
            <a:custGeom>
              <a:avLst/>
              <a:gdLst/>
              <a:ahLst/>
              <a:cxnLst/>
              <a:rect l="l" t="t" r="r" b="b"/>
              <a:pathLst>
                <a:path w="15482" h="5141" extrusionOk="0">
                  <a:moveTo>
                    <a:pt x="5378" y="909"/>
                  </a:moveTo>
                  <a:cubicBezTo>
                    <a:pt x="6356" y="909"/>
                    <a:pt x="7163" y="1643"/>
                    <a:pt x="7270" y="2595"/>
                  </a:cubicBezTo>
                  <a:cubicBezTo>
                    <a:pt x="7051" y="2483"/>
                    <a:pt x="6801" y="2421"/>
                    <a:pt x="6532" y="2421"/>
                  </a:cubicBezTo>
                  <a:lnTo>
                    <a:pt x="1542" y="2421"/>
                  </a:lnTo>
                  <a:lnTo>
                    <a:pt x="1542" y="2000"/>
                  </a:lnTo>
                  <a:lnTo>
                    <a:pt x="4814" y="992"/>
                  </a:lnTo>
                  <a:cubicBezTo>
                    <a:pt x="4996" y="935"/>
                    <a:pt x="5184" y="909"/>
                    <a:pt x="5378" y="909"/>
                  </a:cubicBezTo>
                  <a:close/>
                  <a:moveTo>
                    <a:pt x="10104" y="909"/>
                  </a:moveTo>
                  <a:cubicBezTo>
                    <a:pt x="10298" y="909"/>
                    <a:pt x="10486" y="935"/>
                    <a:pt x="10668" y="992"/>
                  </a:cubicBezTo>
                  <a:lnTo>
                    <a:pt x="13940" y="2000"/>
                  </a:lnTo>
                  <a:lnTo>
                    <a:pt x="13940" y="2421"/>
                  </a:lnTo>
                  <a:lnTo>
                    <a:pt x="8950" y="2421"/>
                  </a:lnTo>
                  <a:cubicBezTo>
                    <a:pt x="8681" y="2421"/>
                    <a:pt x="8430" y="2483"/>
                    <a:pt x="8210" y="2595"/>
                  </a:cubicBezTo>
                  <a:cubicBezTo>
                    <a:pt x="8317" y="1643"/>
                    <a:pt x="9126" y="909"/>
                    <a:pt x="10104" y="909"/>
                  </a:cubicBezTo>
                  <a:close/>
                  <a:moveTo>
                    <a:pt x="6532" y="3329"/>
                  </a:moveTo>
                  <a:cubicBezTo>
                    <a:pt x="6951" y="3329"/>
                    <a:pt x="7290" y="3668"/>
                    <a:pt x="7290" y="4082"/>
                  </a:cubicBezTo>
                  <a:lnTo>
                    <a:pt x="7290" y="4232"/>
                  </a:lnTo>
                  <a:lnTo>
                    <a:pt x="909" y="4232"/>
                  </a:lnTo>
                  <a:lnTo>
                    <a:pt x="909" y="3329"/>
                  </a:lnTo>
                  <a:close/>
                  <a:moveTo>
                    <a:pt x="14571" y="3329"/>
                  </a:moveTo>
                  <a:lnTo>
                    <a:pt x="14571" y="4232"/>
                  </a:lnTo>
                  <a:lnTo>
                    <a:pt x="8192" y="4232"/>
                  </a:lnTo>
                  <a:lnTo>
                    <a:pt x="8192" y="4082"/>
                  </a:lnTo>
                  <a:cubicBezTo>
                    <a:pt x="8192" y="3668"/>
                    <a:pt x="8531" y="3329"/>
                    <a:pt x="8950" y="3329"/>
                  </a:cubicBezTo>
                  <a:close/>
                  <a:moveTo>
                    <a:pt x="5378" y="1"/>
                  </a:moveTo>
                  <a:cubicBezTo>
                    <a:pt x="5095" y="1"/>
                    <a:pt x="4814" y="44"/>
                    <a:pt x="4545" y="127"/>
                  </a:cubicBezTo>
                  <a:lnTo>
                    <a:pt x="953" y="1230"/>
                  </a:lnTo>
                  <a:cubicBezTo>
                    <a:pt x="765" y="1285"/>
                    <a:pt x="634" y="1461"/>
                    <a:pt x="634" y="1661"/>
                  </a:cubicBezTo>
                  <a:lnTo>
                    <a:pt x="634" y="2421"/>
                  </a:lnTo>
                  <a:lnTo>
                    <a:pt x="452" y="2421"/>
                  </a:lnTo>
                  <a:cubicBezTo>
                    <a:pt x="201" y="2421"/>
                    <a:pt x="1" y="2621"/>
                    <a:pt x="1" y="2872"/>
                  </a:cubicBezTo>
                  <a:lnTo>
                    <a:pt x="1" y="4689"/>
                  </a:lnTo>
                  <a:cubicBezTo>
                    <a:pt x="1" y="4940"/>
                    <a:pt x="201" y="5140"/>
                    <a:pt x="452" y="5140"/>
                  </a:cubicBezTo>
                  <a:lnTo>
                    <a:pt x="15030" y="5140"/>
                  </a:lnTo>
                  <a:cubicBezTo>
                    <a:pt x="15280" y="5140"/>
                    <a:pt x="15481" y="4940"/>
                    <a:pt x="15481" y="4689"/>
                  </a:cubicBezTo>
                  <a:lnTo>
                    <a:pt x="15481" y="2872"/>
                  </a:lnTo>
                  <a:cubicBezTo>
                    <a:pt x="15481" y="2621"/>
                    <a:pt x="15280" y="2421"/>
                    <a:pt x="15030" y="2421"/>
                  </a:cubicBezTo>
                  <a:lnTo>
                    <a:pt x="14848" y="2421"/>
                  </a:lnTo>
                  <a:lnTo>
                    <a:pt x="14848" y="1661"/>
                  </a:lnTo>
                  <a:cubicBezTo>
                    <a:pt x="14848" y="1461"/>
                    <a:pt x="14716" y="1285"/>
                    <a:pt x="14528" y="1230"/>
                  </a:cubicBezTo>
                  <a:lnTo>
                    <a:pt x="10937" y="127"/>
                  </a:lnTo>
                  <a:cubicBezTo>
                    <a:pt x="10668" y="44"/>
                    <a:pt x="10385" y="1"/>
                    <a:pt x="10104" y="1"/>
                  </a:cubicBezTo>
                  <a:cubicBezTo>
                    <a:pt x="9113" y="1"/>
                    <a:pt x="8242" y="515"/>
                    <a:pt x="7741" y="1285"/>
                  </a:cubicBezTo>
                  <a:cubicBezTo>
                    <a:pt x="7239" y="515"/>
                    <a:pt x="6368" y="1"/>
                    <a:pt x="53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47"/>
            <p:cNvSpPr/>
            <p:nvPr/>
          </p:nvSpPr>
          <p:spPr>
            <a:xfrm>
              <a:off x="8202918" y="4139612"/>
              <a:ext cx="24376" cy="171228"/>
            </a:xfrm>
            <a:custGeom>
              <a:avLst/>
              <a:gdLst/>
              <a:ahLst/>
              <a:cxnLst/>
              <a:rect l="l" t="t" r="r" b="b"/>
              <a:pathLst>
                <a:path w="904" h="6350" extrusionOk="0">
                  <a:moveTo>
                    <a:pt x="452" y="1"/>
                  </a:moveTo>
                  <a:cubicBezTo>
                    <a:pt x="201" y="1"/>
                    <a:pt x="1" y="208"/>
                    <a:pt x="1" y="458"/>
                  </a:cubicBezTo>
                  <a:lnTo>
                    <a:pt x="1" y="5899"/>
                  </a:lnTo>
                  <a:cubicBezTo>
                    <a:pt x="1" y="6150"/>
                    <a:pt x="201" y="6350"/>
                    <a:pt x="452" y="6350"/>
                  </a:cubicBezTo>
                  <a:cubicBezTo>
                    <a:pt x="702" y="6350"/>
                    <a:pt x="903" y="6150"/>
                    <a:pt x="903" y="5899"/>
                  </a:cubicBezTo>
                  <a:lnTo>
                    <a:pt x="903" y="458"/>
                  </a:lnTo>
                  <a:cubicBezTo>
                    <a:pt x="903" y="208"/>
                    <a:pt x="702" y="1"/>
                    <a:pt x="45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47"/>
            <p:cNvSpPr/>
            <p:nvPr/>
          </p:nvSpPr>
          <p:spPr>
            <a:xfrm>
              <a:off x="8153896" y="4172240"/>
              <a:ext cx="24565" cy="105999"/>
            </a:xfrm>
            <a:custGeom>
              <a:avLst/>
              <a:gdLst/>
              <a:ahLst/>
              <a:cxnLst/>
              <a:rect l="l" t="t" r="r" b="b"/>
              <a:pathLst>
                <a:path w="911" h="3931" extrusionOk="0">
                  <a:moveTo>
                    <a:pt x="459" y="0"/>
                  </a:moveTo>
                  <a:cubicBezTo>
                    <a:pt x="208" y="0"/>
                    <a:pt x="0" y="208"/>
                    <a:pt x="0" y="451"/>
                  </a:cubicBezTo>
                  <a:lnTo>
                    <a:pt x="0" y="3479"/>
                  </a:lnTo>
                  <a:cubicBezTo>
                    <a:pt x="0" y="3729"/>
                    <a:pt x="208" y="3931"/>
                    <a:pt x="459" y="3931"/>
                  </a:cubicBezTo>
                  <a:cubicBezTo>
                    <a:pt x="709" y="3931"/>
                    <a:pt x="910" y="3729"/>
                    <a:pt x="910" y="3479"/>
                  </a:cubicBezTo>
                  <a:lnTo>
                    <a:pt x="910" y="451"/>
                  </a:lnTo>
                  <a:cubicBezTo>
                    <a:pt x="910" y="208"/>
                    <a:pt x="709" y="0"/>
                    <a:pt x="45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47"/>
            <p:cNvSpPr/>
            <p:nvPr/>
          </p:nvSpPr>
          <p:spPr>
            <a:xfrm>
              <a:off x="8251752" y="4172240"/>
              <a:ext cx="24538" cy="105999"/>
            </a:xfrm>
            <a:custGeom>
              <a:avLst/>
              <a:gdLst/>
              <a:ahLst/>
              <a:cxnLst/>
              <a:rect l="l" t="t" r="r" b="b"/>
              <a:pathLst>
                <a:path w="910" h="3931" extrusionOk="0">
                  <a:moveTo>
                    <a:pt x="452" y="0"/>
                  </a:moveTo>
                  <a:cubicBezTo>
                    <a:pt x="207" y="0"/>
                    <a:pt x="1" y="208"/>
                    <a:pt x="1" y="451"/>
                  </a:cubicBezTo>
                  <a:lnTo>
                    <a:pt x="1" y="3479"/>
                  </a:lnTo>
                  <a:cubicBezTo>
                    <a:pt x="1" y="3729"/>
                    <a:pt x="207" y="3931"/>
                    <a:pt x="452" y="3931"/>
                  </a:cubicBezTo>
                  <a:cubicBezTo>
                    <a:pt x="703" y="3931"/>
                    <a:pt x="909" y="3729"/>
                    <a:pt x="909" y="3479"/>
                  </a:cubicBezTo>
                  <a:lnTo>
                    <a:pt x="909" y="451"/>
                  </a:lnTo>
                  <a:cubicBezTo>
                    <a:pt x="909" y="208"/>
                    <a:pt x="703" y="0"/>
                    <a:pt x="45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47"/>
            <p:cNvSpPr/>
            <p:nvPr/>
          </p:nvSpPr>
          <p:spPr>
            <a:xfrm>
              <a:off x="8039834" y="4123406"/>
              <a:ext cx="73345" cy="73345"/>
            </a:xfrm>
            <a:custGeom>
              <a:avLst/>
              <a:gdLst/>
              <a:ahLst/>
              <a:cxnLst/>
              <a:rect l="l" t="t" r="r" b="b"/>
              <a:pathLst>
                <a:path w="2720" h="2720" extrusionOk="0">
                  <a:moveTo>
                    <a:pt x="1360" y="0"/>
                  </a:moveTo>
                  <a:cubicBezTo>
                    <a:pt x="1109" y="0"/>
                    <a:pt x="909" y="200"/>
                    <a:pt x="909" y="451"/>
                  </a:cubicBezTo>
                  <a:lnTo>
                    <a:pt x="909" y="903"/>
                  </a:lnTo>
                  <a:lnTo>
                    <a:pt x="452" y="903"/>
                  </a:lnTo>
                  <a:cubicBezTo>
                    <a:pt x="201" y="903"/>
                    <a:pt x="0" y="1110"/>
                    <a:pt x="0" y="1360"/>
                  </a:cubicBezTo>
                  <a:cubicBezTo>
                    <a:pt x="0" y="1611"/>
                    <a:pt x="201" y="1811"/>
                    <a:pt x="452" y="1811"/>
                  </a:cubicBezTo>
                  <a:lnTo>
                    <a:pt x="909" y="1811"/>
                  </a:lnTo>
                  <a:lnTo>
                    <a:pt x="909" y="2262"/>
                  </a:lnTo>
                  <a:cubicBezTo>
                    <a:pt x="909" y="2514"/>
                    <a:pt x="1109" y="2720"/>
                    <a:pt x="1360" y="2720"/>
                  </a:cubicBezTo>
                  <a:cubicBezTo>
                    <a:pt x="1611" y="2720"/>
                    <a:pt x="1811" y="2514"/>
                    <a:pt x="1811" y="2262"/>
                  </a:cubicBezTo>
                  <a:lnTo>
                    <a:pt x="1811" y="1811"/>
                  </a:lnTo>
                  <a:lnTo>
                    <a:pt x="2269" y="1811"/>
                  </a:lnTo>
                  <a:cubicBezTo>
                    <a:pt x="2520" y="1811"/>
                    <a:pt x="2720" y="1611"/>
                    <a:pt x="2720" y="1360"/>
                  </a:cubicBezTo>
                  <a:cubicBezTo>
                    <a:pt x="2720" y="1110"/>
                    <a:pt x="2520" y="903"/>
                    <a:pt x="2269" y="903"/>
                  </a:cubicBezTo>
                  <a:lnTo>
                    <a:pt x="1811" y="903"/>
                  </a:lnTo>
                  <a:lnTo>
                    <a:pt x="1811" y="451"/>
                  </a:lnTo>
                  <a:cubicBezTo>
                    <a:pt x="1811" y="200"/>
                    <a:pt x="1611" y="0"/>
                    <a:pt x="13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47"/>
            <p:cNvSpPr/>
            <p:nvPr/>
          </p:nvSpPr>
          <p:spPr>
            <a:xfrm>
              <a:off x="8316980" y="4123406"/>
              <a:ext cx="73399" cy="73345"/>
            </a:xfrm>
            <a:custGeom>
              <a:avLst/>
              <a:gdLst/>
              <a:ahLst/>
              <a:cxnLst/>
              <a:rect l="l" t="t" r="r" b="b"/>
              <a:pathLst>
                <a:path w="2722" h="2720" extrusionOk="0">
                  <a:moveTo>
                    <a:pt x="1360" y="0"/>
                  </a:moveTo>
                  <a:cubicBezTo>
                    <a:pt x="1110" y="0"/>
                    <a:pt x="909" y="200"/>
                    <a:pt x="909" y="451"/>
                  </a:cubicBezTo>
                  <a:lnTo>
                    <a:pt x="909" y="903"/>
                  </a:lnTo>
                  <a:lnTo>
                    <a:pt x="452" y="903"/>
                  </a:lnTo>
                  <a:cubicBezTo>
                    <a:pt x="202" y="903"/>
                    <a:pt x="0" y="1110"/>
                    <a:pt x="0" y="1360"/>
                  </a:cubicBezTo>
                  <a:cubicBezTo>
                    <a:pt x="0" y="1611"/>
                    <a:pt x="202" y="1811"/>
                    <a:pt x="452" y="1811"/>
                  </a:cubicBezTo>
                  <a:lnTo>
                    <a:pt x="909" y="1811"/>
                  </a:lnTo>
                  <a:lnTo>
                    <a:pt x="909" y="2262"/>
                  </a:lnTo>
                  <a:cubicBezTo>
                    <a:pt x="909" y="2514"/>
                    <a:pt x="1110" y="2720"/>
                    <a:pt x="1360" y="2720"/>
                  </a:cubicBezTo>
                  <a:cubicBezTo>
                    <a:pt x="1611" y="2720"/>
                    <a:pt x="1811" y="2514"/>
                    <a:pt x="1811" y="2262"/>
                  </a:cubicBezTo>
                  <a:lnTo>
                    <a:pt x="1811" y="1811"/>
                  </a:lnTo>
                  <a:lnTo>
                    <a:pt x="2270" y="1811"/>
                  </a:lnTo>
                  <a:cubicBezTo>
                    <a:pt x="2520" y="1811"/>
                    <a:pt x="2721" y="1611"/>
                    <a:pt x="2721" y="1360"/>
                  </a:cubicBezTo>
                  <a:cubicBezTo>
                    <a:pt x="2721" y="1110"/>
                    <a:pt x="2520" y="903"/>
                    <a:pt x="2270" y="903"/>
                  </a:cubicBezTo>
                  <a:lnTo>
                    <a:pt x="1811" y="903"/>
                  </a:lnTo>
                  <a:lnTo>
                    <a:pt x="1811" y="451"/>
                  </a:lnTo>
                  <a:cubicBezTo>
                    <a:pt x="1811" y="200"/>
                    <a:pt x="1611" y="0"/>
                    <a:pt x="13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47"/>
            <p:cNvSpPr/>
            <p:nvPr/>
          </p:nvSpPr>
          <p:spPr>
            <a:xfrm>
              <a:off x="8039834" y="4253890"/>
              <a:ext cx="73345" cy="73345"/>
            </a:xfrm>
            <a:custGeom>
              <a:avLst/>
              <a:gdLst/>
              <a:ahLst/>
              <a:cxnLst/>
              <a:rect l="l" t="t" r="r" b="b"/>
              <a:pathLst>
                <a:path w="2720" h="2720" extrusionOk="0">
                  <a:moveTo>
                    <a:pt x="1360" y="0"/>
                  </a:moveTo>
                  <a:cubicBezTo>
                    <a:pt x="1109" y="0"/>
                    <a:pt x="909" y="200"/>
                    <a:pt x="909" y="451"/>
                  </a:cubicBezTo>
                  <a:lnTo>
                    <a:pt x="909" y="903"/>
                  </a:lnTo>
                  <a:lnTo>
                    <a:pt x="452" y="903"/>
                  </a:lnTo>
                  <a:cubicBezTo>
                    <a:pt x="201" y="903"/>
                    <a:pt x="0" y="1109"/>
                    <a:pt x="0" y="1360"/>
                  </a:cubicBezTo>
                  <a:cubicBezTo>
                    <a:pt x="0" y="1611"/>
                    <a:pt x="201" y="1811"/>
                    <a:pt x="452" y="1811"/>
                  </a:cubicBezTo>
                  <a:lnTo>
                    <a:pt x="909" y="1811"/>
                  </a:lnTo>
                  <a:lnTo>
                    <a:pt x="909" y="2262"/>
                  </a:lnTo>
                  <a:cubicBezTo>
                    <a:pt x="909" y="2514"/>
                    <a:pt x="1109" y="2720"/>
                    <a:pt x="1360" y="2720"/>
                  </a:cubicBezTo>
                  <a:cubicBezTo>
                    <a:pt x="1611" y="2720"/>
                    <a:pt x="1811" y="2514"/>
                    <a:pt x="1811" y="2262"/>
                  </a:cubicBezTo>
                  <a:lnTo>
                    <a:pt x="1811" y="1811"/>
                  </a:lnTo>
                  <a:lnTo>
                    <a:pt x="2269" y="1811"/>
                  </a:lnTo>
                  <a:cubicBezTo>
                    <a:pt x="2520" y="1811"/>
                    <a:pt x="2720" y="1611"/>
                    <a:pt x="2720" y="1360"/>
                  </a:cubicBezTo>
                  <a:cubicBezTo>
                    <a:pt x="2720" y="1109"/>
                    <a:pt x="2520" y="903"/>
                    <a:pt x="2269" y="903"/>
                  </a:cubicBezTo>
                  <a:lnTo>
                    <a:pt x="1811" y="903"/>
                  </a:lnTo>
                  <a:lnTo>
                    <a:pt x="1811" y="451"/>
                  </a:lnTo>
                  <a:cubicBezTo>
                    <a:pt x="1811" y="200"/>
                    <a:pt x="1611" y="0"/>
                    <a:pt x="13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47"/>
            <p:cNvSpPr/>
            <p:nvPr/>
          </p:nvSpPr>
          <p:spPr>
            <a:xfrm>
              <a:off x="8316980" y="4253890"/>
              <a:ext cx="73399" cy="73345"/>
            </a:xfrm>
            <a:custGeom>
              <a:avLst/>
              <a:gdLst/>
              <a:ahLst/>
              <a:cxnLst/>
              <a:rect l="l" t="t" r="r" b="b"/>
              <a:pathLst>
                <a:path w="2722" h="2720" extrusionOk="0">
                  <a:moveTo>
                    <a:pt x="1360" y="0"/>
                  </a:moveTo>
                  <a:cubicBezTo>
                    <a:pt x="1110" y="0"/>
                    <a:pt x="909" y="200"/>
                    <a:pt x="909" y="451"/>
                  </a:cubicBezTo>
                  <a:lnTo>
                    <a:pt x="909" y="903"/>
                  </a:lnTo>
                  <a:lnTo>
                    <a:pt x="452" y="903"/>
                  </a:lnTo>
                  <a:cubicBezTo>
                    <a:pt x="202" y="903"/>
                    <a:pt x="0" y="1109"/>
                    <a:pt x="0" y="1360"/>
                  </a:cubicBezTo>
                  <a:cubicBezTo>
                    <a:pt x="0" y="1611"/>
                    <a:pt x="202" y="1811"/>
                    <a:pt x="452" y="1811"/>
                  </a:cubicBezTo>
                  <a:lnTo>
                    <a:pt x="909" y="1811"/>
                  </a:lnTo>
                  <a:lnTo>
                    <a:pt x="909" y="2262"/>
                  </a:lnTo>
                  <a:cubicBezTo>
                    <a:pt x="909" y="2514"/>
                    <a:pt x="1110" y="2720"/>
                    <a:pt x="1360" y="2720"/>
                  </a:cubicBezTo>
                  <a:cubicBezTo>
                    <a:pt x="1611" y="2720"/>
                    <a:pt x="1811" y="2514"/>
                    <a:pt x="1811" y="2262"/>
                  </a:cubicBezTo>
                  <a:lnTo>
                    <a:pt x="1811" y="1811"/>
                  </a:lnTo>
                  <a:lnTo>
                    <a:pt x="2270" y="1811"/>
                  </a:lnTo>
                  <a:cubicBezTo>
                    <a:pt x="2520" y="1811"/>
                    <a:pt x="2721" y="1611"/>
                    <a:pt x="2721" y="1360"/>
                  </a:cubicBezTo>
                  <a:cubicBezTo>
                    <a:pt x="2721" y="1109"/>
                    <a:pt x="2520" y="903"/>
                    <a:pt x="2270" y="903"/>
                  </a:cubicBezTo>
                  <a:lnTo>
                    <a:pt x="1811" y="903"/>
                  </a:lnTo>
                  <a:lnTo>
                    <a:pt x="1811" y="451"/>
                  </a:lnTo>
                  <a:cubicBezTo>
                    <a:pt x="1811" y="200"/>
                    <a:pt x="1611" y="0"/>
                    <a:pt x="13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5" name="Google Shape;465;p4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This is a graph </a:t>
            </a:r>
            <a:endParaRPr/>
          </a:p>
        </p:txBody>
      </p:sp>
      <p:sp>
        <p:nvSpPr>
          <p:cNvPr id="466" name="Google Shape;466;p47"/>
          <p:cNvSpPr txBox="1"/>
          <p:nvPr/>
        </p:nvSpPr>
        <p:spPr>
          <a:xfrm>
            <a:off x="774750" y="4266000"/>
            <a:ext cx="7594500" cy="274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chemeClr val="lt1"/>
                </a:solidFill>
                <a:latin typeface="Jura"/>
                <a:ea typeface="Jura"/>
                <a:cs typeface="Jura"/>
                <a:sym typeface="Jura"/>
              </a:rPr>
              <a:t>Follow the link in the graph to modify its data and then paste the new one here. </a:t>
            </a:r>
            <a:r>
              <a:rPr lang="en" sz="1100" b="1" u="sng">
                <a:solidFill>
                  <a:schemeClr val="lt1"/>
                </a:solidFill>
                <a:latin typeface="Jura"/>
                <a:ea typeface="Jura"/>
                <a:cs typeface="Jura"/>
                <a:sym typeface="Jura"/>
                <a:hlinkClick r:id="rId3">
                  <a:extLst>
                    <a:ext uri="{A12FA001-AC4F-418D-AE19-62706E023703}">
                      <ahyp:hlinkClr xmlns:ahyp="http://schemas.microsoft.com/office/drawing/2018/hyperlinkcolor" val="tx"/>
                    </a:ext>
                  </a:extLst>
                </a:hlinkClick>
              </a:rPr>
              <a:t>For more info, click here</a:t>
            </a:r>
            <a:endParaRPr sz="1100" b="1" u="sng">
              <a:solidFill>
                <a:schemeClr val="lt1"/>
              </a:solidFill>
              <a:latin typeface="Jura"/>
              <a:ea typeface="Jura"/>
              <a:cs typeface="Jura"/>
              <a:sym typeface="Jura"/>
            </a:endParaRPr>
          </a:p>
        </p:txBody>
      </p:sp>
      <p:sp>
        <p:nvSpPr>
          <p:cNvPr id="467" name="Google Shape;467;p47"/>
          <p:cNvSpPr txBox="1"/>
          <p:nvPr/>
        </p:nvSpPr>
        <p:spPr>
          <a:xfrm>
            <a:off x="5915525" y="1633685"/>
            <a:ext cx="2116200" cy="255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300" b="1">
                <a:solidFill>
                  <a:schemeClr val="lt1"/>
                </a:solidFill>
                <a:latin typeface="Russo One"/>
                <a:ea typeface="Russo One"/>
                <a:cs typeface="Russo One"/>
                <a:sym typeface="Russo One"/>
              </a:rPr>
              <a:t>Jupiter</a:t>
            </a:r>
            <a:endParaRPr sz="2300" b="1">
              <a:solidFill>
                <a:schemeClr val="lt1"/>
              </a:solidFill>
              <a:latin typeface="Russo One"/>
              <a:ea typeface="Russo One"/>
              <a:cs typeface="Russo One"/>
              <a:sym typeface="Russo One"/>
            </a:endParaRPr>
          </a:p>
        </p:txBody>
      </p:sp>
      <p:sp>
        <p:nvSpPr>
          <p:cNvPr id="468" name="Google Shape;468;p47"/>
          <p:cNvSpPr txBox="1"/>
          <p:nvPr/>
        </p:nvSpPr>
        <p:spPr>
          <a:xfrm>
            <a:off x="5915525" y="1922925"/>
            <a:ext cx="21162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Jura"/>
                <a:ea typeface="Jura"/>
                <a:cs typeface="Jura"/>
                <a:sym typeface="Jura"/>
              </a:rPr>
              <a:t>It’s the biggest planet in the Solar System</a:t>
            </a:r>
            <a:endParaRPr>
              <a:solidFill>
                <a:schemeClr val="lt1"/>
              </a:solidFill>
              <a:latin typeface="Jura"/>
              <a:ea typeface="Jura"/>
              <a:cs typeface="Jura"/>
              <a:sym typeface="Jura"/>
            </a:endParaRPr>
          </a:p>
        </p:txBody>
      </p:sp>
      <p:sp>
        <p:nvSpPr>
          <p:cNvPr id="469" name="Google Shape;469;p47"/>
          <p:cNvSpPr txBox="1"/>
          <p:nvPr/>
        </p:nvSpPr>
        <p:spPr>
          <a:xfrm>
            <a:off x="5915525" y="3027619"/>
            <a:ext cx="2116200" cy="255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300" b="1">
                <a:solidFill>
                  <a:schemeClr val="lt1"/>
                </a:solidFill>
                <a:latin typeface="Russo One"/>
                <a:ea typeface="Russo One"/>
                <a:cs typeface="Russo One"/>
                <a:sym typeface="Russo One"/>
              </a:rPr>
              <a:t>Saturn</a:t>
            </a:r>
            <a:endParaRPr sz="2300" b="1">
              <a:solidFill>
                <a:schemeClr val="lt1"/>
              </a:solidFill>
              <a:latin typeface="Russo One"/>
              <a:ea typeface="Russo One"/>
              <a:cs typeface="Russo One"/>
              <a:sym typeface="Russo One"/>
            </a:endParaRPr>
          </a:p>
        </p:txBody>
      </p:sp>
      <p:sp>
        <p:nvSpPr>
          <p:cNvPr id="470" name="Google Shape;470;p47"/>
          <p:cNvSpPr txBox="1"/>
          <p:nvPr/>
        </p:nvSpPr>
        <p:spPr>
          <a:xfrm>
            <a:off x="5915525" y="3316860"/>
            <a:ext cx="21162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Jura"/>
                <a:ea typeface="Jura"/>
                <a:cs typeface="Jura"/>
                <a:sym typeface="Jura"/>
              </a:rPr>
              <a:t>Saturn is a gas giant and has several rings</a:t>
            </a:r>
            <a:endParaRPr>
              <a:solidFill>
                <a:schemeClr val="lt1"/>
              </a:solidFill>
              <a:latin typeface="Jura"/>
              <a:ea typeface="Jura"/>
              <a:cs typeface="Jura"/>
              <a:sym typeface="Jura"/>
            </a:endParaRPr>
          </a:p>
        </p:txBody>
      </p:sp>
      <p:sp>
        <p:nvSpPr>
          <p:cNvPr id="471" name="Google Shape;471;p47"/>
          <p:cNvSpPr txBox="1"/>
          <p:nvPr/>
        </p:nvSpPr>
        <p:spPr>
          <a:xfrm>
            <a:off x="1476875" y="3876750"/>
            <a:ext cx="736800"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lt1"/>
                </a:solidFill>
                <a:latin typeface="Russo One"/>
                <a:ea typeface="Russo One"/>
                <a:cs typeface="Russo One"/>
                <a:sym typeface="Russo One"/>
              </a:rPr>
              <a:t>Mars</a:t>
            </a:r>
            <a:endParaRPr sz="1000" b="1">
              <a:solidFill>
                <a:schemeClr val="lt1"/>
              </a:solidFill>
              <a:latin typeface="Russo One"/>
              <a:ea typeface="Russo One"/>
              <a:cs typeface="Russo One"/>
              <a:sym typeface="Russo One"/>
            </a:endParaRPr>
          </a:p>
        </p:txBody>
      </p:sp>
      <p:sp>
        <p:nvSpPr>
          <p:cNvPr id="472" name="Google Shape;472;p47"/>
          <p:cNvSpPr txBox="1"/>
          <p:nvPr/>
        </p:nvSpPr>
        <p:spPr>
          <a:xfrm>
            <a:off x="2305550" y="3876750"/>
            <a:ext cx="736800"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lt1"/>
                </a:solidFill>
                <a:latin typeface="Russo One"/>
                <a:ea typeface="Russo One"/>
                <a:cs typeface="Russo One"/>
                <a:sym typeface="Russo One"/>
              </a:rPr>
              <a:t>Sun</a:t>
            </a:r>
            <a:endParaRPr sz="1000" b="1">
              <a:solidFill>
                <a:schemeClr val="lt1"/>
              </a:solidFill>
              <a:latin typeface="Russo One"/>
              <a:ea typeface="Russo One"/>
              <a:cs typeface="Russo One"/>
              <a:sym typeface="Russo One"/>
            </a:endParaRPr>
          </a:p>
        </p:txBody>
      </p:sp>
      <p:sp>
        <p:nvSpPr>
          <p:cNvPr id="473" name="Google Shape;473;p47"/>
          <p:cNvSpPr txBox="1"/>
          <p:nvPr/>
        </p:nvSpPr>
        <p:spPr>
          <a:xfrm>
            <a:off x="3134225" y="3876750"/>
            <a:ext cx="736800"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lt1"/>
                </a:solidFill>
                <a:latin typeface="Russo One"/>
                <a:ea typeface="Russo One"/>
                <a:cs typeface="Russo One"/>
                <a:sym typeface="Russo One"/>
              </a:rPr>
              <a:t>Mercury</a:t>
            </a:r>
            <a:endParaRPr sz="1000" b="1">
              <a:solidFill>
                <a:schemeClr val="lt1"/>
              </a:solidFill>
              <a:latin typeface="Russo One"/>
              <a:ea typeface="Russo One"/>
              <a:cs typeface="Russo One"/>
              <a:sym typeface="Russo One"/>
            </a:endParaRPr>
          </a:p>
        </p:txBody>
      </p:sp>
      <p:sp>
        <p:nvSpPr>
          <p:cNvPr id="474" name="Google Shape;474;p47"/>
          <p:cNvSpPr txBox="1"/>
          <p:nvPr/>
        </p:nvSpPr>
        <p:spPr>
          <a:xfrm>
            <a:off x="3962900" y="3876750"/>
            <a:ext cx="736800"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lt1"/>
                </a:solidFill>
                <a:latin typeface="Russo One"/>
                <a:ea typeface="Russo One"/>
                <a:cs typeface="Russo One"/>
                <a:sym typeface="Russo One"/>
              </a:rPr>
              <a:t>Venus</a:t>
            </a:r>
            <a:endParaRPr sz="1000" b="1">
              <a:solidFill>
                <a:schemeClr val="lt1"/>
              </a:solidFill>
              <a:latin typeface="Russo One"/>
              <a:ea typeface="Russo One"/>
              <a:cs typeface="Russo One"/>
              <a:sym typeface="Russo One"/>
            </a:endParaRPr>
          </a:p>
        </p:txBody>
      </p:sp>
      <p:pic>
        <p:nvPicPr>
          <p:cNvPr id="475" name="Google Shape;475;p47" title="Chart">
            <a:hlinkClick r:id="rId4"/>
          </p:cNvPr>
          <p:cNvPicPr preferRelativeResize="0"/>
          <p:nvPr/>
        </p:nvPicPr>
        <p:blipFill>
          <a:blip r:embed="rId5">
            <a:alphaModFix/>
          </a:blip>
          <a:stretch>
            <a:fillRect/>
          </a:stretch>
        </p:blipFill>
        <p:spPr>
          <a:xfrm>
            <a:off x="908725" y="1142250"/>
            <a:ext cx="4133049" cy="2734500"/>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Shape 479"/>
        <p:cNvGrpSpPr/>
        <p:nvPr/>
      </p:nvGrpSpPr>
      <p:grpSpPr>
        <a:xfrm>
          <a:off x="0" y="0"/>
          <a:ext cx="0" cy="0"/>
          <a:chOff x="0" y="0"/>
          <a:chExt cx="0" cy="0"/>
        </a:xfrm>
      </p:grpSpPr>
      <p:sp>
        <p:nvSpPr>
          <p:cNvPr id="480" name="Google Shape;480;p48"/>
          <p:cNvSpPr txBox="1">
            <a:spLocks noGrp="1"/>
          </p:cNvSpPr>
          <p:nvPr>
            <p:ph type="title"/>
          </p:nvPr>
        </p:nvSpPr>
        <p:spPr>
          <a:xfrm>
            <a:off x="1104900" y="1471263"/>
            <a:ext cx="2700900" cy="999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Computer</a:t>
            </a:r>
            <a:endParaRPr>
              <a:solidFill>
                <a:schemeClr val="accent6"/>
              </a:solidFill>
            </a:endParaRPr>
          </a:p>
          <a:p>
            <a:pPr marL="0" lvl="0" indent="0" algn="l" rtl="0">
              <a:spcBef>
                <a:spcPts val="0"/>
              </a:spcBef>
              <a:spcAft>
                <a:spcPts val="0"/>
              </a:spcAft>
              <a:buNone/>
            </a:pPr>
            <a:r>
              <a:rPr lang="en">
                <a:solidFill>
                  <a:schemeClr val="accent6"/>
                </a:solidFill>
              </a:rPr>
              <a:t>mockup </a:t>
            </a:r>
            <a:endParaRPr>
              <a:solidFill>
                <a:schemeClr val="accent6"/>
              </a:solidFill>
            </a:endParaRPr>
          </a:p>
        </p:txBody>
      </p:sp>
      <p:sp>
        <p:nvSpPr>
          <p:cNvPr id="481" name="Google Shape;481;p48"/>
          <p:cNvSpPr txBox="1">
            <a:spLocks noGrp="1"/>
          </p:cNvSpPr>
          <p:nvPr>
            <p:ph type="subTitle" idx="1"/>
          </p:nvPr>
        </p:nvSpPr>
        <p:spPr>
          <a:xfrm>
            <a:off x="1104900" y="2586538"/>
            <a:ext cx="2585100" cy="1085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pic>
        <p:nvPicPr>
          <p:cNvPr id="482" name="Google Shape;482;p48"/>
          <p:cNvPicPr preferRelativeResize="0"/>
          <p:nvPr/>
        </p:nvPicPr>
        <p:blipFill rotWithShape="1">
          <a:blip r:embed="rId3">
            <a:alphaModFix/>
          </a:blip>
          <a:srcRect l="1076" r="1076"/>
          <a:stretch/>
        </p:blipFill>
        <p:spPr>
          <a:xfrm>
            <a:off x="4242325" y="991047"/>
            <a:ext cx="3874999" cy="2227624"/>
          </a:xfrm>
          <a:prstGeom prst="rect">
            <a:avLst/>
          </a:prstGeom>
          <a:noFill/>
          <a:ln>
            <a:noFill/>
          </a:ln>
        </p:spPr>
      </p:pic>
      <p:grpSp>
        <p:nvGrpSpPr>
          <p:cNvPr id="483" name="Google Shape;483;p48"/>
          <p:cNvGrpSpPr/>
          <p:nvPr/>
        </p:nvGrpSpPr>
        <p:grpSpPr>
          <a:xfrm>
            <a:off x="4173452" y="915438"/>
            <a:ext cx="4012750" cy="3312625"/>
            <a:chOff x="1700675" y="1426325"/>
            <a:chExt cx="3475446" cy="2869067"/>
          </a:xfrm>
        </p:grpSpPr>
        <p:sp>
          <p:nvSpPr>
            <p:cNvPr id="484" name="Google Shape;484;p48"/>
            <p:cNvSpPr/>
            <p:nvPr/>
          </p:nvSpPr>
          <p:spPr>
            <a:xfrm>
              <a:off x="2972200" y="3707848"/>
              <a:ext cx="1011375" cy="476650"/>
            </a:xfrm>
            <a:custGeom>
              <a:avLst/>
              <a:gdLst/>
              <a:ahLst/>
              <a:cxnLst/>
              <a:rect l="l" t="t" r="r" b="b"/>
              <a:pathLst>
                <a:path w="40455" h="19066" extrusionOk="0">
                  <a:moveTo>
                    <a:pt x="4340" y="0"/>
                  </a:moveTo>
                  <a:lnTo>
                    <a:pt x="3472" y="3803"/>
                  </a:lnTo>
                  <a:lnTo>
                    <a:pt x="1" y="19066"/>
                  </a:lnTo>
                  <a:lnTo>
                    <a:pt x="40454" y="19066"/>
                  </a:lnTo>
                  <a:lnTo>
                    <a:pt x="36983" y="3803"/>
                  </a:lnTo>
                  <a:lnTo>
                    <a:pt x="36115" y="0"/>
                  </a:lnTo>
                  <a:close/>
                </a:path>
              </a:pathLst>
            </a:custGeom>
            <a:noFill/>
            <a:ln w="2857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48"/>
            <p:cNvSpPr/>
            <p:nvPr/>
          </p:nvSpPr>
          <p:spPr>
            <a:xfrm>
              <a:off x="2693375" y="4188817"/>
              <a:ext cx="1568375" cy="106575"/>
            </a:xfrm>
            <a:custGeom>
              <a:avLst/>
              <a:gdLst/>
              <a:ahLst/>
              <a:cxnLst/>
              <a:rect l="l" t="t" r="r" b="b"/>
              <a:pathLst>
                <a:path w="62735" h="4263" extrusionOk="0">
                  <a:moveTo>
                    <a:pt x="2093" y="0"/>
                  </a:moveTo>
                  <a:cubicBezTo>
                    <a:pt x="945" y="0"/>
                    <a:pt x="1" y="945"/>
                    <a:pt x="1" y="2093"/>
                  </a:cubicBezTo>
                  <a:lnTo>
                    <a:pt x="1" y="2170"/>
                  </a:lnTo>
                  <a:cubicBezTo>
                    <a:pt x="1" y="3318"/>
                    <a:pt x="945" y="4262"/>
                    <a:pt x="2093" y="4262"/>
                  </a:cubicBezTo>
                  <a:lnTo>
                    <a:pt x="60642" y="4262"/>
                  </a:lnTo>
                  <a:cubicBezTo>
                    <a:pt x="61816" y="4262"/>
                    <a:pt x="62735" y="3318"/>
                    <a:pt x="62735" y="2170"/>
                  </a:cubicBezTo>
                  <a:lnTo>
                    <a:pt x="62735" y="2093"/>
                  </a:lnTo>
                  <a:cubicBezTo>
                    <a:pt x="62735" y="945"/>
                    <a:pt x="61816" y="0"/>
                    <a:pt x="60642" y="0"/>
                  </a:cubicBezTo>
                  <a:close/>
                </a:path>
              </a:pathLst>
            </a:custGeom>
            <a:noFill/>
            <a:ln w="2857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48"/>
            <p:cNvSpPr/>
            <p:nvPr/>
          </p:nvSpPr>
          <p:spPr>
            <a:xfrm>
              <a:off x="1700675" y="1426325"/>
              <a:ext cx="3475446" cy="2279800"/>
            </a:xfrm>
            <a:custGeom>
              <a:avLst/>
              <a:gdLst/>
              <a:ahLst/>
              <a:cxnLst/>
              <a:rect l="l" t="t" r="r" b="b"/>
              <a:pathLst>
                <a:path w="155050" h="91192" extrusionOk="0">
                  <a:moveTo>
                    <a:pt x="149026" y="3675"/>
                  </a:moveTo>
                  <a:cubicBezTo>
                    <a:pt x="150864" y="3675"/>
                    <a:pt x="152370" y="5181"/>
                    <a:pt x="152370" y="7044"/>
                  </a:cubicBezTo>
                  <a:lnTo>
                    <a:pt x="152370" y="73173"/>
                  </a:lnTo>
                  <a:cubicBezTo>
                    <a:pt x="152370" y="75011"/>
                    <a:pt x="150864" y="76516"/>
                    <a:pt x="149026" y="76516"/>
                  </a:cubicBezTo>
                  <a:lnTo>
                    <a:pt x="6024" y="76516"/>
                  </a:lnTo>
                  <a:cubicBezTo>
                    <a:pt x="4186" y="76516"/>
                    <a:pt x="2680" y="75011"/>
                    <a:pt x="2680" y="73173"/>
                  </a:cubicBezTo>
                  <a:lnTo>
                    <a:pt x="2680" y="7044"/>
                  </a:lnTo>
                  <a:cubicBezTo>
                    <a:pt x="2680" y="5181"/>
                    <a:pt x="4186" y="3675"/>
                    <a:pt x="6024" y="3675"/>
                  </a:cubicBezTo>
                  <a:close/>
                  <a:moveTo>
                    <a:pt x="5258" y="0"/>
                  </a:moveTo>
                  <a:cubicBezTo>
                    <a:pt x="2374" y="0"/>
                    <a:pt x="1" y="2374"/>
                    <a:pt x="1" y="5283"/>
                  </a:cubicBezTo>
                  <a:lnTo>
                    <a:pt x="1" y="85934"/>
                  </a:lnTo>
                  <a:cubicBezTo>
                    <a:pt x="1" y="88844"/>
                    <a:pt x="2374" y="91192"/>
                    <a:pt x="5258" y="91192"/>
                  </a:cubicBezTo>
                  <a:lnTo>
                    <a:pt x="149792" y="91192"/>
                  </a:lnTo>
                  <a:cubicBezTo>
                    <a:pt x="152702" y="91192"/>
                    <a:pt x="155050" y="88844"/>
                    <a:pt x="155050" y="85934"/>
                  </a:cubicBezTo>
                  <a:lnTo>
                    <a:pt x="155050" y="5283"/>
                  </a:lnTo>
                  <a:cubicBezTo>
                    <a:pt x="155050" y="2374"/>
                    <a:pt x="152702" y="26"/>
                    <a:pt x="149792" y="0"/>
                  </a:cubicBezTo>
                  <a:close/>
                </a:path>
              </a:pathLst>
            </a:custGeom>
            <a:noFill/>
            <a:ln w="2857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87" name="Google Shape;487;p48"/>
          <p:cNvCxnSpPr/>
          <p:nvPr/>
        </p:nvCxnSpPr>
        <p:spPr>
          <a:xfrm>
            <a:off x="-20459" y="4228713"/>
            <a:ext cx="3424800" cy="0"/>
          </a:xfrm>
          <a:prstGeom prst="straightConnector1">
            <a:avLst/>
          </a:prstGeom>
          <a:noFill/>
          <a:ln w="28575" cap="flat" cmpd="sng">
            <a:solidFill>
              <a:schemeClr val="accent4"/>
            </a:solidFill>
            <a:prstDash val="solid"/>
            <a:round/>
            <a:headEnd type="none" w="med" len="med"/>
            <a:tailEnd type="diamond" w="med" len="med"/>
          </a:ln>
        </p:spPr>
      </p:cxn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0">
  <p:cSld>
    <p:spTree>
      <p:nvGrpSpPr>
        <p:cNvPr id="1" name="Shape 491"/>
        <p:cNvGrpSpPr/>
        <p:nvPr/>
      </p:nvGrpSpPr>
      <p:grpSpPr>
        <a:xfrm>
          <a:off x="0" y="0"/>
          <a:ext cx="0" cy="0"/>
          <a:chOff x="0" y="0"/>
          <a:chExt cx="0" cy="0"/>
        </a:xfrm>
      </p:grpSpPr>
      <p:sp>
        <p:nvSpPr>
          <p:cNvPr id="492" name="Google Shape;492;p4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Use a map</a:t>
            </a:r>
            <a:endParaRPr/>
          </a:p>
        </p:txBody>
      </p:sp>
      <p:grpSp>
        <p:nvGrpSpPr>
          <p:cNvPr id="493" name="Google Shape;493;p49"/>
          <p:cNvGrpSpPr/>
          <p:nvPr/>
        </p:nvGrpSpPr>
        <p:grpSpPr>
          <a:xfrm>
            <a:off x="857249" y="1703372"/>
            <a:ext cx="4436546" cy="2363510"/>
            <a:chOff x="233350" y="949250"/>
            <a:chExt cx="7137300" cy="3802300"/>
          </a:xfrm>
        </p:grpSpPr>
        <p:sp>
          <p:nvSpPr>
            <p:cNvPr id="494" name="Google Shape;494;p49"/>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49"/>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49"/>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49"/>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49"/>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49"/>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49"/>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49"/>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49"/>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49"/>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49"/>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49"/>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49"/>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49"/>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49"/>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49"/>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49"/>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49"/>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49"/>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49"/>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49"/>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49"/>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49"/>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49"/>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49"/>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49"/>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49"/>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49"/>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49"/>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49"/>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49"/>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49"/>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49"/>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49"/>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49"/>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49"/>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49"/>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49"/>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49"/>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49"/>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49"/>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49"/>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49"/>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49"/>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49"/>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49"/>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49"/>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49"/>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49"/>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49"/>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49"/>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5" name="Google Shape;545;p49"/>
          <p:cNvSpPr txBox="1"/>
          <p:nvPr/>
        </p:nvSpPr>
        <p:spPr>
          <a:xfrm>
            <a:off x="5977750" y="1791648"/>
            <a:ext cx="2072700"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300" b="1">
                <a:solidFill>
                  <a:schemeClr val="lt1"/>
                </a:solidFill>
                <a:latin typeface="Russo One"/>
                <a:ea typeface="Russo One"/>
                <a:cs typeface="Russo One"/>
                <a:sym typeface="Russo One"/>
              </a:rPr>
              <a:t>Mars</a:t>
            </a:r>
            <a:endParaRPr sz="2300" b="1">
              <a:solidFill>
                <a:schemeClr val="lt1"/>
              </a:solidFill>
              <a:latin typeface="Russo One"/>
              <a:ea typeface="Russo One"/>
              <a:cs typeface="Russo One"/>
              <a:sym typeface="Russo One"/>
            </a:endParaRPr>
          </a:p>
        </p:txBody>
      </p:sp>
      <p:sp>
        <p:nvSpPr>
          <p:cNvPr id="546" name="Google Shape;546;p49"/>
          <p:cNvSpPr txBox="1"/>
          <p:nvPr/>
        </p:nvSpPr>
        <p:spPr>
          <a:xfrm>
            <a:off x="5977750" y="2040775"/>
            <a:ext cx="20727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Jura"/>
                <a:ea typeface="Jura"/>
                <a:cs typeface="Jura"/>
                <a:sym typeface="Jura"/>
              </a:rPr>
              <a:t>Mars is actually a very cold place</a:t>
            </a:r>
            <a:endParaRPr>
              <a:solidFill>
                <a:schemeClr val="lt1"/>
              </a:solidFill>
              <a:latin typeface="Jura"/>
              <a:ea typeface="Jura"/>
              <a:cs typeface="Jura"/>
              <a:sym typeface="Jura"/>
            </a:endParaRPr>
          </a:p>
        </p:txBody>
      </p:sp>
      <p:sp>
        <p:nvSpPr>
          <p:cNvPr id="547" name="Google Shape;547;p49"/>
          <p:cNvSpPr txBox="1"/>
          <p:nvPr/>
        </p:nvSpPr>
        <p:spPr>
          <a:xfrm>
            <a:off x="5977750" y="3453648"/>
            <a:ext cx="2072700"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300" b="1">
                <a:solidFill>
                  <a:schemeClr val="lt1"/>
                </a:solidFill>
                <a:latin typeface="Russo One"/>
                <a:ea typeface="Russo One"/>
                <a:cs typeface="Russo One"/>
                <a:sym typeface="Russo One"/>
              </a:rPr>
              <a:t>Neptune</a:t>
            </a:r>
            <a:endParaRPr sz="2300" b="1">
              <a:solidFill>
                <a:schemeClr val="lt1"/>
              </a:solidFill>
              <a:latin typeface="Russo One"/>
              <a:ea typeface="Russo One"/>
              <a:cs typeface="Russo One"/>
              <a:sym typeface="Russo One"/>
            </a:endParaRPr>
          </a:p>
        </p:txBody>
      </p:sp>
      <p:sp>
        <p:nvSpPr>
          <p:cNvPr id="548" name="Google Shape;548;p49"/>
          <p:cNvSpPr txBox="1"/>
          <p:nvPr/>
        </p:nvSpPr>
        <p:spPr>
          <a:xfrm>
            <a:off x="5977750" y="3702775"/>
            <a:ext cx="20727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Jura"/>
                <a:ea typeface="Jura"/>
                <a:cs typeface="Jura"/>
                <a:sym typeface="Jura"/>
              </a:rPr>
              <a:t>It’s the farthest planet from the Sun</a:t>
            </a:r>
            <a:endParaRPr>
              <a:solidFill>
                <a:schemeClr val="lt1"/>
              </a:solidFill>
              <a:latin typeface="Jura"/>
              <a:ea typeface="Jura"/>
              <a:cs typeface="Jura"/>
              <a:sym typeface="Jura"/>
            </a:endParaRPr>
          </a:p>
        </p:txBody>
      </p:sp>
      <p:sp>
        <p:nvSpPr>
          <p:cNvPr id="549" name="Google Shape;549;p49"/>
          <p:cNvSpPr/>
          <p:nvPr/>
        </p:nvSpPr>
        <p:spPr>
          <a:xfrm>
            <a:off x="2700200" y="2328550"/>
            <a:ext cx="186000" cy="137400"/>
          </a:xfrm>
          <a:prstGeom prst="rect">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49"/>
          <p:cNvSpPr/>
          <p:nvPr/>
        </p:nvSpPr>
        <p:spPr>
          <a:xfrm>
            <a:off x="1757225" y="2895300"/>
            <a:ext cx="186000" cy="1374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49"/>
          <p:cNvSpPr/>
          <p:nvPr/>
        </p:nvSpPr>
        <p:spPr>
          <a:xfrm>
            <a:off x="1161900" y="2465950"/>
            <a:ext cx="186000" cy="137400"/>
          </a:xfrm>
          <a:prstGeom prst="rect">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49"/>
          <p:cNvSpPr/>
          <p:nvPr/>
        </p:nvSpPr>
        <p:spPr>
          <a:xfrm>
            <a:off x="2982525" y="3484250"/>
            <a:ext cx="186000" cy="137400"/>
          </a:xfrm>
          <a:prstGeom prst="rect">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49"/>
          <p:cNvSpPr/>
          <p:nvPr/>
        </p:nvSpPr>
        <p:spPr>
          <a:xfrm>
            <a:off x="3992175" y="2757900"/>
            <a:ext cx="186000" cy="1374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49"/>
          <p:cNvSpPr/>
          <p:nvPr/>
        </p:nvSpPr>
        <p:spPr>
          <a:xfrm>
            <a:off x="3196850" y="2465950"/>
            <a:ext cx="186000" cy="1374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49"/>
          <p:cNvSpPr/>
          <p:nvPr/>
        </p:nvSpPr>
        <p:spPr>
          <a:xfrm>
            <a:off x="4682750" y="2465950"/>
            <a:ext cx="186000" cy="1374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6" name="Google Shape;556;p49"/>
          <p:cNvGrpSpPr/>
          <p:nvPr/>
        </p:nvGrpSpPr>
        <p:grpSpPr>
          <a:xfrm>
            <a:off x="6825146" y="3088597"/>
            <a:ext cx="377914" cy="259781"/>
            <a:chOff x="6407481" y="4224795"/>
            <a:chExt cx="377914" cy="259781"/>
          </a:xfrm>
        </p:grpSpPr>
        <p:sp>
          <p:nvSpPr>
            <p:cNvPr id="557" name="Google Shape;557;p49"/>
            <p:cNvSpPr/>
            <p:nvPr/>
          </p:nvSpPr>
          <p:spPr>
            <a:xfrm>
              <a:off x="6449034" y="4380464"/>
              <a:ext cx="57840" cy="66711"/>
            </a:xfrm>
            <a:custGeom>
              <a:avLst/>
              <a:gdLst/>
              <a:ahLst/>
              <a:cxnLst/>
              <a:rect l="l" t="t" r="r" b="b"/>
              <a:pathLst>
                <a:path w="2145" h="2474" extrusionOk="0">
                  <a:moveTo>
                    <a:pt x="1073" y="971"/>
                  </a:moveTo>
                  <a:lnTo>
                    <a:pt x="1248" y="1454"/>
                  </a:lnTo>
                  <a:lnTo>
                    <a:pt x="891" y="1454"/>
                  </a:lnTo>
                  <a:lnTo>
                    <a:pt x="1073" y="971"/>
                  </a:lnTo>
                  <a:close/>
                  <a:moveTo>
                    <a:pt x="1073" y="1"/>
                  </a:moveTo>
                  <a:cubicBezTo>
                    <a:pt x="941" y="1"/>
                    <a:pt x="828" y="82"/>
                    <a:pt x="778" y="201"/>
                  </a:cubicBezTo>
                  <a:lnTo>
                    <a:pt x="772" y="207"/>
                  </a:lnTo>
                  <a:lnTo>
                    <a:pt x="50" y="2099"/>
                  </a:lnTo>
                  <a:cubicBezTo>
                    <a:pt x="1" y="2243"/>
                    <a:pt x="70" y="2400"/>
                    <a:pt x="214" y="2457"/>
                  </a:cubicBezTo>
                  <a:cubicBezTo>
                    <a:pt x="244" y="2468"/>
                    <a:pt x="275" y="2473"/>
                    <a:pt x="306" y="2473"/>
                  </a:cubicBezTo>
                  <a:cubicBezTo>
                    <a:pt x="417" y="2473"/>
                    <a:pt x="526" y="2406"/>
                    <a:pt x="565" y="2294"/>
                  </a:cubicBezTo>
                  <a:lnTo>
                    <a:pt x="678" y="2000"/>
                  </a:lnTo>
                  <a:lnTo>
                    <a:pt x="1461" y="2000"/>
                  </a:lnTo>
                  <a:lnTo>
                    <a:pt x="1568" y="2287"/>
                  </a:lnTo>
                  <a:cubicBezTo>
                    <a:pt x="1612" y="2398"/>
                    <a:pt x="1719" y="2474"/>
                    <a:pt x="1832" y="2474"/>
                  </a:cubicBezTo>
                  <a:cubicBezTo>
                    <a:pt x="1848" y="2474"/>
                    <a:pt x="1865" y="2472"/>
                    <a:pt x="1881" y="2469"/>
                  </a:cubicBezTo>
                  <a:cubicBezTo>
                    <a:pt x="2051" y="2431"/>
                    <a:pt x="2144" y="2257"/>
                    <a:pt x="2081" y="2099"/>
                  </a:cubicBezTo>
                  <a:lnTo>
                    <a:pt x="1367" y="207"/>
                  </a:lnTo>
                  <a:lnTo>
                    <a:pt x="1367" y="201"/>
                  </a:lnTo>
                  <a:cubicBezTo>
                    <a:pt x="1317" y="82"/>
                    <a:pt x="1198"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49"/>
            <p:cNvSpPr/>
            <p:nvPr/>
          </p:nvSpPr>
          <p:spPr>
            <a:xfrm>
              <a:off x="6690209" y="4381273"/>
              <a:ext cx="50209" cy="66469"/>
            </a:xfrm>
            <a:custGeom>
              <a:avLst/>
              <a:gdLst/>
              <a:ahLst/>
              <a:cxnLst/>
              <a:rect l="l" t="t" r="r" b="b"/>
              <a:pathLst>
                <a:path w="1862" h="2465" extrusionOk="0">
                  <a:moveTo>
                    <a:pt x="816" y="547"/>
                  </a:moveTo>
                  <a:cubicBezTo>
                    <a:pt x="1279" y="547"/>
                    <a:pt x="1317" y="1073"/>
                    <a:pt x="1317" y="1230"/>
                  </a:cubicBezTo>
                  <a:cubicBezTo>
                    <a:pt x="1317" y="1568"/>
                    <a:pt x="1166" y="1906"/>
                    <a:pt x="828" y="1912"/>
                  </a:cubicBezTo>
                  <a:lnTo>
                    <a:pt x="545" y="1912"/>
                  </a:lnTo>
                  <a:lnTo>
                    <a:pt x="545" y="547"/>
                  </a:lnTo>
                  <a:close/>
                  <a:moveTo>
                    <a:pt x="270" y="1"/>
                  </a:moveTo>
                  <a:cubicBezTo>
                    <a:pt x="119" y="1"/>
                    <a:pt x="1" y="121"/>
                    <a:pt x="1" y="271"/>
                  </a:cubicBezTo>
                  <a:lnTo>
                    <a:pt x="1" y="2182"/>
                  </a:lnTo>
                  <a:cubicBezTo>
                    <a:pt x="1" y="2219"/>
                    <a:pt x="1" y="2251"/>
                    <a:pt x="13" y="2282"/>
                  </a:cubicBezTo>
                  <a:cubicBezTo>
                    <a:pt x="56" y="2395"/>
                    <a:pt x="163" y="2464"/>
                    <a:pt x="270" y="2464"/>
                  </a:cubicBezTo>
                  <a:cubicBezTo>
                    <a:pt x="289" y="2464"/>
                    <a:pt x="683" y="2464"/>
                    <a:pt x="834" y="2458"/>
                  </a:cubicBezTo>
                  <a:cubicBezTo>
                    <a:pt x="1429" y="2445"/>
                    <a:pt x="1861" y="1932"/>
                    <a:pt x="1861" y="1230"/>
                  </a:cubicBezTo>
                  <a:cubicBezTo>
                    <a:pt x="1861" y="497"/>
                    <a:pt x="1441" y="1"/>
                    <a:pt x="8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49"/>
            <p:cNvSpPr/>
            <p:nvPr/>
          </p:nvSpPr>
          <p:spPr>
            <a:xfrm>
              <a:off x="6560426" y="4262249"/>
              <a:ext cx="72024" cy="66684"/>
            </a:xfrm>
            <a:custGeom>
              <a:avLst/>
              <a:gdLst/>
              <a:ahLst/>
              <a:cxnLst/>
              <a:rect l="l" t="t" r="r" b="b"/>
              <a:pathLst>
                <a:path w="2671" h="2473" extrusionOk="0">
                  <a:moveTo>
                    <a:pt x="1329" y="0"/>
                  </a:moveTo>
                  <a:cubicBezTo>
                    <a:pt x="1316" y="0"/>
                    <a:pt x="1304" y="1"/>
                    <a:pt x="1291" y="3"/>
                  </a:cubicBezTo>
                  <a:cubicBezTo>
                    <a:pt x="1178" y="23"/>
                    <a:pt x="1091" y="110"/>
                    <a:pt x="1065" y="217"/>
                  </a:cubicBezTo>
                  <a:lnTo>
                    <a:pt x="758" y="1206"/>
                  </a:lnTo>
                  <a:lnTo>
                    <a:pt x="564" y="223"/>
                  </a:lnTo>
                  <a:cubicBezTo>
                    <a:pt x="542" y="92"/>
                    <a:pt x="430" y="3"/>
                    <a:pt x="302" y="3"/>
                  </a:cubicBezTo>
                  <a:cubicBezTo>
                    <a:pt x="283" y="3"/>
                    <a:pt x="263" y="5"/>
                    <a:pt x="244" y="9"/>
                  </a:cubicBezTo>
                  <a:cubicBezTo>
                    <a:pt x="93" y="35"/>
                    <a:pt x="0" y="179"/>
                    <a:pt x="32" y="329"/>
                  </a:cubicBezTo>
                  <a:lnTo>
                    <a:pt x="402" y="2216"/>
                  </a:lnTo>
                  <a:cubicBezTo>
                    <a:pt x="402" y="2228"/>
                    <a:pt x="408" y="2241"/>
                    <a:pt x="414" y="2253"/>
                  </a:cubicBezTo>
                  <a:cubicBezTo>
                    <a:pt x="452" y="2363"/>
                    <a:pt x="550" y="2446"/>
                    <a:pt x="663" y="2446"/>
                  </a:cubicBezTo>
                  <a:cubicBezTo>
                    <a:pt x="678" y="2446"/>
                    <a:pt x="693" y="2444"/>
                    <a:pt x="709" y="2441"/>
                  </a:cubicBezTo>
                  <a:lnTo>
                    <a:pt x="715" y="2441"/>
                  </a:lnTo>
                  <a:cubicBezTo>
                    <a:pt x="730" y="2444"/>
                    <a:pt x="745" y="2446"/>
                    <a:pt x="760" y="2446"/>
                  </a:cubicBezTo>
                  <a:cubicBezTo>
                    <a:pt x="873" y="2446"/>
                    <a:pt x="971" y="2363"/>
                    <a:pt x="1009" y="2253"/>
                  </a:cubicBezTo>
                  <a:cubicBezTo>
                    <a:pt x="1009" y="2247"/>
                    <a:pt x="1016" y="2247"/>
                    <a:pt x="1016" y="2241"/>
                  </a:cubicBezTo>
                  <a:lnTo>
                    <a:pt x="1334" y="1206"/>
                  </a:lnTo>
                  <a:lnTo>
                    <a:pt x="1655" y="2241"/>
                  </a:lnTo>
                  <a:cubicBezTo>
                    <a:pt x="1655" y="2247"/>
                    <a:pt x="1655" y="2253"/>
                    <a:pt x="1661" y="2253"/>
                  </a:cubicBezTo>
                  <a:cubicBezTo>
                    <a:pt x="1704" y="2378"/>
                    <a:pt x="1823" y="2467"/>
                    <a:pt x="1956" y="2473"/>
                  </a:cubicBezTo>
                  <a:lnTo>
                    <a:pt x="1962" y="2473"/>
                  </a:lnTo>
                  <a:cubicBezTo>
                    <a:pt x="2094" y="2467"/>
                    <a:pt x="2213" y="2378"/>
                    <a:pt x="2256" y="2253"/>
                  </a:cubicBezTo>
                  <a:cubicBezTo>
                    <a:pt x="2262" y="2241"/>
                    <a:pt x="2262" y="2228"/>
                    <a:pt x="2268" y="2216"/>
                  </a:cubicBezTo>
                  <a:lnTo>
                    <a:pt x="2638" y="335"/>
                  </a:lnTo>
                  <a:cubicBezTo>
                    <a:pt x="2670" y="185"/>
                    <a:pt x="2575" y="41"/>
                    <a:pt x="2425" y="9"/>
                  </a:cubicBezTo>
                  <a:cubicBezTo>
                    <a:pt x="2406" y="5"/>
                    <a:pt x="2388" y="3"/>
                    <a:pt x="2369" y="3"/>
                  </a:cubicBezTo>
                  <a:cubicBezTo>
                    <a:pt x="2241" y="3"/>
                    <a:pt x="2128" y="96"/>
                    <a:pt x="2106" y="223"/>
                  </a:cubicBezTo>
                  <a:lnTo>
                    <a:pt x="1912" y="1206"/>
                  </a:lnTo>
                  <a:lnTo>
                    <a:pt x="1598" y="197"/>
                  </a:lnTo>
                  <a:cubicBezTo>
                    <a:pt x="1558" y="78"/>
                    <a:pt x="1452" y="0"/>
                    <a:pt x="13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49"/>
            <p:cNvSpPr/>
            <p:nvPr/>
          </p:nvSpPr>
          <p:spPr>
            <a:xfrm>
              <a:off x="6571401" y="4380868"/>
              <a:ext cx="50209" cy="66550"/>
            </a:xfrm>
            <a:custGeom>
              <a:avLst/>
              <a:gdLst/>
              <a:ahLst/>
              <a:cxnLst/>
              <a:rect l="l" t="t" r="r" b="b"/>
              <a:pathLst>
                <a:path w="1862" h="2468" extrusionOk="0">
                  <a:moveTo>
                    <a:pt x="972" y="0"/>
                  </a:moveTo>
                  <a:cubicBezTo>
                    <a:pt x="872" y="0"/>
                    <a:pt x="766" y="14"/>
                    <a:pt x="658" y="47"/>
                  </a:cubicBezTo>
                  <a:cubicBezTo>
                    <a:pt x="383" y="128"/>
                    <a:pt x="189" y="348"/>
                    <a:pt x="145" y="617"/>
                  </a:cubicBezTo>
                  <a:cubicBezTo>
                    <a:pt x="114" y="868"/>
                    <a:pt x="220" y="1114"/>
                    <a:pt x="433" y="1251"/>
                  </a:cubicBezTo>
                  <a:cubicBezTo>
                    <a:pt x="446" y="1264"/>
                    <a:pt x="458" y="1270"/>
                    <a:pt x="470" y="1276"/>
                  </a:cubicBezTo>
                  <a:cubicBezTo>
                    <a:pt x="484" y="1276"/>
                    <a:pt x="747" y="1395"/>
                    <a:pt x="1048" y="1508"/>
                  </a:cubicBezTo>
                  <a:cubicBezTo>
                    <a:pt x="1103" y="1527"/>
                    <a:pt x="1291" y="1609"/>
                    <a:pt x="1273" y="1727"/>
                  </a:cubicBezTo>
                  <a:cubicBezTo>
                    <a:pt x="1254" y="1821"/>
                    <a:pt x="1135" y="1915"/>
                    <a:pt x="973" y="1915"/>
                  </a:cubicBezTo>
                  <a:cubicBezTo>
                    <a:pt x="791" y="1915"/>
                    <a:pt x="621" y="1846"/>
                    <a:pt x="508" y="1721"/>
                  </a:cubicBezTo>
                  <a:cubicBezTo>
                    <a:pt x="455" y="1662"/>
                    <a:pt x="381" y="1632"/>
                    <a:pt x="307" y="1632"/>
                  </a:cubicBezTo>
                  <a:cubicBezTo>
                    <a:pt x="241" y="1632"/>
                    <a:pt x="176" y="1655"/>
                    <a:pt x="126" y="1702"/>
                  </a:cubicBezTo>
                  <a:cubicBezTo>
                    <a:pt x="13" y="1809"/>
                    <a:pt x="1" y="1979"/>
                    <a:pt x="108" y="2091"/>
                  </a:cubicBezTo>
                  <a:cubicBezTo>
                    <a:pt x="320" y="2329"/>
                    <a:pt x="634" y="2467"/>
                    <a:pt x="973" y="2467"/>
                  </a:cubicBezTo>
                  <a:cubicBezTo>
                    <a:pt x="1392" y="2467"/>
                    <a:pt x="1743" y="2197"/>
                    <a:pt x="1812" y="1821"/>
                  </a:cubicBezTo>
                  <a:cubicBezTo>
                    <a:pt x="1861" y="1545"/>
                    <a:pt x="1737" y="1175"/>
                    <a:pt x="1236" y="993"/>
                  </a:cubicBezTo>
                  <a:cubicBezTo>
                    <a:pt x="1003" y="906"/>
                    <a:pt x="791" y="819"/>
                    <a:pt x="721" y="787"/>
                  </a:cubicBezTo>
                  <a:cubicBezTo>
                    <a:pt x="684" y="756"/>
                    <a:pt x="684" y="718"/>
                    <a:pt x="690" y="693"/>
                  </a:cubicBezTo>
                  <a:cubicBezTo>
                    <a:pt x="690" y="668"/>
                    <a:pt x="715" y="599"/>
                    <a:pt x="815" y="568"/>
                  </a:cubicBezTo>
                  <a:cubicBezTo>
                    <a:pt x="869" y="552"/>
                    <a:pt x="919" y="546"/>
                    <a:pt x="966" y="546"/>
                  </a:cubicBezTo>
                  <a:cubicBezTo>
                    <a:pt x="1131" y="546"/>
                    <a:pt x="1244" y="623"/>
                    <a:pt x="1273" y="643"/>
                  </a:cubicBezTo>
                  <a:cubicBezTo>
                    <a:pt x="1326" y="713"/>
                    <a:pt x="1407" y="750"/>
                    <a:pt x="1489" y="750"/>
                  </a:cubicBezTo>
                  <a:cubicBezTo>
                    <a:pt x="1533" y="750"/>
                    <a:pt x="1577" y="740"/>
                    <a:pt x="1618" y="718"/>
                  </a:cubicBezTo>
                  <a:cubicBezTo>
                    <a:pt x="1749" y="643"/>
                    <a:pt x="1800" y="480"/>
                    <a:pt x="1725" y="348"/>
                  </a:cubicBezTo>
                  <a:cubicBezTo>
                    <a:pt x="1650" y="200"/>
                    <a:pt x="1349" y="0"/>
                    <a:pt x="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49"/>
            <p:cNvSpPr/>
            <p:nvPr/>
          </p:nvSpPr>
          <p:spPr>
            <a:xfrm>
              <a:off x="6407481" y="4224795"/>
              <a:ext cx="377914" cy="259781"/>
            </a:xfrm>
            <a:custGeom>
              <a:avLst/>
              <a:gdLst/>
              <a:ahLst/>
              <a:cxnLst/>
              <a:rect l="l" t="t" r="r" b="b"/>
              <a:pathLst>
                <a:path w="14015" h="9634" extrusionOk="0">
                  <a:moveTo>
                    <a:pt x="8811" y="822"/>
                  </a:moveTo>
                  <a:lnTo>
                    <a:pt x="8811" y="4406"/>
                  </a:lnTo>
                  <a:lnTo>
                    <a:pt x="5227" y="4406"/>
                  </a:lnTo>
                  <a:lnTo>
                    <a:pt x="5227" y="822"/>
                  </a:lnTo>
                  <a:close/>
                  <a:moveTo>
                    <a:pt x="4406" y="5228"/>
                  </a:moveTo>
                  <a:lnTo>
                    <a:pt x="4406" y="8812"/>
                  </a:lnTo>
                  <a:lnTo>
                    <a:pt x="821" y="8812"/>
                  </a:lnTo>
                  <a:lnTo>
                    <a:pt x="821" y="5228"/>
                  </a:lnTo>
                  <a:close/>
                  <a:moveTo>
                    <a:pt x="8811" y="5228"/>
                  </a:moveTo>
                  <a:lnTo>
                    <a:pt x="8811" y="8812"/>
                  </a:lnTo>
                  <a:lnTo>
                    <a:pt x="5227" y="8812"/>
                  </a:lnTo>
                  <a:lnTo>
                    <a:pt x="5227" y="5228"/>
                  </a:lnTo>
                  <a:close/>
                  <a:moveTo>
                    <a:pt x="13193" y="5228"/>
                  </a:moveTo>
                  <a:lnTo>
                    <a:pt x="13193" y="8812"/>
                  </a:lnTo>
                  <a:lnTo>
                    <a:pt x="9609" y="8812"/>
                  </a:lnTo>
                  <a:lnTo>
                    <a:pt x="9609" y="5228"/>
                  </a:lnTo>
                  <a:close/>
                  <a:moveTo>
                    <a:pt x="4819" y="1"/>
                  </a:moveTo>
                  <a:cubicBezTo>
                    <a:pt x="4588" y="1"/>
                    <a:pt x="4406" y="183"/>
                    <a:pt x="4406" y="408"/>
                  </a:cubicBezTo>
                  <a:lnTo>
                    <a:pt x="4406" y="4406"/>
                  </a:lnTo>
                  <a:lnTo>
                    <a:pt x="408" y="4406"/>
                  </a:lnTo>
                  <a:cubicBezTo>
                    <a:pt x="182" y="4406"/>
                    <a:pt x="0" y="4588"/>
                    <a:pt x="0" y="4814"/>
                  </a:cubicBezTo>
                  <a:lnTo>
                    <a:pt x="0" y="9226"/>
                  </a:lnTo>
                  <a:cubicBezTo>
                    <a:pt x="0" y="9451"/>
                    <a:pt x="182" y="9633"/>
                    <a:pt x="408" y="9633"/>
                  </a:cubicBezTo>
                  <a:lnTo>
                    <a:pt x="13607" y="9633"/>
                  </a:lnTo>
                  <a:cubicBezTo>
                    <a:pt x="13832" y="9633"/>
                    <a:pt x="14014" y="9451"/>
                    <a:pt x="14014" y="9226"/>
                  </a:cubicBezTo>
                  <a:lnTo>
                    <a:pt x="14014" y="4820"/>
                  </a:lnTo>
                  <a:cubicBezTo>
                    <a:pt x="14014" y="4588"/>
                    <a:pt x="13832" y="4406"/>
                    <a:pt x="13607" y="4406"/>
                  </a:cubicBezTo>
                  <a:lnTo>
                    <a:pt x="9633" y="4406"/>
                  </a:lnTo>
                  <a:lnTo>
                    <a:pt x="9633" y="408"/>
                  </a:lnTo>
                  <a:cubicBezTo>
                    <a:pt x="9633" y="183"/>
                    <a:pt x="9451" y="1"/>
                    <a:pt x="9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49"/>
          <p:cNvGrpSpPr/>
          <p:nvPr/>
        </p:nvGrpSpPr>
        <p:grpSpPr>
          <a:xfrm>
            <a:off x="6825146" y="1303434"/>
            <a:ext cx="377914" cy="378076"/>
            <a:chOff x="6407481" y="1709796"/>
            <a:chExt cx="377914" cy="378076"/>
          </a:xfrm>
        </p:grpSpPr>
        <p:sp>
          <p:nvSpPr>
            <p:cNvPr id="563" name="Google Shape;563;p49"/>
            <p:cNvSpPr/>
            <p:nvPr/>
          </p:nvSpPr>
          <p:spPr>
            <a:xfrm>
              <a:off x="6407481" y="1709796"/>
              <a:ext cx="377914" cy="378076"/>
            </a:xfrm>
            <a:custGeom>
              <a:avLst/>
              <a:gdLst/>
              <a:ahLst/>
              <a:cxnLst/>
              <a:rect l="l" t="t" r="r" b="b"/>
              <a:pathLst>
                <a:path w="14015" h="14021" extrusionOk="0">
                  <a:moveTo>
                    <a:pt x="8649" y="821"/>
                  </a:moveTo>
                  <a:cubicBezTo>
                    <a:pt x="9025" y="821"/>
                    <a:pt x="9332" y="1128"/>
                    <a:pt x="9332" y="1510"/>
                  </a:cubicBezTo>
                  <a:lnTo>
                    <a:pt x="9332" y="4273"/>
                  </a:lnTo>
                  <a:cubicBezTo>
                    <a:pt x="9332" y="4499"/>
                    <a:pt x="9520" y="4681"/>
                    <a:pt x="9745" y="4681"/>
                  </a:cubicBezTo>
                  <a:lnTo>
                    <a:pt x="12510" y="4681"/>
                  </a:lnTo>
                  <a:cubicBezTo>
                    <a:pt x="12886" y="4681"/>
                    <a:pt x="13193" y="4988"/>
                    <a:pt x="13193" y="5364"/>
                  </a:cubicBezTo>
                  <a:lnTo>
                    <a:pt x="13193" y="8655"/>
                  </a:lnTo>
                  <a:cubicBezTo>
                    <a:pt x="13193" y="9031"/>
                    <a:pt x="12886" y="9338"/>
                    <a:pt x="12510" y="9338"/>
                  </a:cubicBezTo>
                  <a:lnTo>
                    <a:pt x="9745" y="9338"/>
                  </a:lnTo>
                  <a:cubicBezTo>
                    <a:pt x="9520" y="9338"/>
                    <a:pt x="9332" y="9520"/>
                    <a:pt x="9332" y="9745"/>
                  </a:cubicBezTo>
                  <a:lnTo>
                    <a:pt x="9332" y="12509"/>
                  </a:lnTo>
                  <a:cubicBezTo>
                    <a:pt x="9332" y="12892"/>
                    <a:pt x="9025" y="13199"/>
                    <a:pt x="8649" y="13199"/>
                  </a:cubicBezTo>
                  <a:lnTo>
                    <a:pt x="5365" y="13199"/>
                  </a:lnTo>
                  <a:cubicBezTo>
                    <a:pt x="4989" y="13199"/>
                    <a:pt x="4682" y="12892"/>
                    <a:pt x="4682" y="12509"/>
                  </a:cubicBezTo>
                  <a:lnTo>
                    <a:pt x="4682" y="9745"/>
                  </a:lnTo>
                  <a:cubicBezTo>
                    <a:pt x="4682" y="9520"/>
                    <a:pt x="4494" y="9338"/>
                    <a:pt x="4269" y="9338"/>
                  </a:cubicBezTo>
                  <a:lnTo>
                    <a:pt x="1504" y="9338"/>
                  </a:lnTo>
                  <a:cubicBezTo>
                    <a:pt x="1128" y="9338"/>
                    <a:pt x="821" y="9031"/>
                    <a:pt x="821" y="8655"/>
                  </a:cubicBezTo>
                  <a:lnTo>
                    <a:pt x="821" y="5364"/>
                  </a:lnTo>
                  <a:cubicBezTo>
                    <a:pt x="821" y="4988"/>
                    <a:pt x="1128" y="4681"/>
                    <a:pt x="1504" y="4681"/>
                  </a:cubicBezTo>
                  <a:lnTo>
                    <a:pt x="4269" y="4681"/>
                  </a:lnTo>
                  <a:cubicBezTo>
                    <a:pt x="4494" y="4681"/>
                    <a:pt x="4682" y="4499"/>
                    <a:pt x="4682" y="4273"/>
                  </a:cubicBezTo>
                  <a:lnTo>
                    <a:pt x="4682" y="1510"/>
                  </a:lnTo>
                  <a:cubicBezTo>
                    <a:pt x="4682" y="1128"/>
                    <a:pt x="4989" y="821"/>
                    <a:pt x="5365" y="821"/>
                  </a:cubicBezTo>
                  <a:close/>
                  <a:moveTo>
                    <a:pt x="5365" y="0"/>
                  </a:moveTo>
                  <a:cubicBezTo>
                    <a:pt x="4532" y="0"/>
                    <a:pt x="3861" y="677"/>
                    <a:pt x="3861" y="1510"/>
                  </a:cubicBezTo>
                  <a:lnTo>
                    <a:pt x="3861" y="3860"/>
                  </a:lnTo>
                  <a:lnTo>
                    <a:pt x="1504" y="3860"/>
                  </a:lnTo>
                  <a:cubicBezTo>
                    <a:pt x="671" y="3860"/>
                    <a:pt x="0" y="4537"/>
                    <a:pt x="0" y="5364"/>
                  </a:cubicBezTo>
                  <a:lnTo>
                    <a:pt x="0" y="8655"/>
                  </a:lnTo>
                  <a:cubicBezTo>
                    <a:pt x="0" y="9482"/>
                    <a:pt x="671" y="10159"/>
                    <a:pt x="1504" y="10159"/>
                  </a:cubicBezTo>
                  <a:lnTo>
                    <a:pt x="3861" y="10159"/>
                  </a:lnTo>
                  <a:lnTo>
                    <a:pt x="3861" y="12509"/>
                  </a:lnTo>
                  <a:cubicBezTo>
                    <a:pt x="3861" y="13343"/>
                    <a:pt x="4532" y="14020"/>
                    <a:pt x="5365" y="14020"/>
                  </a:cubicBezTo>
                  <a:lnTo>
                    <a:pt x="8649" y="14020"/>
                  </a:lnTo>
                  <a:cubicBezTo>
                    <a:pt x="9482" y="14020"/>
                    <a:pt x="10153" y="13343"/>
                    <a:pt x="10153" y="12509"/>
                  </a:cubicBezTo>
                  <a:lnTo>
                    <a:pt x="10153" y="10159"/>
                  </a:lnTo>
                  <a:lnTo>
                    <a:pt x="12510" y="10159"/>
                  </a:lnTo>
                  <a:cubicBezTo>
                    <a:pt x="13343" y="10159"/>
                    <a:pt x="14014" y="9482"/>
                    <a:pt x="14014" y="8655"/>
                  </a:cubicBezTo>
                  <a:lnTo>
                    <a:pt x="14014" y="5364"/>
                  </a:lnTo>
                  <a:cubicBezTo>
                    <a:pt x="14014" y="4537"/>
                    <a:pt x="13343" y="3860"/>
                    <a:pt x="12510" y="3860"/>
                  </a:cubicBezTo>
                  <a:lnTo>
                    <a:pt x="10153" y="3860"/>
                  </a:lnTo>
                  <a:lnTo>
                    <a:pt x="10153" y="1510"/>
                  </a:lnTo>
                  <a:cubicBezTo>
                    <a:pt x="10153" y="677"/>
                    <a:pt x="9482" y="0"/>
                    <a:pt x="86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49"/>
            <p:cNvSpPr/>
            <p:nvPr/>
          </p:nvSpPr>
          <p:spPr>
            <a:xfrm>
              <a:off x="6552795" y="1754181"/>
              <a:ext cx="87232" cy="66469"/>
            </a:xfrm>
            <a:custGeom>
              <a:avLst/>
              <a:gdLst/>
              <a:ahLst/>
              <a:cxnLst/>
              <a:rect l="l" t="t" r="r" b="b"/>
              <a:pathLst>
                <a:path w="3235" h="2465" extrusionOk="0">
                  <a:moveTo>
                    <a:pt x="1617" y="1149"/>
                  </a:moveTo>
                  <a:lnTo>
                    <a:pt x="1944" y="1638"/>
                  </a:lnTo>
                  <a:lnTo>
                    <a:pt x="1292" y="1638"/>
                  </a:lnTo>
                  <a:lnTo>
                    <a:pt x="1617" y="1149"/>
                  </a:lnTo>
                  <a:close/>
                  <a:moveTo>
                    <a:pt x="1619" y="0"/>
                  </a:moveTo>
                  <a:cubicBezTo>
                    <a:pt x="1488" y="0"/>
                    <a:pt x="1358" y="61"/>
                    <a:pt x="1279" y="183"/>
                  </a:cubicBezTo>
                  <a:lnTo>
                    <a:pt x="182" y="1826"/>
                  </a:lnTo>
                  <a:cubicBezTo>
                    <a:pt x="0" y="2095"/>
                    <a:pt x="196" y="2465"/>
                    <a:pt x="521" y="2465"/>
                  </a:cubicBezTo>
                  <a:lnTo>
                    <a:pt x="2715" y="2465"/>
                  </a:lnTo>
                  <a:cubicBezTo>
                    <a:pt x="3040" y="2465"/>
                    <a:pt x="3234" y="2095"/>
                    <a:pt x="3054" y="1826"/>
                  </a:cubicBezTo>
                  <a:lnTo>
                    <a:pt x="1963" y="183"/>
                  </a:lnTo>
                  <a:cubicBezTo>
                    <a:pt x="1881" y="61"/>
                    <a:pt x="1750" y="0"/>
                    <a:pt x="16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49"/>
            <p:cNvSpPr/>
            <p:nvPr/>
          </p:nvSpPr>
          <p:spPr>
            <a:xfrm>
              <a:off x="6552795" y="1976938"/>
              <a:ext cx="87232" cy="66496"/>
            </a:xfrm>
            <a:custGeom>
              <a:avLst/>
              <a:gdLst/>
              <a:ahLst/>
              <a:cxnLst/>
              <a:rect l="l" t="t" r="r" b="b"/>
              <a:pathLst>
                <a:path w="3235" h="2466" extrusionOk="0">
                  <a:moveTo>
                    <a:pt x="1944" y="822"/>
                  </a:moveTo>
                  <a:lnTo>
                    <a:pt x="1617" y="1317"/>
                  </a:lnTo>
                  <a:lnTo>
                    <a:pt x="1292" y="822"/>
                  </a:lnTo>
                  <a:close/>
                  <a:moveTo>
                    <a:pt x="521" y="1"/>
                  </a:moveTo>
                  <a:cubicBezTo>
                    <a:pt x="196" y="1"/>
                    <a:pt x="0" y="371"/>
                    <a:pt x="182" y="640"/>
                  </a:cubicBezTo>
                  <a:lnTo>
                    <a:pt x="1279" y="2283"/>
                  </a:lnTo>
                  <a:cubicBezTo>
                    <a:pt x="1358" y="2405"/>
                    <a:pt x="1488" y="2465"/>
                    <a:pt x="1619" y="2465"/>
                  </a:cubicBezTo>
                  <a:cubicBezTo>
                    <a:pt x="1750" y="2465"/>
                    <a:pt x="1881" y="2405"/>
                    <a:pt x="1963" y="2283"/>
                  </a:cubicBezTo>
                  <a:lnTo>
                    <a:pt x="3054" y="640"/>
                  </a:lnTo>
                  <a:cubicBezTo>
                    <a:pt x="3234" y="371"/>
                    <a:pt x="3040" y="1"/>
                    <a:pt x="2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49"/>
            <p:cNvSpPr/>
            <p:nvPr/>
          </p:nvSpPr>
          <p:spPr>
            <a:xfrm>
              <a:off x="6450058" y="1858131"/>
              <a:ext cx="68114" cy="81353"/>
            </a:xfrm>
            <a:custGeom>
              <a:avLst/>
              <a:gdLst/>
              <a:ahLst/>
              <a:cxnLst/>
              <a:rect l="l" t="t" r="r" b="b"/>
              <a:pathLst>
                <a:path w="2526" h="3017" extrusionOk="0">
                  <a:moveTo>
                    <a:pt x="1705" y="1179"/>
                  </a:moveTo>
                  <a:lnTo>
                    <a:pt x="1705" y="1838"/>
                  </a:lnTo>
                  <a:lnTo>
                    <a:pt x="1216" y="1505"/>
                  </a:lnTo>
                  <a:lnTo>
                    <a:pt x="1705" y="1179"/>
                  </a:lnTo>
                  <a:close/>
                  <a:moveTo>
                    <a:pt x="2115" y="1"/>
                  </a:moveTo>
                  <a:cubicBezTo>
                    <a:pt x="2039" y="1"/>
                    <a:pt x="1960" y="22"/>
                    <a:pt x="1887" y="70"/>
                  </a:cubicBezTo>
                  <a:lnTo>
                    <a:pt x="246" y="1167"/>
                  </a:lnTo>
                  <a:cubicBezTo>
                    <a:pt x="0" y="1329"/>
                    <a:pt x="0" y="1687"/>
                    <a:pt x="246" y="1850"/>
                  </a:cubicBezTo>
                  <a:lnTo>
                    <a:pt x="1887" y="2946"/>
                  </a:lnTo>
                  <a:cubicBezTo>
                    <a:pt x="1960" y="2994"/>
                    <a:pt x="2039" y="3016"/>
                    <a:pt x="2115" y="3016"/>
                  </a:cubicBezTo>
                  <a:cubicBezTo>
                    <a:pt x="2330" y="3016"/>
                    <a:pt x="2526" y="2847"/>
                    <a:pt x="2526" y="2602"/>
                  </a:cubicBezTo>
                  <a:lnTo>
                    <a:pt x="2526" y="415"/>
                  </a:lnTo>
                  <a:cubicBezTo>
                    <a:pt x="2526" y="170"/>
                    <a:pt x="2330" y="1"/>
                    <a:pt x="21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49"/>
            <p:cNvSpPr/>
            <p:nvPr/>
          </p:nvSpPr>
          <p:spPr>
            <a:xfrm>
              <a:off x="6674677" y="1858131"/>
              <a:ext cx="68114" cy="81353"/>
            </a:xfrm>
            <a:custGeom>
              <a:avLst/>
              <a:gdLst/>
              <a:ahLst/>
              <a:cxnLst/>
              <a:rect l="l" t="t" r="r" b="b"/>
              <a:pathLst>
                <a:path w="2526" h="3017" extrusionOk="0">
                  <a:moveTo>
                    <a:pt x="820" y="1179"/>
                  </a:moveTo>
                  <a:lnTo>
                    <a:pt x="1309" y="1505"/>
                  </a:lnTo>
                  <a:lnTo>
                    <a:pt x="820" y="1838"/>
                  </a:lnTo>
                  <a:lnTo>
                    <a:pt x="820" y="1179"/>
                  </a:lnTo>
                  <a:close/>
                  <a:moveTo>
                    <a:pt x="411" y="1"/>
                  </a:moveTo>
                  <a:cubicBezTo>
                    <a:pt x="197" y="1"/>
                    <a:pt x="0" y="170"/>
                    <a:pt x="0" y="415"/>
                  </a:cubicBezTo>
                  <a:lnTo>
                    <a:pt x="0" y="2602"/>
                  </a:lnTo>
                  <a:cubicBezTo>
                    <a:pt x="0" y="2847"/>
                    <a:pt x="197" y="3016"/>
                    <a:pt x="411" y="3016"/>
                  </a:cubicBezTo>
                  <a:cubicBezTo>
                    <a:pt x="488" y="3016"/>
                    <a:pt x="567" y="2994"/>
                    <a:pt x="640" y="2946"/>
                  </a:cubicBezTo>
                  <a:lnTo>
                    <a:pt x="2281" y="1850"/>
                  </a:lnTo>
                  <a:cubicBezTo>
                    <a:pt x="2526" y="1687"/>
                    <a:pt x="2526" y="1329"/>
                    <a:pt x="2281" y="1167"/>
                  </a:cubicBezTo>
                  <a:lnTo>
                    <a:pt x="640" y="70"/>
                  </a:lnTo>
                  <a:cubicBezTo>
                    <a:pt x="567" y="22"/>
                    <a:pt x="488" y="1"/>
                    <a:pt x="4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49"/>
            <p:cNvSpPr/>
            <p:nvPr/>
          </p:nvSpPr>
          <p:spPr>
            <a:xfrm>
              <a:off x="6540984" y="1843462"/>
              <a:ext cx="110880" cy="110718"/>
            </a:xfrm>
            <a:custGeom>
              <a:avLst/>
              <a:gdLst/>
              <a:ahLst/>
              <a:cxnLst/>
              <a:rect l="l" t="t" r="r" b="b"/>
              <a:pathLst>
                <a:path w="4112" h="4106" extrusionOk="0">
                  <a:moveTo>
                    <a:pt x="2055" y="821"/>
                  </a:moveTo>
                  <a:cubicBezTo>
                    <a:pt x="2732" y="821"/>
                    <a:pt x="3290" y="1373"/>
                    <a:pt x="3290" y="2049"/>
                  </a:cubicBezTo>
                  <a:cubicBezTo>
                    <a:pt x="3290" y="2732"/>
                    <a:pt x="2732" y="3284"/>
                    <a:pt x="2055" y="3284"/>
                  </a:cubicBezTo>
                  <a:cubicBezTo>
                    <a:pt x="1379" y="3284"/>
                    <a:pt x="822" y="2732"/>
                    <a:pt x="822" y="2049"/>
                  </a:cubicBezTo>
                  <a:cubicBezTo>
                    <a:pt x="822" y="1373"/>
                    <a:pt x="1379" y="821"/>
                    <a:pt x="2055" y="821"/>
                  </a:cubicBezTo>
                  <a:close/>
                  <a:moveTo>
                    <a:pt x="2055" y="1"/>
                  </a:moveTo>
                  <a:cubicBezTo>
                    <a:pt x="921" y="1"/>
                    <a:pt x="1" y="921"/>
                    <a:pt x="1" y="2049"/>
                  </a:cubicBezTo>
                  <a:cubicBezTo>
                    <a:pt x="1" y="3184"/>
                    <a:pt x="921" y="4106"/>
                    <a:pt x="2055" y="4106"/>
                  </a:cubicBezTo>
                  <a:cubicBezTo>
                    <a:pt x="3191" y="4106"/>
                    <a:pt x="4112" y="3184"/>
                    <a:pt x="4112" y="2049"/>
                  </a:cubicBezTo>
                  <a:cubicBezTo>
                    <a:pt x="4112" y="921"/>
                    <a:pt x="3191" y="1"/>
                    <a:pt x="205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49"/>
            <p:cNvSpPr/>
            <p:nvPr/>
          </p:nvSpPr>
          <p:spPr>
            <a:xfrm>
              <a:off x="6585450" y="1887711"/>
              <a:ext cx="22138" cy="22192"/>
            </a:xfrm>
            <a:custGeom>
              <a:avLst/>
              <a:gdLst/>
              <a:ahLst/>
              <a:cxnLst/>
              <a:rect l="l" t="t" r="r" b="b"/>
              <a:pathLst>
                <a:path w="821" h="823" extrusionOk="0">
                  <a:moveTo>
                    <a:pt x="406" y="1"/>
                  </a:moveTo>
                  <a:cubicBezTo>
                    <a:pt x="181" y="1"/>
                    <a:pt x="0" y="183"/>
                    <a:pt x="0" y="408"/>
                  </a:cubicBezTo>
                  <a:cubicBezTo>
                    <a:pt x="0" y="640"/>
                    <a:pt x="181" y="822"/>
                    <a:pt x="406" y="822"/>
                  </a:cubicBezTo>
                  <a:cubicBezTo>
                    <a:pt x="632" y="822"/>
                    <a:pt x="820" y="640"/>
                    <a:pt x="820" y="408"/>
                  </a:cubicBezTo>
                  <a:cubicBezTo>
                    <a:pt x="820" y="183"/>
                    <a:pt x="632" y="1"/>
                    <a:pt x="40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0">
  <p:cSld>
    <p:spTree>
      <p:nvGrpSpPr>
        <p:cNvPr id="1" name="Shape 573"/>
        <p:cNvGrpSpPr/>
        <p:nvPr/>
      </p:nvGrpSpPr>
      <p:grpSpPr>
        <a:xfrm>
          <a:off x="0" y="0"/>
          <a:ext cx="0" cy="0"/>
          <a:chOff x="0" y="0"/>
          <a:chExt cx="0" cy="0"/>
        </a:xfrm>
      </p:grpSpPr>
      <p:sp>
        <p:nvSpPr>
          <p:cNvPr id="574" name="Google Shape;574;p5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Examples of projects</a:t>
            </a:r>
            <a:endParaRPr/>
          </a:p>
        </p:txBody>
      </p:sp>
      <p:graphicFrame>
        <p:nvGraphicFramePr>
          <p:cNvPr id="575" name="Google Shape;575;p50"/>
          <p:cNvGraphicFramePr/>
          <p:nvPr/>
        </p:nvGraphicFramePr>
        <p:xfrm>
          <a:off x="952500" y="1268775"/>
          <a:ext cx="7239000" cy="3129950"/>
        </p:xfrm>
        <a:graphic>
          <a:graphicData uri="http://schemas.openxmlformats.org/drawingml/2006/table">
            <a:tbl>
              <a:tblPr>
                <a:noFill/>
                <a:tableStyleId>{83A2AC75-B2B2-4EE4-BFF5-344B11C732F1}</a:tableStyleId>
              </a:tblPr>
              <a:tblGrid>
                <a:gridCol w="2413000">
                  <a:extLst>
                    <a:ext uri="{9D8B030D-6E8A-4147-A177-3AD203B41FA5}">
                      <a16:colId xmlns:a16="http://schemas.microsoft.com/office/drawing/2014/main" val="20000"/>
                    </a:ext>
                  </a:extLst>
                </a:gridCol>
                <a:gridCol w="2413000">
                  <a:extLst>
                    <a:ext uri="{9D8B030D-6E8A-4147-A177-3AD203B41FA5}">
                      <a16:colId xmlns:a16="http://schemas.microsoft.com/office/drawing/2014/main" val="20001"/>
                    </a:ext>
                  </a:extLst>
                </a:gridCol>
                <a:gridCol w="2413000">
                  <a:extLst>
                    <a:ext uri="{9D8B030D-6E8A-4147-A177-3AD203B41FA5}">
                      <a16:colId xmlns:a16="http://schemas.microsoft.com/office/drawing/2014/main" val="20002"/>
                    </a:ext>
                  </a:extLst>
                </a:gridCol>
              </a:tblGrid>
              <a:tr h="619400">
                <a:tc>
                  <a:txBody>
                    <a:bodyPr/>
                    <a:lstStyle/>
                    <a:p>
                      <a:pPr marL="0" lvl="0" indent="0" algn="ctr" rtl="0">
                        <a:spcBef>
                          <a:spcPts val="0"/>
                        </a:spcBef>
                        <a:spcAft>
                          <a:spcPts val="0"/>
                        </a:spcAft>
                        <a:buNone/>
                      </a:pPr>
                      <a:r>
                        <a:rPr lang="en" sz="2300" b="1">
                          <a:solidFill>
                            <a:schemeClr val="lt1"/>
                          </a:solidFill>
                          <a:latin typeface="Russo One"/>
                          <a:ea typeface="Russo One"/>
                          <a:cs typeface="Russo One"/>
                          <a:sym typeface="Russo One"/>
                        </a:rPr>
                        <a:t>Name</a:t>
                      </a:r>
                      <a:endParaRPr sz="2300" b="1">
                        <a:solidFill>
                          <a:schemeClr val="lt1"/>
                        </a:solidFill>
                        <a:latin typeface="Russo One"/>
                        <a:ea typeface="Russo One"/>
                        <a:cs typeface="Russo One"/>
                        <a:sym typeface="Russo One"/>
                      </a:endParaRPr>
                    </a:p>
                  </a:txBody>
                  <a:tcPr marL="91425" marR="91425" marT="45700" marB="45700" anchor="ctr">
                    <a:lnL w="28575" cap="flat" cmpd="sng">
                      <a:solidFill>
                        <a:schemeClr val="accent6"/>
                      </a:solidFill>
                      <a:prstDash val="solid"/>
                      <a:round/>
                      <a:headEnd type="none" w="sm" len="sm"/>
                      <a:tailEnd type="none" w="sm" len="sm"/>
                    </a:lnL>
                    <a:lnR w="19050" cap="flat" cmpd="sng">
                      <a:solidFill>
                        <a:schemeClr val="accent3"/>
                      </a:solidFill>
                      <a:prstDash val="solid"/>
                      <a:round/>
                      <a:headEnd type="none" w="sm" len="sm"/>
                      <a:tailEnd type="none" w="sm" len="sm"/>
                    </a:lnR>
                    <a:lnT w="28575" cap="flat" cmpd="sng">
                      <a:solidFill>
                        <a:schemeClr val="accent6"/>
                      </a:solidFill>
                      <a:prstDash val="solid"/>
                      <a:round/>
                      <a:headEnd type="none" w="sm" len="sm"/>
                      <a:tailEnd type="none" w="sm" len="sm"/>
                    </a:lnT>
                    <a:lnB w="19050" cap="flat" cmpd="sng">
                      <a:solidFill>
                        <a:schemeClr val="accent3"/>
                      </a:solidFill>
                      <a:prstDash val="solid"/>
                      <a:round/>
                      <a:headEnd type="none" w="sm" len="sm"/>
                      <a:tailEnd type="none" w="sm" len="sm"/>
                    </a:lnB>
                    <a:solidFill>
                      <a:srgbClr val="FF0013">
                        <a:alpha val="3350"/>
                      </a:srgbClr>
                    </a:solidFill>
                  </a:tcPr>
                </a:tc>
                <a:tc>
                  <a:txBody>
                    <a:bodyPr/>
                    <a:lstStyle/>
                    <a:p>
                      <a:pPr marL="0" lvl="0" indent="0" algn="ctr" rtl="0">
                        <a:spcBef>
                          <a:spcPts val="0"/>
                        </a:spcBef>
                        <a:spcAft>
                          <a:spcPts val="0"/>
                        </a:spcAft>
                        <a:buNone/>
                      </a:pPr>
                      <a:r>
                        <a:rPr lang="en" sz="2300" b="1">
                          <a:solidFill>
                            <a:schemeClr val="lt1"/>
                          </a:solidFill>
                          <a:latin typeface="Russo One"/>
                          <a:ea typeface="Russo One"/>
                          <a:cs typeface="Russo One"/>
                          <a:sym typeface="Russo One"/>
                        </a:rPr>
                        <a:t>Explication</a:t>
                      </a:r>
                      <a:endParaRPr sz="2300" b="1">
                        <a:solidFill>
                          <a:schemeClr val="lt1"/>
                        </a:solidFill>
                        <a:latin typeface="Russo One"/>
                        <a:ea typeface="Russo One"/>
                        <a:cs typeface="Russo One"/>
                        <a:sym typeface="Russo One"/>
                      </a:endParaRPr>
                    </a:p>
                  </a:txBody>
                  <a:tcPr marL="91425" marR="91425" marT="45700" marB="45700" anchor="ctr">
                    <a:lnL w="19050" cap="flat" cmpd="sng">
                      <a:solidFill>
                        <a:schemeClr val="accent3"/>
                      </a:solidFill>
                      <a:prstDash val="solid"/>
                      <a:round/>
                      <a:headEnd type="none" w="sm" len="sm"/>
                      <a:tailEnd type="none" w="sm" len="sm"/>
                    </a:lnL>
                    <a:lnR w="19050" cap="flat" cmpd="sng">
                      <a:solidFill>
                        <a:schemeClr val="accent3"/>
                      </a:solidFill>
                      <a:prstDash val="solid"/>
                      <a:round/>
                      <a:headEnd type="none" w="sm" len="sm"/>
                      <a:tailEnd type="none" w="sm" len="sm"/>
                    </a:lnR>
                    <a:lnT w="28575" cap="flat" cmpd="sng">
                      <a:solidFill>
                        <a:schemeClr val="accent6"/>
                      </a:solidFill>
                      <a:prstDash val="solid"/>
                      <a:round/>
                      <a:headEnd type="none" w="sm" len="sm"/>
                      <a:tailEnd type="none" w="sm" len="sm"/>
                    </a:lnT>
                    <a:lnB w="19050" cap="flat" cmpd="sng">
                      <a:solidFill>
                        <a:schemeClr val="accent3"/>
                      </a:solidFill>
                      <a:prstDash val="solid"/>
                      <a:round/>
                      <a:headEnd type="none" w="sm" len="sm"/>
                      <a:tailEnd type="none" w="sm" len="sm"/>
                    </a:lnB>
                    <a:solidFill>
                      <a:srgbClr val="FF0013">
                        <a:alpha val="3350"/>
                      </a:srgbClr>
                    </a:solidFill>
                  </a:tcPr>
                </a:tc>
                <a:tc>
                  <a:txBody>
                    <a:bodyPr/>
                    <a:lstStyle/>
                    <a:p>
                      <a:pPr marL="0" lvl="0" indent="0" algn="ctr" rtl="0">
                        <a:spcBef>
                          <a:spcPts val="0"/>
                        </a:spcBef>
                        <a:spcAft>
                          <a:spcPts val="0"/>
                        </a:spcAft>
                        <a:buNone/>
                      </a:pPr>
                      <a:r>
                        <a:rPr lang="en" sz="2300" b="1">
                          <a:solidFill>
                            <a:schemeClr val="lt1"/>
                          </a:solidFill>
                          <a:latin typeface="Russo One"/>
                          <a:ea typeface="Russo One"/>
                          <a:cs typeface="Russo One"/>
                          <a:sym typeface="Russo One"/>
                        </a:rPr>
                        <a:t>Review</a:t>
                      </a:r>
                      <a:endParaRPr sz="2300" b="1">
                        <a:solidFill>
                          <a:schemeClr val="lt1"/>
                        </a:solidFill>
                        <a:latin typeface="Russo One"/>
                        <a:ea typeface="Russo One"/>
                        <a:cs typeface="Russo One"/>
                        <a:sym typeface="Russo One"/>
                      </a:endParaRPr>
                    </a:p>
                  </a:txBody>
                  <a:tcPr marL="91425" marR="91425" marT="45700" marB="45700" anchor="ctr">
                    <a:lnL w="19050" cap="flat" cmpd="sng">
                      <a:solidFill>
                        <a:schemeClr val="accent3"/>
                      </a:solidFill>
                      <a:prstDash val="solid"/>
                      <a:round/>
                      <a:headEnd type="none" w="sm" len="sm"/>
                      <a:tailEnd type="none" w="sm" len="sm"/>
                    </a:lnL>
                    <a:lnR w="28575" cap="flat" cmpd="sng">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19050" cap="flat" cmpd="sng">
                      <a:solidFill>
                        <a:schemeClr val="accent3"/>
                      </a:solidFill>
                      <a:prstDash val="solid"/>
                      <a:round/>
                      <a:headEnd type="none" w="sm" len="sm"/>
                      <a:tailEnd type="none" w="sm" len="sm"/>
                    </a:lnB>
                    <a:solidFill>
                      <a:srgbClr val="FF0013">
                        <a:alpha val="3350"/>
                      </a:srgbClr>
                    </a:solidFill>
                  </a:tcPr>
                </a:tc>
                <a:extLst>
                  <a:ext uri="{0D108BD9-81ED-4DB2-BD59-A6C34878D82A}">
                    <a16:rowId xmlns:a16="http://schemas.microsoft.com/office/drawing/2014/main" val="10000"/>
                  </a:ext>
                </a:extLst>
              </a:tr>
              <a:tr h="836850">
                <a:tc>
                  <a:txBody>
                    <a:bodyPr/>
                    <a:lstStyle/>
                    <a:p>
                      <a:pPr marL="0" lvl="0" indent="0" algn="ctr" rtl="0">
                        <a:spcBef>
                          <a:spcPts val="0"/>
                        </a:spcBef>
                        <a:spcAft>
                          <a:spcPts val="0"/>
                        </a:spcAft>
                        <a:buNone/>
                      </a:pPr>
                      <a:r>
                        <a:rPr lang="en">
                          <a:solidFill>
                            <a:schemeClr val="lt1"/>
                          </a:solidFill>
                          <a:latin typeface="Jura"/>
                          <a:ea typeface="Jura"/>
                          <a:cs typeface="Jura"/>
                          <a:sym typeface="Jura"/>
                        </a:rPr>
                        <a:t>Mercury is the closest planet to the Sun</a:t>
                      </a:r>
                      <a:endParaRPr>
                        <a:solidFill>
                          <a:schemeClr val="lt1"/>
                        </a:solidFill>
                        <a:latin typeface="Jura"/>
                        <a:ea typeface="Jura"/>
                        <a:cs typeface="Jura"/>
                        <a:sym typeface="Jura"/>
                      </a:endParaRPr>
                    </a:p>
                  </a:txBody>
                  <a:tcPr marL="91425" marR="91425" marT="45700" marB="45700" anchor="ctr">
                    <a:lnL w="28575" cap="flat" cmpd="sng">
                      <a:solidFill>
                        <a:schemeClr val="accent6"/>
                      </a:solidFill>
                      <a:prstDash val="solid"/>
                      <a:round/>
                      <a:headEnd type="none" w="sm" len="sm"/>
                      <a:tailEnd type="none" w="sm" len="sm"/>
                    </a:lnL>
                    <a:lnR w="19050" cap="flat" cmpd="sng">
                      <a:solidFill>
                        <a:schemeClr val="accent3"/>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solid"/>
                      <a:round/>
                      <a:headEnd type="none" w="sm" len="sm"/>
                      <a:tailEnd type="none" w="sm" len="sm"/>
                    </a:lnB>
                    <a:solidFill>
                      <a:srgbClr val="FF0013">
                        <a:alpha val="3350"/>
                      </a:srgbClr>
                    </a:solidFill>
                  </a:tcPr>
                </a:tc>
                <a:tc>
                  <a:txBody>
                    <a:bodyPr/>
                    <a:lstStyle/>
                    <a:p>
                      <a:pPr marL="0" lvl="0" indent="0" algn="ctr" rtl="0">
                        <a:spcBef>
                          <a:spcPts val="0"/>
                        </a:spcBef>
                        <a:spcAft>
                          <a:spcPts val="0"/>
                        </a:spcAft>
                        <a:buNone/>
                      </a:pPr>
                      <a:r>
                        <a:rPr lang="en">
                          <a:solidFill>
                            <a:schemeClr val="lt1"/>
                          </a:solidFill>
                          <a:latin typeface="Jura"/>
                          <a:ea typeface="Jura"/>
                          <a:cs typeface="Jura"/>
                          <a:sym typeface="Jura"/>
                        </a:rPr>
                        <a:t>This planet's name has nothing to do with the liquid metal</a:t>
                      </a:r>
                      <a:endParaRPr>
                        <a:solidFill>
                          <a:schemeClr val="lt1"/>
                        </a:solidFill>
                        <a:latin typeface="Jura"/>
                        <a:ea typeface="Jura"/>
                        <a:cs typeface="Jura"/>
                        <a:sym typeface="Jura"/>
                      </a:endParaRPr>
                    </a:p>
                  </a:txBody>
                  <a:tcPr marL="91425" marR="91425" marT="45700" marB="45700" anchor="ctr">
                    <a:lnL w="19050" cap="flat" cmpd="sng">
                      <a:solidFill>
                        <a:schemeClr val="accent3"/>
                      </a:solidFill>
                      <a:prstDash val="solid"/>
                      <a:round/>
                      <a:headEnd type="none" w="sm" len="sm"/>
                      <a:tailEnd type="none" w="sm" len="sm"/>
                    </a:lnL>
                    <a:lnR w="19050" cap="flat" cmpd="sng">
                      <a:solidFill>
                        <a:schemeClr val="accent3"/>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solid"/>
                      <a:round/>
                      <a:headEnd type="none" w="sm" len="sm"/>
                      <a:tailEnd type="none" w="sm" len="sm"/>
                    </a:lnB>
                    <a:solidFill>
                      <a:srgbClr val="FF0013">
                        <a:alpha val="3350"/>
                      </a:srgbClr>
                    </a:solidFill>
                  </a:tcPr>
                </a:tc>
                <a:tc>
                  <a:txBody>
                    <a:bodyPr/>
                    <a:lstStyle/>
                    <a:p>
                      <a:pPr marL="0" lvl="0" indent="0" algn="ctr" rtl="0">
                        <a:spcBef>
                          <a:spcPts val="0"/>
                        </a:spcBef>
                        <a:spcAft>
                          <a:spcPts val="0"/>
                        </a:spcAft>
                        <a:buNone/>
                      </a:pPr>
                      <a:r>
                        <a:rPr lang="en">
                          <a:solidFill>
                            <a:schemeClr val="lt1"/>
                          </a:solidFill>
                          <a:latin typeface="Jura"/>
                          <a:ea typeface="Jura"/>
                          <a:cs typeface="Jura"/>
                          <a:sym typeface="Jura"/>
                        </a:rPr>
                        <a:t>“Mercury is quite small” —Mike Doe</a:t>
                      </a:r>
                      <a:endParaRPr>
                        <a:solidFill>
                          <a:schemeClr val="lt1"/>
                        </a:solidFill>
                        <a:latin typeface="Jura"/>
                        <a:ea typeface="Jura"/>
                        <a:cs typeface="Jura"/>
                        <a:sym typeface="Jura"/>
                      </a:endParaRPr>
                    </a:p>
                  </a:txBody>
                  <a:tcPr marL="91425" marR="91425" marT="45700" marB="45700" anchor="ctr">
                    <a:lnL w="19050" cap="flat" cmpd="sng">
                      <a:solidFill>
                        <a:schemeClr val="accent3"/>
                      </a:solidFill>
                      <a:prstDash val="solid"/>
                      <a:round/>
                      <a:headEnd type="none" w="sm" len="sm"/>
                      <a:tailEnd type="none" w="sm" len="sm"/>
                    </a:lnL>
                    <a:lnR w="28575" cap="flat" cmpd="sng">
                      <a:solidFill>
                        <a:schemeClr val="accent6"/>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solid"/>
                      <a:round/>
                      <a:headEnd type="none" w="sm" len="sm"/>
                      <a:tailEnd type="none" w="sm" len="sm"/>
                    </a:lnB>
                    <a:solidFill>
                      <a:srgbClr val="FF0013">
                        <a:alpha val="3350"/>
                      </a:srgbClr>
                    </a:solidFill>
                  </a:tcPr>
                </a:tc>
                <a:extLst>
                  <a:ext uri="{0D108BD9-81ED-4DB2-BD59-A6C34878D82A}">
                    <a16:rowId xmlns:a16="http://schemas.microsoft.com/office/drawing/2014/main" val="10001"/>
                  </a:ext>
                </a:extLst>
              </a:tr>
              <a:tr h="836850">
                <a:tc>
                  <a:txBody>
                    <a:bodyPr/>
                    <a:lstStyle/>
                    <a:p>
                      <a:pPr marL="0" lvl="0" indent="0" algn="ctr" rtl="0">
                        <a:spcBef>
                          <a:spcPts val="0"/>
                        </a:spcBef>
                        <a:spcAft>
                          <a:spcPts val="0"/>
                        </a:spcAft>
                        <a:buNone/>
                      </a:pPr>
                      <a:r>
                        <a:rPr lang="en">
                          <a:solidFill>
                            <a:schemeClr val="lt1"/>
                          </a:solidFill>
                          <a:latin typeface="Jura"/>
                          <a:ea typeface="Jura"/>
                          <a:cs typeface="Jura"/>
                          <a:sym typeface="Jura"/>
                        </a:rPr>
                        <a:t>Venus is the second planet from the Sun</a:t>
                      </a:r>
                      <a:endParaRPr>
                        <a:solidFill>
                          <a:schemeClr val="lt1"/>
                        </a:solidFill>
                        <a:latin typeface="Jura"/>
                        <a:ea typeface="Jura"/>
                        <a:cs typeface="Jura"/>
                        <a:sym typeface="Jura"/>
                      </a:endParaRPr>
                    </a:p>
                  </a:txBody>
                  <a:tcPr marL="91425" marR="91425" marT="45700" marB="45700" anchor="ctr">
                    <a:lnL w="28575" cap="flat" cmpd="sng">
                      <a:solidFill>
                        <a:schemeClr val="accent6"/>
                      </a:solidFill>
                      <a:prstDash val="solid"/>
                      <a:round/>
                      <a:headEnd type="none" w="sm" len="sm"/>
                      <a:tailEnd type="none" w="sm" len="sm"/>
                    </a:lnL>
                    <a:lnR w="19050" cap="flat" cmpd="sng">
                      <a:solidFill>
                        <a:schemeClr val="accent3"/>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solid"/>
                      <a:round/>
                      <a:headEnd type="none" w="sm" len="sm"/>
                      <a:tailEnd type="none" w="sm" len="sm"/>
                    </a:lnB>
                    <a:solidFill>
                      <a:srgbClr val="FF0013">
                        <a:alpha val="3350"/>
                      </a:srgbClr>
                    </a:solidFill>
                  </a:tcPr>
                </a:tc>
                <a:tc>
                  <a:txBody>
                    <a:bodyPr/>
                    <a:lstStyle/>
                    <a:p>
                      <a:pPr marL="0" lvl="0" indent="0" algn="ctr" rtl="0">
                        <a:spcBef>
                          <a:spcPts val="0"/>
                        </a:spcBef>
                        <a:spcAft>
                          <a:spcPts val="0"/>
                        </a:spcAft>
                        <a:buNone/>
                      </a:pPr>
                      <a:r>
                        <a:rPr lang="en">
                          <a:solidFill>
                            <a:schemeClr val="lt1"/>
                          </a:solidFill>
                          <a:latin typeface="Jura"/>
                          <a:ea typeface="Jura"/>
                          <a:cs typeface="Jura"/>
                          <a:sym typeface="Jura"/>
                        </a:rPr>
                        <a:t>Venus is terribly hot, and its atmosphere is extremely poisonous</a:t>
                      </a:r>
                      <a:endParaRPr>
                        <a:solidFill>
                          <a:schemeClr val="lt1"/>
                        </a:solidFill>
                        <a:latin typeface="Jura"/>
                        <a:ea typeface="Jura"/>
                        <a:cs typeface="Jura"/>
                        <a:sym typeface="Jura"/>
                      </a:endParaRPr>
                    </a:p>
                  </a:txBody>
                  <a:tcPr marL="91425" marR="91425" marT="45700" marB="45700" anchor="ctr">
                    <a:lnL w="19050" cap="flat" cmpd="sng">
                      <a:solidFill>
                        <a:schemeClr val="accent3"/>
                      </a:solidFill>
                      <a:prstDash val="solid"/>
                      <a:round/>
                      <a:headEnd type="none" w="sm" len="sm"/>
                      <a:tailEnd type="none" w="sm" len="sm"/>
                    </a:lnL>
                    <a:lnR w="19050" cap="flat" cmpd="sng">
                      <a:solidFill>
                        <a:schemeClr val="accent3"/>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solid"/>
                      <a:round/>
                      <a:headEnd type="none" w="sm" len="sm"/>
                      <a:tailEnd type="none" w="sm" len="sm"/>
                    </a:lnB>
                    <a:solidFill>
                      <a:srgbClr val="FF0013">
                        <a:alpha val="3350"/>
                      </a:srgbClr>
                    </a:solidFill>
                  </a:tcPr>
                </a:tc>
                <a:tc>
                  <a:txBody>
                    <a:bodyPr/>
                    <a:lstStyle/>
                    <a:p>
                      <a:pPr marL="0" lvl="0" indent="0" algn="ctr" rtl="0">
                        <a:spcBef>
                          <a:spcPts val="0"/>
                        </a:spcBef>
                        <a:spcAft>
                          <a:spcPts val="0"/>
                        </a:spcAft>
                        <a:buNone/>
                      </a:pPr>
                      <a:r>
                        <a:rPr lang="en">
                          <a:solidFill>
                            <a:schemeClr val="lt1"/>
                          </a:solidFill>
                          <a:latin typeface="Jura"/>
                          <a:ea typeface="Jura"/>
                          <a:cs typeface="Jura"/>
                          <a:sym typeface="Jura"/>
                        </a:rPr>
                        <a:t>“Mars is a red planet” </a:t>
                      </a:r>
                      <a:endParaRPr>
                        <a:solidFill>
                          <a:schemeClr val="lt1"/>
                        </a:solidFill>
                        <a:latin typeface="Jura"/>
                        <a:ea typeface="Jura"/>
                        <a:cs typeface="Jura"/>
                        <a:sym typeface="Jura"/>
                      </a:endParaRPr>
                    </a:p>
                    <a:p>
                      <a:pPr marL="0" lvl="0" indent="0" algn="ctr" rtl="0">
                        <a:spcBef>
                          <a:spcPts val="0"/>
                        </a:spcBef>
                        <a:spcAft>
                          <a:spcPts val="0"/>
                        </a:spcAft>
                        <a:buNone/>
                      </a:pPr>
                      <a:r>
                        <a:rPr lang="en">
                          <a:solidFill>
                            <a:schemeClr val="lt1"/>
                          </a:solidFill>
                          <a:latin typeface="Jura"/>
                          <a:ea typeface="Jura"/>
                          <a:cs typeface="Jura"/>
                          <a:sym typeface="Jura"/>
                        </a:rPr>
                        <a:t>—Beth Bones</a:t>
                      </a:r>
                      <a:endParaRPr>
                        <a:solidFill>
                          <a:schemeClr val="lt1"/>
                        </a:solidFill>
                        <a:latin typeface="Jura"/>
                        <a:ea typeface="Jura"/>
                        <a:cs typeface="Jura"/>
                        <a:sym typeface="Jura"/>
                      </a:endParaRPr>
                    </a:p>
                  </a:txBody>
                  <a:tcPr marL="91425" marR="91425" marT="45700" marB="45700" anchor="ctr">
                    <a:lnL w="19050" cap="flat" cmpd="sng">
                      <a:solidFill>
                        <a:schemeClr val="accent3"/>
                      </a:solidFill>
                      <a:prstDash val="solid"/>
                      <a:round/>
                      <a:headEnd type="none" w="sm" len="sm"/>
                      <a:tailEnd type="none" w="sm" len="sm"/>
                    </a:lnL>
                    <a:lnR w="28575" cap="flat" cmpd="sng">
                      <a:solidFill>
                        <a:schemeClr val="accent6"/>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solid"/>
                      <a:round/>
                      <a:headEnd type="none" w="sm" len="sm"/>
                      <a:tailEnd type="none" w="sm" len="sm"/>
                    </a:lnB>
                    <a:solidFill>
                      <a:srgbClr val="FF0013">
                        <a:alpha val="3350"/>
                      </a:srgbClr>
                    </a:solidFill>
                  </a:tcPr>
                </a:tc>
                <a:extLst>
                  <a:ext uri="{0D108BD9-81ED-4DB2-BD59-A6C34878D82A}">
                    <a16:rowId xmlns:a16="http://schemas.microsoft.com/office/drawing/2014/main" val="10002"/>
                  </a:ext>
                </a:extLst>
              </a:tr>
              <a:tr h="836850">
                <a:tc>
                  <a:txBody>
                    <a:bodyPr/>
                    <a:lstStyle/>
                    <a:p>
                      <a:pPr marL="0" lvl="0" indent="0" algn="ctr" rtl="0">
                        <a:spcBef>
                          <a:spcPts val="0"/>
                        </a:spcBef>
                        <a:spcAft>
                          <a:spcPts val="0"/>
                        </a:spcAft>
                        <a:buNone/>
                      </a:pPr>
                      <a:r>
                        <a:rPr lang="en">
                          <a:solidFill>
                            <a:schemeClr val="lt1"/>
                          </a:solidFill>
                          <a:latin typeface="Jura"/>
                          <a:ea typeface="Jura"/>
                          <a:cs typeface="Jura"/>
                          <a:sym typeface="Jura"/>
                        </a:rPr>
                        <a:t>Jupiter is a gas giant and the biggest planet </a:t>
                      </a:r>
                      <a:endParaRPr>
                        <a:solidFill>
                          <a:schemeClr val="lt1"/>
                        </a:solidFill>
                        <a:latin typeface="Jura"/>
                        <a:ea typeface="Jura"/>
                        <a:cs typeface="Jura"/>
                        <a:sym typeface="Jura"/>
                      </a:endParaRPr>
                    </a:p>
                  </a:txBody>
                  <a:tcPr marL="91425" marR="91425" marT="45700" marB="45700" anchor="ctr">
                    <a:lnL w="28575" cap="flat" cmpd="sng">
                      <a:solidFill>
                        <a:schemeClr val="accent6"/>
                      </a:solidFill>
                      <a:prstDash val="solid"/>
                      <a:round/>
                      <a:headEnd type="none" w="sm" len="sm"/>
                      <a:tailEnd type="none" w="sm" len="sm"/>
                    </a:lnL>
                    <a:lnR w="19050" cap="flat" cmpd="sng">
                      <a:solidFill>
                        <a:schemeClr val="accent3"/>
                      </a:solidFill>
                      <a:prstDash val="solid"/>
                      <a:round/>
                      <a:headEnd type="none" w="sm" len="sm"/>
                      <a:tailEnd type="none" w="sm" len="sm"/>
                    </a:lnR>
                    <a:lnT w="19050" cap="flat" cmpd="sng">
                      <a:solidFill>
                        <a:schemeClr val="accent3"/>
                      </a:solidFill>
                      <a:prstDash val="solid"/>
                      <a:round/>
                      <a:headEnd type="none" w="sm" len="sm"/>
                      <a:tailEnd type="none" w="sm" len="sm"/>
                    </a:lnT>
                    <a:lnB w="28575" cap="flat" cmpd="sng">
                      <a:solidFill>
                        <a:schemeClr val="accent6"/>
                      </a:solidFill>
                      <a:prstDash val="solid"/>
                      <a:round/>
                      <a:headEnd type="none" w="sm" len="sm"/>
                      <a:tailEnd type="none" w="sm" len="sm"/>
                    </a:lnB>
                    <a:solidFill>
                      <a:srgbClr val="FF0013">
                        <a:alpha val="3350"/>
                      </a:srgbClr>
                    </a:solidFill>
                  </a:tcPr>
                </a:tc>
                <a:tc>
                  <a:txBody>
                    <a:bodyPr/>
                    <a:lstStyle/>
                    <a:p>
                      <a:pPr marL="0" lvl="0" indent="0" algn="ctr" rtl="0">
                        <a:spcBef>
                          <a:spcPts val="0"/>
                        </a:spcBef>
                        <a:spcAft>
                          <a:spcPts val="0"/>
                        </a:spcAft>
                        <a:buNone/>
                      </a:pPr>
                      <a:r>
                        <a:rPr lang="en">
                          <a:solidFill>
                            <a:schemeClr val="lt1"/>
                          </a:solidFill>
                          <a:latin typeface="Jura"/>
                          <a:ea typeface="Jura"/>
                          <a:cs typeface="Jura"/>
                          <a:sym typeface="Jura"/>
                        </a:rPr>
                        <a:t>Jupiter is the fourth-brightest object in the night sky</a:t>
                      </a:r>
                      <a:endParaRPr>
                        <a:solidFill>
                          <a:schemeClr val="lt1"/>
                        </a:solidFill>
                        <a:latin typeface="Jura"/>
                        <a:ea typeface="Jura"/>
                        <a:cs typeface="Jura"/>
                        <a:sym typeface="Jura"/>
                      </a:endParaRPr>
                    </a:p>
                  </a:txBody>
                  <a:tcPr marL="91425" marR="91425" marT="45700" marB="45700" anchor="ctr">
                    <a:lnL w="19050" cap="flat" cmpd="sng">
                      <a:solidFill>
                        <a:schemeClr val="accent3"/>
                      </a:solidFill>
                      <a:prstDash val="solid"/>
                      <a:round/>
                      <a:headEnd type="none" w="sm" len="sm"/>
                      <a:tailEnd type="none" w="sm" len="sm"/>
                    </a:lnL>
                    <a:lnR w="19050" cap="flat" cmpd="sng">
                      <a:solidFill>
                        <a:schemeClr val="accent3"/>
                      </a:solidFill>
                      <a:prstDash val="solid"/>
                      <a:round/>
                      <a:headEnd type="none" w="sm" len="sm"/>
                      <a:tailEnd type="none" w="sm" len="sm"/>
                    </a:lnR>
                    <a:lnT w="19050" cap="flat" cmpd="sng">
                      <a:solidFill>
                        <a:schemeClr val="accent3"/>
                      </a:solidFill>
                      <a:prstDash val="solid"/>
                      <a:round/>
                      <a:headEnd type="none" w="sm" len="sm"/>
                      <a:tailEnd type="none" w="sm" len="sm"/>
                    </a:lnT>
                    <a:lnB w="28575" cap="flat" cmpd="sng">
                      <a:solidFill>
                        <a:schemeClr val="accent6"/>
                      </a:solidFill>
                      <a:prstDash val="solid"/>
                      <a:round/>
                      <a:headEnd type="none" w="sm" len="sm"/>
                      <a:tailEnd type="none" w="sm" len="sm"/>
                    </a:lnB>
                    <a:solidFill>
                      <a:srgbClr val="FF0013">
                        <a:alpha val="3350"/>
                      </a:srgbClr>
                    </a:solidFill>
                  </a:tcPr>
                </a:tc>
                <a:tc>
                  <a:txBody>
                    <a:bodyPr/>
                    <a:lstStyle/>
                    <a:p>
                      <a:pPr marL="0" lvl="0" indent="0" algn="ctr" rtl="0">
                        <a:spcBef>
                          <a:spcPts val="0"/>
                        </a:spcBef>
                        <a:spcAft>
                          <a:spcPts val="0"/>
                        </a:spcAft>
                        <a:buNone/>
                      </a:pPr>
                      <a:r>
                        <a:rPr lang="en">
                          <a:solidFill>
                            <a:schemeClr val="lt1"/>
                          </a:solidFill>
                          <a:latin typeface="Jura"/>
                          <a:ea typeface="Jura"/>
                          <a:cs typeface="Jura"/>
                          <a:sym typeface="Jura"/>
                        </a:rPr>
                        <a:t>“The Sun is a big star”</a:t>
                      </a:r>
                      <a:endParaRPr>
                        <a:solidFill>
                          <a:schemeClr val="lt1"/>
                        </a:solidFill>
                        <a:latin typeface="Jura"/>
                        <a:ea typeface="Jura"/>
                        <a:cs typeface="Jura"/>
                        <a:sym typeface="Jura"/>
                      </a:endParaRPr>
                    </a:p>
                    <a:p>
                      <a:pPr marL="0" lvl="0" indent="0" algn="ctr" rtl="0">
                        <a:spcBef>
                          <a:spcPts val="0"/>
                        </a:spcBef>
                        <a:spcAft>
                          <a:spcPts val="0"/>
                        </a:spcAft>
                        <a:buNone/>
                      </a:pPr>
                      <a:r>
                        <a:rPr lang="en">
                          <a:solidFill>
                            <a:schemeClr val="lt1"/>
                          </a:solidFill>
                          <a:latin typeface="Jura"/>
                          <a:ea typeface="Jura"/>
                          <a:cs typeface="Jura"/>
                          <a:sym typeface="Jura"/>
                        </a:rPr>
                        <a:t>—Matt Path</a:t>
                      </a:r>
                      <a:endParaRPr>
                        <a:solidFill>
                          <a:schemeClr val="lt1"/>
                        </a:solidFill>
                        <a:latin typeface="Jura"/>
                        <a:ea typeface="Jura"/>
                        <a:cs typeface="Jura"/>
                        <a:sym typeface="Jura"/>
                      </a:endParaRPr>
                    </a:p>
                  </a:txBody>
                  <a:tcPr marL="91425" marR="91425" marT="45700" marB="45700" anchor="ctr">
                    <a:lnL w="19050" cap="flat" cmpd="sng">
                      <a:solidFill>
                        <a:schemeClr val="accent3"/>
                      </a:solidFill>
                      <a:prstDash val="solid"/>
                      <a:round/>
                      <a:headEnd type="none" w="sm" len="sm"/>
                      <a:tailEnd type="none" w="sm" len="sm"/>
                    </a:lnL>
                    <a:lnR w="28575" cap="flat" cmpd="sng">
                      <a:solidFill>
                        <a:schemeClr val="accent6"/>
                      </a:solidFill>
                      <a:prstDash val="solid"/>
                      <a:round/>
                      <a:headEnd type="none" w="sm" len="sm"/>
                      <a:tailEnd type="none" w="sm" len="sm"/>
                    </a:lnR>
                    <a:lnT w="19050" cap="flat" cmpd="sng">
                      <a:solidFill>
                        <a:schemeClr val="accent3"/>
                      </a:solidFill>
                      <a:prstDash val="solid"/>
                      <a:round/>
                      <a:headEnd type="none" w="sm" len="sm"/>
                      <a:tailEnd type="none" w="sm" len="sm"/>
                    </a:lnT>
                    <a:lnB w="28575" cap="flat" cmpd="sng">
                      <a:solidFill>
                        <a:schemeClr val="accent6"/>
                      </a:solidFill>
                      <a:prstDash val="solid"/>
                      <a:round/>
                      <a:headEnd type="none" w="sm" len="sm"/>
                      <a:tailEnd type="none" w="sm" len="sm"/>
                    </a:lnB>
                    <a:solidFill>
                      <a:srgbClr val="FF0013">
                        <a:alpha val="3350"/>
                      </a:srgbClr>
                    </a:solidFill>
                  </a:tcPr>
                </a:tc>
                <a:extLst>
                  <a:ext uri="{0D108BD9-81ED-4DB2-BD59-A6C34878D82A}">
                    <a16:rowId xmlns:a16="http://schemas.microsoft.com/office/drawing/2014/main" val="10003"/>
                  </a:ext>
                </a:extLst>
              </a:tr>
            </a:tbl>
          </a:graphicData>
        </a:graphic>
      </p:graphicFrame>
      <p:cxnSp>
        <p:nvCxnSpPr>
          <p:cNvPr id="576" name="Google Shape;576;p50"/>
          <p:cNvCxnSpPr/>
          <p:nvPr/>
        </p:nvCxnSpPr>
        <p:spPr>
          <a:xfrm>
            <a:off x="8574100" y="-16500"/>
            <a:ext cx="0" cy="1890600"/>
          </a:xfrm>
          <a:prstGeom prst="straightConnector1">
            <a:avLst/>
          </a:prstGeom>
          <a:noFill/>
          <a:ln w="28575" cap="flat" cmpd="sng">
            <a:solidFill>
              <a:schemeClr val="accent4"/>
            </a:solidFill>
            <a:prstDash val="solid"/>
            <a:round/>
            <a:headEnd type="none" w="med" len="med"/>
            <a:tailEnd type="diamond" w="med" len="med"/>
          </a:ln>
        </p:spPr>
      </p:cxn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0">
  <p:cSld>
    <p:spTree>
      <p:nvGrpSpPr>
        <p:cNvPr id="1" name="Shape 580"/>
        <p:cNvGrpSpPr/>
        <p:nvPr/>
      </p:nvGrpSpPr>
      <p:grpSpPr>
        <a:xfrm>
          <a:off x="0" y="0"/>
          <a:ext cx="0" cy="0"/>
          <a:chOff x="0" y="0"/>
          <a:chExt cx="0" cy="0"/>
        </a:xfrm>
      </p:grpSpPr>
      <p:sp>
        <p:nvSpPr>
          <p:cNvPr id="581" name="Google Shape;581;p5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Game design creation process</a:t>
            </a:r>
            <a:endParaRPr/>
          </a:p>
        </p:txBody>
      </p:sp>
      <p:sp>
        <p:nvSpPr>
          <p:cNvPr id="582" name="Google Shape;582;p51"/>
          <p:cNvSpPr/>
          <p:nvPr/>
        </p:nvSpPr>
        <p:spPr>
          <a:xfrm>
            <a:off x="720000" y="1810175"/>
            <a:ext cx="2288700" cy="140910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51"/>
          <p:cNvSpPr txBox="1"/>
          <p:nvPr/>
        </p:nvSpPr>
        <p:spPr>
          <a:xfrm>
            <a:off x="828000" y="2420298"/>
            <a:ext cx="2072700"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300" b="1">
                <a:solidFill>
                  <a:schemeClr val="lt1"/>
                </a:solidFill>
                <a:latin typeface="Russo One"/>
                <a:ea typeface="Russo One"/>
                <a:cs typeface="Russo One"/>
                <a:sym typeface="Russo One"/>
              </a:rPr>
              <a:t>Mars</a:t>
            </a:r>
            <a:endParaRPr sz="2300" b="1">
              <a:solidFill>
                <a:schemeClr val="lt1"/>
              </a:solidFill>
              <a:latin typeface="Russo One"/>
              <a:ea typeface="Russo One"/>
              <a:cs typeface="Russo One"/>
              <a:sym typeface="Russo One"/>
            </a:endParaRPr>
          </a:p>
        </p:txBody>
      </p:sp>
      <p:sp>
        <p:nvSpPr>
          <p:cNvPr id="584" name="Google Shape;584;p51"/>
          <p:cNvSpPr txBox="1"/>
          <p:nvPr/>
        </p:nvSpPr>
        <p:spPr>
          <a:xfrm>
            <a:off x="828000" y="2669425"/>
            <a:ext cx="20727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Jura"/>
                <a:ea typeface="Jura"/>
                <a:cs typeface="Jura"/>
                <a:sym typeface="Jura"/>
              </a:rPr>
              <a:t>Mars is actually a very cold place</a:t>
            </a:r>
            <a:endParaRPr>
              <a:solidFill>
                <a:schemeClr val="lt1"/>
              </a:solidFill>
              <a:latin typeface="Jura"/>
              <a:ea typeface="Jura"/>
              <a:cs typeface="Jura"/>
              <a:sym typeface="Jura"/>
            </a:endParaRPr>
          </a:p>
        </p:txBody>
      </p:sp>
      <p:sp>
        <p:nvSpPr>
          <p:cNvPr id="585" name="Google Shape;585;p51"/>
          <p:cNvSpPr txBox="1"/>
          <p:nvPr/>
        </p:nvSpPr>
        <p:spPr>
          <a:xfrm>
            <a:off x="720000" y="3669200"/>
            <a:ext cx="2288700" cy="43890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300" b="1">
                <a:solidFill>
                  <a:schemeClr val="lt1"/>
                </a:solidFill>
                <a:latin typeface="Russo One"/>
                <a:ea typeface="Russo One"/>
                <a:cs typeface="Russo One"/>
                <a:sym typeface="Russo One"/>
              </a:rPr>
              <a:t>Step 01</a:t>
            </a:r>
            <a:endParaRPr sz="2300" b="1">
              <a:solidFill>
                <a:schemeClr val="lt1"/>
              </a:solidFill>
              <a:latin typeface="Russo One"/>
              <a:ea typeface="Russo One"/>
              <a:cs typeface="Russo One"/>
              <a:sym typeface="Russo One"/>
            </a:endParaRPr>
          </a:p>
        </p:txBody>
      </p:sp>
      <p:cxnSp>
        <p:nvCxnSpPr>
          <p:cNvPr id="586" name="Google Shape;586;p51"/>
          <p:cNvCxnSpPr>
            <a:stCxn id="582" idx="2"/>
            <a:endCxn id="585" idx="0"/>
          </p:cNvCxnSpPr>
          <p:nvPr/>
        </p:nvCxnSpPr>
        <p:spPr>
          <a:xfrm>
            <a:off x="1864350" y="3219275"/>
            <a:ext cx="0" cy="450000"/>
          </a:xfrm>
          <a:prstGeom prst="straightConnector1">
            <a:avLst/>
          </a:prstGeom>
          <a:noFill/>
          <a:ln w="19050" cap="flat" cmpd="sng">
            <a:solidFill>
              <a:schemeClr val="accent3"/>
            </a:solidFill>
            <a:prstDash val="solid"/>
            <a:round/>
            <a:headEnd type="none" w="med" len="med"/>
            <a:tailEnd type="none" w="med" len="med"/>
          </a:ln>
        </p:spPr>
      </p:cxnSp>
      <p:sp>
        <p:nvSpPr>
          <p:cNvPr id="587" name="Google Shape;587;p51"/>
          <p:cNvSpPr/>
          <p:nvPr/>
        </p:nvSpPr>
        <p:spPr>
          <a:xfrm>
            <a:off x="3427650" y="1429175"/>
            <a:ext cx="2288700" cy="140910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51"/>
          <p:cNvSpPr txBox="1"/>
          <p:nvPr/>
        </p:nvSpPr>
        <p:spPr>
          <a:xfrm>
            <a:off x="3535650" y="2039298"/>
            <a:ext cx="2072700"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300" b="1">
                <a:solidFill>
                  <a:schemeClr val="lt1"/>
                </a:solidFill>
                <a:latin typeface="Russo One"/>
                <a:ea typeface="Russo One"/>
                <a:cs typeface="Russo One"/>
                <a:sym typeface="Russo One"/>
              </a:rPr>
              <a:t>Venus</a:t>
            </a:r>
            <a:endParaRPr sz="2300" b="1">
              <a:solidFill>
                <a:schemeClr val="lt1"/>
              </a:solidFill>
              <a:latin typeface="Russo One"/>
              <a:ea typeface="Russo One"/>
              <a:cs typeface="Russo One"/>
              <a:sym typeface="Russo One"/>
            </a:endParaRPr>
          </a:p>
        </p:txBody>
      </p:sp>
      <p:sp>
        <p:nvSpPr>
          <p:cNvPr id="589" name="Google Shape;589;p51"/>
          <p:cNvSpPr txBox="1"/>
          <p:nvPr/>
        </p:nvSpPr>
        <p:spPr>
          <a:xfrm>
            <a:off x="3535650" y="2288425"/>
            <a:ext cx="20727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Jura"/>
                <a:ea typeface="Jura"/>
                <a:cs typeface="Jura"/>
                <a:sym typeface="Jura"/>
              </a:rPr>
              <a:t>Venus is the second planet from the Sun</a:t>
            </a:r>
            <a:endParaRPr>
              <a:solidFill>
                <a:schemeClr val="lt1"/>
              </a:solidFill>
              <a:latin typeface="Jura"/>
              <a:ea typeface="Jura"/>
              <a:cs typeface="Jura"/>
              <a:sym typeface="Jura"/>
            </a:endParaRPr>
          </a:p>
        </p:txBody>
      </p:sp>
      <p:sp>
        <p:nvSpPr>
          <p:cNvPr id="590" name="Google Shape;590;p51"/>
          <p:cNvSpPr txBox="1"/>
          <p:nvPr/>
        </p:nvSpPr>
        <p:spPr>
          <a:xfrm>
            <a:off x="3427650" y="3288200"/>
            <a:ext cx="2288700" cy="43890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300" b="1">
                <a:solidFill>
                  <a:schemeClr val="lt1"/>
                </a:solidFill>
                <a:latin typeface="Russo One"/>
                <a:ea typeface="Russo One"/>
                <a:cs typeface="Russo One"/>
                <a:sym typeface="Russo One"/>
              </a:rPr>
              <a:t>Step 02</a:t>
            </a:r>
            <a:endParaRPr sz="2300" b="1">
              <a:solidFill>
                <a:schemeClr val="lt1"/>
              </a:solidFill>
              <a:latin typeface="Russo One"/>
              <a:ea typeface="Russo One"/>
              <a:cs typeface="Russo One"/>
              <a:sym typeface="Russo One"/>
            </a:endParaRPr>
          </a:p>
        </p:txBody>
      </p:sp>
      <p:cxnSp>
        <p:nvCxnSpPr>
          <p:cNvPr id="591" name="Google Shape;591;p51"/>
          <p:cNvCxnSpPr>
            <a:stCxn id="587" idx="2"/>
            <a:endCxn id="590" idx="0"/>
          </p:cNvCxnSpPr>
          <p:nvPr/>
        </p:nvCxnSpPr>
        <p:spPr>
          <a:xfrm>
            <a:off x="4572000" y="2838275"/>
            <a:ext cx="0" cy="450000"/>
          </a:xfrm>
          <a:prstGeom prst="straightConnector1">
            <a:avLst/>
          </a:prstGeom>
          <a:noFill/>
          <a:ln w="19050" cap="flat" cmpd="sng">
            <a:solidFill>
              <a:schemeClr val="accent3"/>
            </a:solidFill>
            <a:prstDash val="solid"/>
            <a:round/>
            <a:headEnd type="none" w="med" len="med"/>
            <a:tailEnd type="none" w="med" len="med"/>
          </a:ln>
        </p:spPr>
      </p:cxnSp>
      <p:sp>
        <p:nvSpPr>
          <p:cNvPr id="592" name="Google Shape;592;p51"/>
          <p:cNvSpPr/>
          <p:nvPr/>
        </p:nvSpPr>
        <p:spPr>
          <a:xfrm>
            <a:off x="6135300" y="1810175"/>
            <a:ext cx="2288700" cy="140910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51"/>
          <p:cNvSpPr txBox="1"/>
          <p:nvPr/>
        </p:nvSpPr>
        <p:spPr>
          <a:xfrm>
            <a:off x="6243300" y="2420298"/>
            <a:ext cx="2072700" cy="25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300" b="1">
                <a:solidFill>
                  <a:schemeClr val="lt1"/>
                </a:solidFill>
                <a:latin typeface="Russo One"/>
                <a:ea typeface="Russo One"/>
                <a:cs typeface="Russo One"/>
                <a:sym typeface="Russo One"/>
              </a:rPr>
              <a:t>Mercury</a:t>
            </a:r>
            <a:endParaRPr sz="2300" b="1">
              <a:solidFill>
                <a:schemeClr val="lt1"/>
              </a:solidFill>
              <a:latin typeface="Russo One"/>
              <a:ea typeface="Russo One"/>
              <a:cs typeface="Russo One"/>
              <a:sym typeface="Russo One"/>
            </a:endParaRPr>
          </a:p>
        </p:txBody>
      </p:sp>
      <p:sp>
        <p:nvSpPr>
          <p:cNvPr id="594" name="Google Shape;594;p51"/>
          <p:cNvSpPr txBox="1"/>
          <p:nvPr/>
        </p:nvSpPr>
        <p:spPr>
          <a:xfrm>
            <a:off x="6243300" y="2669425"/>
            <a:ext cx="20727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Jura"/>
                <a:ea typeface="Jura"/>
                <a:cs typeface="Jura"/>
                <a:sym typeface="Jura"/>
              </a:rPr>
              <a:t>It’s the closest planet to the Sun</a:t>
            </a:r>
            <a:endParaRPr>
              <a:solidFill>
                <a:schemeClr val="lt1"/>
              </a:solidFill>
              <a:latin typeface="Jura"/>
              <a:ea typeface="Jura"/>
              <a:cs typeface="Jura"/>
              <a:sym typeface="Jura"/>
            </a:endParaRPr>
          </a:p>
        </p:txBody>
      </p:sp>
      <p:sp>
        <p:nvSpPr>
          <p:cNvPr id="595" name="Google Shape;595;p51"/>
          <p:cNvSpPr txBox="1"/>
          <p:nvPr/>
        </p:nvSpPr>
        <p:spPr>
          <a:xfrm>
            <a:off x="6135300" y="3669200"/>
            <a:ext cx="2288700" cy="43890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300" b="1">
                <a:solidFill>
                  <a:schemeClr val="lt1"/>
                </a:solidFill>
                <a:latin typeface="Russo One"/>
                <a:ea typeface="Russo One"/>
                <a:cs typeface="Russo One"/>
                <a:sym typeface="Russo One"/>
              </a:rPr>
              <a:t>Step 03</a:t>
            </a:r>
            <a:endParaRPr sz="2300" b="1">
              <a:solidFill>
                <a:schemeClr val="lt1"/>
              </a:solidFill>
              <a:latin typeface="Russo One"/>
              <a:ea typeface="Russo One"/>
              <a:cs typeface="Russo One"/>
              <a:sym typeface="Russo One"/>
            </a:endParaRPr>
          </a:p>
        </p:txBody>
      </p:sp>
      <p:cxnSp>
        <p:nvCxnSpPr>
          <p:cNvPr id="596" name="Google Shape;596;p51"/>
          <p:cNvCxnSpPr>
            <a:stCxn id="592" idx="2"/>
            <a:endCxn id="595" idx="0"/>
          </p:cNvCxnSpPr>
          <p:nvPr/>
        </p:nvCxnSpPr>
        <p:spPr>
          <a:xfrm>
            <a:off x="7279650" y="3219275"/>
            <a:ext cx="0" cy="450000"/>
          </a:xfrm>
          <a:prstGeom prst="straightConnector1">
            <a:avLst/>
          </a:prstGeom>
          <a:noFill/>
          <a:ln w="19050" cap="flat" cmpd="sng">
            <a:solidFill>
              <a:schemeClr val="accent3"/>
            </a:solidFill>
            <a:prstDash val="solid"/>
            <a:round/>
            <a:headEnd type="none" w="med" len="med"/>
            <a:tailEnd type="none" w="med" len="med"/>
          </a:ln>
        </p:spPr>
      </p:cxnSp>
      <p:cxnSp>
        <p:nvCxnSpPr>
          <p:cNvPr id="597" name="Google Shape;597;p51"/>
          <p:cNvCxnSpPr>
            <a:stCxn id="590" idx="1"/>
            <a:endCxn id="585" idx="3"/>
          </p:cNvCxnSpPr>
          <p:nvPr/>
        </p:nvCxnSpPr>
        <p:spPr>
          <a:xfrm flipH="1">
            <a:off x="3008850" y="3507650"/>
            <a:ext cx="418800" cy="381000"/>
          </a:xfrm>
          <a:prstGeom prst="bentConnector3">
            <a:avLst>
              <a:gd name="adj1" fmla="val 50018"/>
            </a:avLst>
          </a:prstGeom>
          <a:noFill/>
          <a:ln w="19050" cap="flat" cmpd="sng">
            <a:solidFill>
              <a:schemeClr val="accent3"/>
            </a:solidFill>
            <a:prstDash val="solid"/>
            <a:round/>
            <a:headEnd type="none" w="med" len="med"/>
            <a:tailEnd type="none" w="med" len="med"/>
          </a:ln>
        </p:spPr>
      </p:cxnSp>
      <p:cxnSp>
        <p:nvCxnSpPr>
          <p:cNvPr id="598" name="Google Shape;598;p51"/>
          <p:cNvCxnSpPr>
            <a:stCxn id="595" idx="1"/>
            <a:endCxn id="590" idx="3"/>
          </p:cNvCxnSpPr>
          <p:nvPr/>
        </p:nvCxnSpPr>
        <p:spPr>
          <a:xfrm rot="10800000">
            <a:off x="5716500" y="3507650"/>
            <a:ext cx="418800" cy="381000"/>
          </a:xfrm>
          <a:prstGeom prst="bentConnector3">
            <a:avLst>
              <a:gd name="adj1" fmla="val 50018"/>
            </a:avLst>
          </a:prstGeom>
          <a:noFill/>
          <a:ln w="19050" cap="flat" cmpd="sng">
            <a:solidFill>
              <a:schemeClr val="accent3"/>
            </a:solidFill>
            <a:prstDash val="solid"/>
            <a:round/>
            <a:headEnd type="none" w="med" len="med"/>
            <a:tailEnd type="none" w="med" len="med"/>
          </a:ln>
        </p:spPr>
      </p:cxnSp>
      <p:grpSp>
        <p:nvGrpSpPr>
          <p:cNvPr id="599" name="Google Shape;599;p51"/>
          <p:cNvGrpSpPr/>
          <p:nvPr/>
        </p:nvGrpSpPr>
        <p:grpSpPr>
          <a:xfrm>
            <a:off x="4427999" y="1551653"/>
            <a:ext cx="288013" cy="377888"/>
            <a:chOff x="5635122" y="2315133"/>
            <a:chExt cx="288013" cy="377888"/>
          </a:xfrm>
        </p:grpSpPr>
        <p:sp>
          <p:nvSpPr>
            <p:cNvPr id="600" name="Google Shape;600;p51"/>
            <p:cNvSpPr/>
            <p:nvPr/>
          </p:nvSpPr>
          <p:spPr>
            <a:xfrm>
              <a:off x="5708979" y="2359383"/>
              <a:ext cx="22192" cy="22165"/>
            </a:xfrm>
            <a:custGeom>
              <a:avLst/>
              <a:gdLst/>
              <a:ahLst/>
              <a:cxnLst/>
              <a:rect l="l" t="t" r="r" b="b"/>
              <a:pathLst>
                <a:path w="823" h="822" extrusionOk="0">
                  <a:moveTo>
                    <a:pt x="414" y="1"/>
                  </a:moveTo>
                  <a:cubicBezTo>
                    <a:pt x="189" y="1"/>
                    <a:pt x="1" y="183"/>
                    <a:pt x="1" y="408"/>
                  </a:cubicBezTo>
                  <a:cubicBezTo>
                    <a:pt x="1" y="640"/>
                    <a:pt x="189" y="822"/>
                    <a:pt x="414" y="822"/>
                  </a:cubicBezTo>
                  <a:cubicBezTo>
                    <a:pt x="640" y="822"/>
                    <a:pt x="822" y="640"/>
                    <a:pt x="822" y="408"/>
                  </a:cubicBezTo>
                  <a:cubicBezTo>
                    <a:pt x="822" y="183"/>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51"/>
            <p:cNvSpPr/>
            <p:nvPr/>
          </p:nvSpPr>
          <p:spPr>
            <a:xfrm>
              <a:off x="5753283" y="2359383"/>
              <a:ext cx="51746" cy="22165"/>
            </a:xfrm>
            <a:custGeom>
              <a:avLst/>
              <a:gdLst/>
              <a:ahLst/>
              <a:cxnLst/>
              <a:rect l="l" t="t" r="r" b="b"/>
              <a:pathLst>
                <a:path w="1919" h="822" extrusionOk="0">
                  <a:moveTo>
                    <a:pt x="414" y="1"/>
                  </a:moveTo>
                  <a:cubicBezTo>
                    <a:pt x="188" y="1"/>
                    <a:pt x="0" y="183"/>
                    <a:pt x="0" y="408"/>
                  </a:cubicBezTo>
                  <a:cubicBezTo>
                    <a:pt x="0" y="640"/>
                    <a:pt x="188" y="822"/>
                    <a:pt x="414" y="822"/>
                  </a:cubicBezTo>
                  <a:lnTo>
                    <a:pt x="1511" y="822"/>
                  </a:lnTo>
                  <a:cubicBezTo>
                    <a:pt x="1736" y="822"/>
                    <a:pt x="1918" y="640"/>
                    <a:pt x="1918" y="408"/>
                  </a:cubicBezTo>
                  <a:cubicBezTo>
                    <a:pt x="1918" y="183"/>
                    <a:pt x="1736" y="1"/>
                    <a:pt x="15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51"/>
            <p:cNvSpPr/>
            <p:nvPr/>
          </p:nvSpPr>
          <p:spPr>
            <a:xfrm>
              <a:off x="5746029" y="2626579"/>
              <a:ext cx="66415" cy="22192"/>
            </a:xfrm>
            <a:custGeom>
              <a:avLst/>
              <a:gdLst/>
              <a:ahLst/>
              <a:cxnLst/>
              <a:rect l="l" t="t" r="r" b="b"/>
              <a:pathLst>
                <a:path w="2463" h="823" extrusionOk="0">
                  <a:moveTo>
                    <a:pt x="408" y="1"/>
                  </a:moveTo>
                  <a:cubicBezTo>
                    <a:pt x="182" y="1"/>
                    <a:pt x="0" y="183"/>
                    <a:pt x="0" y="409"/>
                  </a:cubicBezTo>
                  <a:cubicBezTo>
                    <a:pt x="0" y="640"/>
                    <a:pt x="182" y="822"/>
                    <a:pt x="408" y="822"/>
                  </a:cubicBezTo>
                  <a:lnTo>
                    <a:pt x="2049" y="822"/>
                  </a:lnTo>
                  <a:cubicBezTo>
                    <a:pt x="2274" y="822"/>
                    <a:pt x="2462" y="640"/>
                    <a:pt x="2462" y="409"/>
                  </a:cubicBezTo>
                  <a:cubicBezTo>
                    <a:pt x="2462" y="183"/>
                    <a:pt x="2274" y="1"/>
                    <a:pt x="20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51"/>
            <p:cNvSpPr/>
            <p:nvPr/>
          </p:nvSpPr>
          <p:spPr>
            <a:xfrm>
              <a:off x="5834555" y="2626579"/>
              <a:ext cx="22165" cy="22192"/>
            </a:xfrm>
            <a:custGeom>
              <a:avLst/>
              <a:gdLst/>
              <a:ahLst/>
              <a:cxnLst/>
              <a:rect l="l" t="t" r="r" b="b"/>
              <a:pathLst>
                <a:path w="822" h="823" extrusionOk="0">
                  <a:moveTo>
                    <a:pt x="408" y="1"/>
                  </a:moveTo>
                  <a:cubicBezTo>
                    <a:pt x="183" y="1"/>
                    <a:pt x="1" y="183"/>
                    <a:pt x="1" y="409"/>
                  </a:cubicBezTo>
                  <a:cubicBezTo>
                    <a:pt x="1" y="640"/>
                    <a:pt x="183" y="822"/>
                    <a:pt x="408" y="822"/>
                  </a:cubicBezTo>
                  <a:cubicBezTo>
                    <a:pt x="634" y="822"/>
                    <a:pt x="822" y="640"/>
                    <a:pt x="822" y="409"/>
                  </a:cubicBezTo>
                  <a:cubicBezTo>
                    <a:pt x="822" y="183"/>
                    <a:pt x="634"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51"/>
            <p:cNvSpPr/>
            <p:nvPr/>
          </p:nvSpPr>
          <p:spPr>
            <a:xfrm>
              <a:off x="5701726" y="2626579"/>
              <a:ext cx="22165" cy="22192"/>
            </a:xfrm>
            <a:custGeom>
              <a:avLst/>
              <a:gdLst/>
              <a:ahLst/>
              <a:cxnLst/>
              <a:rect l="l" t="t" r="r" b="b"/>
              <a:pathLst>
                <a:path w="822" h="823" extrusionOk="0">
                  <a:moveTo>
                    <a:pt x="408" y="1"/>
                  </a:moveTo>
                  <a:cubicBezTo>
                    <a:pt x="183" y="1"/>
                    <a:pt x="1" y="183"/>
                    <a:pt x="1" y="409"/>
                  </a:cubicBezTo>
                  <a:cubicBezTo>
                    <a:pt x="1" y="640"/>
                    <a:pt x="183" y="822"/>
                    <a:pt x="408" y="822"/>
                  </a:cubicBezTo>
                  <a:cubicBezTo>
                    <a:pt x="634" y="822"/>
                    <a:pt x="822" y="640"/>
                    <a:pt x="822" y="409"/>
                  </a:cubicBezTo>
                  <a:cubicBezTo>
                    <a:pt x="822" y="183"/>
                    <a:pt x="634"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51"/>
            <p:cNvSpPr/>
            <p:nvPr/>
          </p:nvSpPr>
          <p:spPr>
            <a:xfrm>
              <a:off x="5635122" y="2315133"/>
              <a:ext cx="288013" cy="377888"/>
            </a:xfrm>
            <a:custGeom>
              <a:avLst/>
              <a:gdLst/>
              <a:ahLst/>
              <a:cxnLst/>
              <a:rect l="l" t="t" r="r" b="b"/>
              <a:pathLst>
                <a:path w="10681" h="14014" extrusionOk="0">
                  <a:moveTo>
                    <a:pt x="8626" y="822"/>
                  </a:moveTo>
                  <a:cubicBezTo>
                    <a:pt x="8851" y="822"/>
                    <a:pt x="9039" y="1002"/>
                    <a:pt x="9039" y="1228"/>
                  </a:cubicBezTo>
                  <a:lnTo>
                    <a:pt x="9039" y="4181"/>
                  </a:lnTo>
                  <a:cubicBezTo>
                    <a:pt x="8799" y="3976"/>
                    <a:pt x="8488" y="3858"/>
                    <a:pt x="8157" y="3858"/>
                  </a:cubicBezTo>
                  <a:cubicBezTo>
                    <a:pt x="8133" y="3858"/>
                    <a:pt x="8109" y="3859"/>
                    <a:pt x="8086" y="3860"/>
                  </a:cubicBezTo>
                  <a:cubicBezTo>
                    <a:pt x="7642" y="3886"/>
                    <a:pt x="7240" y="4143"/>
                    <a:pt x="7009" y="4525"/>
                  </a:cubicBezTo>
                  <a:lnTo>
                    <a:pt x="6995" y="4545"/>
                  </a:lnTo>
                  <a:lnTo>
                    <a:pt x="3686" y="4545"/>
                  </a:lnTo>
                  <a:lnTo>
                    <a:pt x="3674" y="4525"/>
                  </a:lnTo>
                  <a:cubicBezTo>
                    <a:pt x="3442" y="4143"/>
                    <a:pt x="3041" y="3886"/>
                    <a:pt x="2595" y="3860"/>
                  </a:cubicBezTo>
                  <a:cubicBezTo>
                    <a:pt x="2572" y="3859"/>
                    <a:pt x="2548" y="3858"/>
                    <a:pt x="2525" y="3858"/>
                  </a:cubicBezTo>
                  <a:cubicBezTo>
                    <a:pt x="2194" y="3858"/>
                    <a:pt x="1884" y="3976"/>
                    <a:pt x="1649" y="4181"/>
                  </a:cubicBezTo>
                  <a:lnTo>
                    <a:pt x="1649" y="1228"/>
                  </a:lnTo>
                  <a:cubicBezTo>
                    <a:pt x="1649" y="1002"/>
                    <a:pt x="1831" y="822"/>
                    <a:pt x="2057" y="822"/>
                  </a:cubicBezTo>
                  <a:close/>
                  <a:moveTo>
                    <a:pt x="8168" y="4681"/>
                  </a:moveTo>
                  <a:cubicBezTo>
                    <a:pt x="8374" y="4681"/>
                    <a:pt x="8562" y="4808"/>
                    <a:pt x="8644" y="5002"/>
                  </a:cubicBezTo>
                  <a:lnTo>
                    <a:pt x="9691" y="7640"/>
                  </a:lnTo>
                  <a:cubicBezTo>
                    <a:pt x="9803" y="7921"/>
                    <a:pt x="9861" y="8216"/>
                    <a:pt x="9861" y="8523"/>
                  </a:cubicBezTo>
                  <a:cubicBezTo>
                    <a:pt x="9861" y="8968"/>
                    <a:pt x="9497" y="9332"/>
                    <a:pt x="9051" y="9332"/>
                  </a:cubicBezTo>
                  <a:cubicBezTo>
                    <a:pt x="8869" y="9332"/>
                    <a:pt x="8695" y="9269"/>
                    <a:pt x="8550" y="9162"/>
                  </a:cubicBezTo>
                  <a:lnTo>
                    <a:pt x="6965" y="7915"/>
                  </a:lnTo>
                  <a:cubicBezTo>
                    <a:pt x="6896" y="7860"/>
                    <a:pt x="6801" y="7828"/>
                    <a:pt x="6714" y="7828"/>
                  </a:cubicBezTo>
                  <a:lnTo>
                    <a:pt x="3975" y="7828"/>
                  </a:lnTo>
                  <a:cubicBezTo>
                    <a:pt x="3882" y="7828"/>
                    <a:pt x="3793" y="7860"/>
                    <a:pt x="3718" y="7915"/>
                  </a:cubicBezTo>
                  <a:lnTo>
                    <a:pt x="2138" y="9162"/>
                  </a:lnTo>
                  <a:cubicBezTo>
                    <a:pt x="1994" y="9269"/>
                    <a:pt x="1819" y="9332"/>
                    <a:pt x="1637" y="9332"/>
                  </a:cubicBezTo>
                  <a:cubicBezTo>
                    <a:pt x="1192" y="9332"/>
                    <a:pt x="828" y="8968"/>
                    <a:pt x="828" y="8523"/>
                  </a:cubicBezTo>
                  <a:cubicBezTo>
                    <a:pt x="828" y="8216"/>
                    <a:pt x="885" y="7921"/>
                    <a:pt x="998" y="7640"/>
                  </a:cubicBezTo>
                  <a:lnTo>
                    <a:pt x="2045" y="5002"/>
                  </a:lnTo>
                  <a:cubicBezTo>
                    <a:pt x="2120" y="4808"/>
                    <a:pt x="2308" y="4681"/>
                    <a:pt x="2520" y="4681"/>
                  </a:cubicBezTo>
                  <a:cubicBezTo>
                    <a:pt x="2696" y="4681"/>
                    <a:pt x="2866" y="4776"/>
                    <a:pt x="2959" y="4927"/>
                  </a:cubicBezTo>
                  <a:lnTo>
                    <a:pt x="3104" y="5164"/>
                  </a:lnTo>
                  <a:cubicBezTo>
                    <a:pt x="3179" y="5289"/>
                    <a:pt x="3310" y="5364"/>
                    <a:pt x="3454" y="5364"/>
                  </a:cubicBezTo>
                  <a:lnTo>
                    <a:pt x="7234" y="5364"/>
                  </a:lnTo>
                  <a:cubicBezTo>
                    <a:pt x="7379" y="5364"/>
                    <a:pt x="7510" y="5289"/>
                    <a:pt x="7585" y="5164"/>
                  </a:cubicBezTo>
                  <a:lnTo>
                    <a:pt x="7723" y="4927"/>
                  </a:lnTo>
                  <a:cubicBezTo>
                    <a:pt x="7816" y="4776"/>
                    <a:pt x="7986" y="4681"/>
                    <a:pt x="8168" y="4681"/>
                  </a:cubicBezTo>
                  <a:close/>
                  <a:moveTo>
                    <a:pt x="6569" y="8649"/>
                  </a:moveTo>
                  <a:lnTo>
                    <a:pt x="8042" y="9809"/>
                  </a:lnTo>
                  <a:cubicBezTo>
                    <a:pt x="8325" y="10027"/>
                    <a:pt x="8675" y="10154"/>
                    <a:pt x="9039" y="10154"/>
                  </a:cubicBezTo>
                  <a:lnTo>
                    <a:pt x="9039" y="12780"/>
                  </a:lnTo>
                  <a:cubicBezTo>
                    <a:pt x="9039" y="13011"/>
                    <a:pt x="8851" y="13193"/>
                    <a:pt x="8626" y="13193"/>
                  </a:cubicBezTo>
                  <a:lnTo>
                    <a:pt x="2057" y="13193"/>
                  </a:lnTo>
                  <a:cubicBezTo>
                    <a:pt x="1831" y="13193"/>
                    <a:pt x="1649" y="13011"/>
                    <a:pt x="1649" y="12780"/>
                  </a:cubicBezTo>
                  <a:lnTo>
                    <a:pt x="1649" y="10154"/>
                  </a:lnTo>
                  <a:cubicBezTo>
                    <a:pt x="2007" y="10154"/>
                    <a:pt x="2358" y="10027"/>
                    <a:pt x="2641" y="9809"/>
                  </a:cubicBezTo>
                  <a:lnTo>
                    <a:pt x="4113" y="8649"/>
                  </a:lnTo>
                  <a:close/>
                  <a:moveTo>
                    <a:pt x="2057" y="1"/>
                  </a:moveTo>
                  <a:cubicBezTo>
                    <a:pt x="1380" y="1"/>
                    <a:pt x="828" y="551"/>
                    <a:pt x="828" y="1228"/>
                  </a:cubicBezTo>
                  <a:lnTo>
                    <a:pt x="828" y="5841"/>
                  </a:lnTo>
                  <a:lnTo>
                    <a:pt x="234" y="7333"/>
                  </a:lnTo>
                  <a:cubicBezTo>
                    <a:pt x="83" y="7715"/>
                    <a:pt x="1" y="8117"/>
                    <a:pt x="1" y="8523"/>
                  </a:cubicBezTo>
                  <a:cubicBezTo>
                    <a:pt x="1" y="9125"/>
                    <a:pt x="333" y="9659"/>
                    <a:pt x="828" y="9940"/>
                  </a:cubicBezTo>
                  <a:lnTo>
                    <a:pt x="828" y="12780"/>
                  </a:lnTo>
                  <a:cubicBezTo>
                    <a:pt x="828" y="13463"/>
                    <a:pt x="1380" y="14013"/>
                    <a:pt x="2057" y="14013"/>
                  </a:cubicBezTo>
                  <a:lnTo>
                    <a:pt x="8626" y="14013"/>
                  </a:lnTo>
                  <a:cubicBezTo>
                    <a:pt x="9309" y="14013"/>
                    <a:pt x="9861" y="13463"/>
                    <a:pt x="9861" y="12780"/>
                  </a:cubicBezTo>
                  <a:lnTo>
                    <a:pt x="9861" y="9940"/>
                  </a:lnTo>
                  <a:cubicBezTo>
                    <a:pt x="10349" y="9659"/>
                    <a:pt x="10680" y="9125"/>
                    <a:pt x="10680" y="8523"/>
                  </a:cubicBezTo>
                  <a:cubicBezTo>
                    <a:pt x="10680" y="8117"/>
                    <a:pt x="10605" y="7715"/>
                    <a:pt x="10449" y="7333"/>
                  </a:cubicBezTo>
                  <a:lnTo>
                    <a:pt x="9861" y="5841"/>
                  </a:lnTo>
                  <a:lnTo>
                    <a:pt x="9861" y="1228"/>
                  </a:lnTo>
                  <a:cubicBezTo>
                    <a:pt x="9861" y="551"/>
                    <a:pt x="9309" y="1"/>
                    <a:pt x="86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51"/>
            <p:cNvSpPr/>
            <p:nvPr/>
          </p:nvSpPr>
          <p:spPr>
            <a:xfrm>
              <a:off x="5834555" y="2481912"/>
              <a:ext cx="22165" cy="22165"/>
            </a:xfrm>
            <a:custGeom>
              <a:avLst/>
              <a:gdLst/>
              <a:ahLst/>
              <a:cxnLst/>
              <a:rect l="l" t="t" r="r" b="b"/>
              <a:pathLst>
                <a:path w="822" h="822" extrusionOk="0">
                  <a:moveTo>
                    <a:pt x="408" y="1"/>
                  </a:moveTo>
                  <a:cubicBezTo>
                    <a:pt x="183" y="1"/>
                    <a:pt x="1" y="183"/>
                    <a:pt x="1" y="408"/>
                  </a:cubicBezTo>
                  <a:cubicBezTo>
                    <a:pt x="1" y="640"/>
                    <a:pt x="183" y="822"/>
                    <a:pt x="408" y="822"/>
                  </a:cubicBezTo>
                  <a:cubicBezTo>
                    <a:pt x="634" y="822"/>
                    <a:pt x="822" y="640"/>
                    <a:pt x="822" y="408"/>
                  </a:cubicBezTo>
                  <a:cubicBezTo>
                    <a:pt x="822" y="183"/>
                    <a:pt x="634"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51"/>
            <p:cNvSpPr/>
            <p:nvPr/>
          </p:nvSpPr>
          <p:spPr>
            <a:xfrm>
              <a:off x="5790279" y="2481912"/>
              <a:ext cx="22165" cy="22165"/>
            </a:xfrm>
            <a:custGeom>
              <a:avLst/>
              <a:gdLst/>
              <a:ahLst/>
              <a:cxnLst/>
              <a:rect l="l" t="t" r="r" b="b"/>
              <a:pathLst>
                <a:path w="822" h="822" extrusionOk="0">
                  <a:moveTo>
                    <a:pt x="408" y="1"/>
                  </a:moveTo>
                  <a:cubicBezTo>
                    <a:pt x="182" y="1"/>
                    <a:pt x="0" y="183"/>
                    <a:pt x="0" y="408"/>
                  </a:cubicBezTo>
                  <a:cubicBezTo>
                    <a:pt x="0" y="640"/>
                    <a:pt x="182" y="822"/>
                    <a:pt x="408" y="822"/>
                  </a:cubicBezTo>
                  <a:cubicBezTo>
                    <a:pt x="633" y="822"/>
                    <a:pt x="821" y="640"/>
                    <a:pt x="821" y="408"/>
                  </a:cubicBezTo>
                  <a:cubicBezTo>
                    <a:pt x="821" y="183"/>
                    <a:pt x="633"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51"/>
            <p:cNvSpPr/>
            <p:nvPr/>
          </p:nvSpPr>
          <p:spPr>
            <a:xfrm>
              <a:off x="5701726" y="2481912"/>
              <a:ext cx="58999" cy="22165"/>
            </a:xfrm>
            <a:custGeom>
              <a:avLst/>
              <a:gdLst/>
              <a:ahLst/>
              <a:cxnLst/>
              <a:rect l="l" t="t" r="r" b="b"/>
              <a:pathLst>
                <a:path w="2188" h="822" extrusionOk="0">
                  <a:moveTo>
                    <a:pt x="408" y="1"/>
                  </a:moveTo>
                  <a:cubicBezTo>
                    <a:pt x="183" y="1"/>
                    <a:pt x="1" y="183"/>
                    <a:pt x="1" y="408"/>
                  </a:cubicBezTo>
                  <a:cubicBezTo>
                    <a:pt x="1" y="640"/>
                    <a:pt x="183" y="822"/>
                    <a:pt x="408" y="822"/>
                  </a:cubicBezTo>
                  <a:lnTo>
                    <a:pt x="1780" y="822"/>
                  </a:lnTo>
                  <a:cubicBezTo>
                    <a:pt x="2006" y="822"/>
                    <a:pt x="2188" y="640"/>
                    <a:pt x="2188" y="408"/>
                  </a:cubicBezTo>
                  <a:cubicBezTo>
                    <a:pt x="2188" y="183"/>
                    <a:pt x="2006" y="1"/>
                    <a:pt x="17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 name="Google Shape;609;p51"/>
          <p:cNvGrpSpPr/>
          <p:nvPr/>
        </p:nvGrpSpPr>
        <p:grpSpPr>
          <a:xfrm>
            <a:off x="7106177" y="1929546"/>
            <a:ext cx="287824" cy="377914"/>
            <a:chOff x="4007353" y="1720259"/>
            <a:chExt cx="287824" cy="377914"/>
          </a:xfrm>
        </p:grpSpPr>
        <p:sp>
          <p:nvSpPr>
            <p:cNvPr id="610" name="Google Shape;610;p51"/>
            <p:cNvSpPr/>
            <p:nvPr/>
          </p:nvSpPr>
          <p:spPr>
            <a:xfrm>
              <a:off x="4007353" y="1720259"/>
              <a:ext cx="287824" cy="377914"/>
            </a:xfrm>
            <a:custGeom>
              <a:avLst/>
              <a:gdLst/>
              <a:ahLst/>
              <a:cxnLst/>
              <a:rect l="l" t="t" r="r" b="b"/>
              <a:pathLst>
                <a:path w="10674" h="14015" extrusionOk="0">
                  <a:moveTo>
                    <a:pt x="2464" y="1643"/>
                  </a:moveTo>
                  <a:lnTo>
                    <a:pt x="2464" y="3547"/>
                  </a:lnTo>
                  <a:cubicBezTo>
                    <a:pt x="1999" y="3485"/>
                    <a:pt x="1643" y="3084"/>
                    <a:pt x="1643" y="2601"/>
                  </a:cubicBezTo>
                  <a:lnTo>
                    <a:pt x="1643" y="1780"/>
                  </a:lnTo>
                  <a:cubicBezTo>
                    <a:pt x="1643" y="1704"/>
                    <a:pt x="1704" y="1643"/>
                    <a:pt x="1780" y="1643"/>
                  </a:cubicBezTo>
                  <a:close/>
                  <a:moveTo>
                    <a:pt x="8894" y="1643"/>
                  </a:moveTo>
                  <a:cubicBezTo>
                    <a:pt x="8970" y="1643"/>
                    <a:pt x="9031" y="1704"/>
                    <a:pt x="9031" y="1780"/>
                  </a:cubicBezTo>
                  <a:lnTo>
                    <a:pt x="9031" y="2601"/>
                  </a:lnTo>
                  <a:cubicBezTo>
                    <a:pt x="9031" y="3084"/>
                    <a:pt x="8675" y="3485"/>
                    <a:pt x="8210" y="3547"/>
                  </a:cubicBezTo>
                  <a:lnTo>
                    <a:pt x="8210" y="1643"/>
                  </a:lnTo>
                  <a:close/>
                  <a:moveTo>
                    <a:pt x="7390" y="821"/>
                  </a:moveTo>
                  <a:lnTo>
                    <a:pt x="7390" y="3968"/>
                  </a:lnTo>
                  <a:cubicBezTo>
                    <a:pt x="7390" y="5100"/>
                    <a:pt x="6467" y="6024"/>
                    <a:pt x="5337" y="6024"/>
                  </a:cubicBezTo>
                  <a:cubicBezTo>
                    <a:pt x="5311" y="6024"/>
                    <a:pt x="5285" y="6024"/>
                    <a:pt x="5259" y="6023"/>
                  </a:cubicBezTo>
                  <a:cubicBezTo>
                    <a:pt x="4156" y="5979"/>
                    <a:pt x="3284" y="5051"/>
                    <a:pt x="3284" y="3943"/>
                  </a:cubicBezTo>
                  <a:lnTo>
                    <a:pt x="3284" y="821"/>
                  </a:lnTo>
                  <a:close/>
                  <a:moveTo>
                    <a:pt x="5748" y="6812"/>
                  </a:moveTo>
                  <a:lnTo>
                    <a:pt x="5748" y="7006"/>
                  </a:lnTo>
                  <a:cubicBezTo>
                    <a:pt x="5748" y="7489"/>
                    <a:pt x="5841" y="7966"/>
                    <a:pt x="6023" y="8405"/>
                  </a:cubicBezTo>
                  <a:lnTo>
                    <a:pt x="4651" y="8405"/>
                  </a:lnTo>
                  <a:cubicBezTo>
                    <a:pt x="4833" y="7966"/>
                    <a:pt x="4926" y="7489"/>
                    <a:pt x="4926" y="7006"/>
                  </a:cubicBezTo>
                  <a:lnTo>
                    <a:pt x="4926" y="6812"/>
                  </a:lnTo>
                  <a:cubicBezTo>
                    <a:pt x="5059" y="6832"/>
                    <a:pt x="5196" y="6844"/>
                    <a:pt x="5334" y="6844"/>
                  </a:cubicBezTo>
                  <a:cubicBezTo>
                    <a:pt x="5478" y="6844"/>
                    <a:pt x="5615" y="6832"/>
                    <a:pt x="5748" y="6812"/>
                  </a:cubicBezTo>
                  <a:close/>
                  <a:moveTo>
                    <a:pt x="8160" y="8542"/>
                  </a:moveTo>
                  <a:cubicBezTo>
                    <a:pt x="8374" y="8542"/>
                    <a:pt x="8556" y="8669"/>
                    <a:pt x="8637" y="8863"/>
                  </a:cubicBezTo>
                  <a:lnTo>
                    <a:pt x="9684" y="11501"/>
                  </a:lnTo>
                  <a:cubicBezTo>
                    <a:pt x="9797" y="11782"/>
                    <a:pt x="9853" y="12077"/>
                    <a:pt x="9853" y="12384"/>
                  </a:cubicBezTo>
                  <a:cubicBezTo>
                    <a:pt x="9853" y="12829"/>
                    <a:pt x="9489" y="13193"/>
                    <a:pt x="9045" y="13193"/>
                  </a:cubicBezTo>
                  <a:cubicBezTo>
                    <a:pt x="8863" y="13193"/>
                    <a:pt x="8687" y="13136"/>
                    <a:pt x="8542" y="13023"/>
                  </a:cubicBezTo>
                  <a:lnTo>
                    <a:pt x="6957" y="11776"/>
                  </a:lnTo>
                  <a:cubicBezTo>
                    <a:pt x="6888" y="11720"/>
                    <a:pt x="6801" y="11689"/>
                    <a:pt x="6706" y="11689"/>
                  </a:cubicBezTo>
                  <a:lnTo>
                    <a:pt x="3968" y="11689"/>
                  </a:lnTo>
                  <a:cubicBezTo>
                    <a:pt x="3873" y="11689"/>
                    <a:pt x="3786" y="11720"/>
                    <a:pt x="3717" y="11776"/>
                  </a:cubicBezTo>
                  <a:lnTo>
                    <a:pt x="2132" y="13023"/>
                  </a:lnTo>
                  <a:cubicBezTo>
                    <a:pt x="1987" y="13136"/>
                    <a:pt x="1811" y="13193"/>
                    <a:pt x="1629" y="13193"/>
                  </a:cubicBezTo>
                  <a:cubicBezTo>
                    <a:pt x="1186" y="13193"/>
                    <a:pt x="822" y="12829"/>
                    <a:pt x="822" y="12384"/>
                  </a:cubicBezTo>
                  <a:cubicBezTo>
                    <a:pt x="822" y="12077"/>
                    <a:pt x="877" y="11782"/>
                    <a:pt x="990" y="11501"/>
                  </a:cubicBezTo>
                  <a:lnTo>
                    <a:pt x="2037" y="8863"/>
                  </a:lnTo>
                  <a:cubicBezTo>
                    <a:pt x="2118" y="8669"/>
                    <a:pt x="2300" y="8542"/>
                    <a:pt x="2514" y="8542"/>
                  </a:cubicBezTo>
                  <a:cubicBezTo>
                    <a:pt x="2696" y="8542"/>
                    <a:pt x="2864" y="8637"/>
                    <a:pt x="2953" y="8793"/>
                  </a:cubicBezTo>
                  <a:lnTo>
                    <a:pt x="3096" y="9025"/>
                  </a:lnTo>
                  <a:cubicBezTo>
                    <a:pt x="3171" y="9150"/>
                    <a:pt x="3303" y="9225"/>
                    <a:pt x="3448" y="9225"/>
                  </a:cubicBezTo>
                  <a:lnTo>
                    <a:pt x="7226" y="9225"/>
                  </a:lnTo>
                  <a:cubicBezTo>
                    <a:pt x="7371" y="9225"/>
                    <a:pt x="7503" y="9150"/>
                    <a:pt x="7578" y="9025"/>
                  </a:cubicBezTo>
                  <a:lnTo>
                    <a:pt x="7721" y="8793"/>
                  </a:lnTo>
                  <a:cubicBezTo>
                    <a:pt x="7810" y="8637"/>
                    <a:pt x="7978" y="8542"/>
                    <a:pt x="8160" y="8542"/>
                  </a:cubicBezTo>
                  <a:close/>
                  <a:moveTo>
                    <a:pt x="2815" y="0"/>
                  </a:moveTo>
                  <a:cubicBezTo>
                    <a:pt x="2621" y="0"/>
                    <a:pt x="2464" y="157"/>
                    <a:pt x="2464" y="351"/>
                  </a:cubicBezTo>
                  <a:lnTo>
                    <a:pt x="2464" y="821"/>
                  </a:lnTo>
                  <a:lnTo>
                    <a:pt x="1643" y="821"/>
                  </a:lnTo>
                  <a:cubicBezTo>
                    <a:pt x="1186" y="821"/>
                    <a:pt x="822" y="1191"/>
                    <a:pt x="822" y="1643"/>
                  </a:cubicBezTo>
                  <a:lnTo>
                    <a:pt x="822" y="2601"/>
                  </a:lnTo>
                  <a:cubicBezTo>
                    <a:pt x="822" y="3509"/>
                    <a:pt x="1498" y="4255"/>
                    <a:pt x="2375" y="4368"/>
                  </a:cubicBezTo>
                  <a:cubicBezTo>
                    <a:pt x="2207" y="4926"/>
                    <a:pt x="1736" y="5365"/>
                    <a:pt x="1148" y="5484"/>
                  </a:cubicBezTo>
                  <a:cubicBezTo>
                    <a:pt x="928" y="5528"/>
                    <a:pt x="784" y="5747"/>
                    <a:pt x="828" y="5967"/>
                  </a:cubicBezTo>
                  <a:cubicBezTo>
                    <a:pt x="865" y="6161"/>
                    <a:pt x="1041" y="6300"/>
                    <a:pt x="1229" y="6300"/>
                  </a:cubicBezTo>
                  <a:cubicBezTo>
                    <a:pt x="1253" y="6300"/>
                    <a:pt x="1285" y="6292"/>
                    <a:pt x="1310" y="6286"/>
                  </a:cubicBezTo>
                  <a:cubicBezTo>
                    <a:pt x="1924" y="6167"/>
                    <a:pt x="2451" y="5817"/>
                    <a:pt x="2803" y="5328"/>
                  </a:cubicBezTo>
                  <a:cubicBezTo>
                    <a:pt x="3090" y="5866"/>
                    <a:pt x="3547" y="6306"/>
                    <a:pt x="4105" y="6569"/>
                  </a:cubicBezTo>
                  <a:lnTo>
                    <a:pt x="4105" y="7006"/>
                  </a:lnTo>
                  <a:cubicBezTo>
                    <a:pt x="4105" y="7503"/>
                    <a:pt x="3980" y="7978"/>
                    <a:pt x="3735" y="8405"/>
                  </a:cubicBezTo>
                  <a:lnTo>
                    <a:pt x="3679" y="8405"/>
                  </a:lnTo>
                  <a:lnTo>
                    <a:pt x="3491" y="8091"/>
                  </a:lnTo>
                  <a:cubicBezTo>
                    <a:pt x="3485" y="8079"/>
                    <a:pt x="3479" y="8073"/>
                    <a:pt x="3466" y="8059"/>
                  </a:cubicBezTo>
                  <a:cubicBezTo>
                    <a:pt x="3154" y="7822"/>
                    <a:pt x="2823" y="7717"/>
                    <a:pt x="2513" y="7717"/>
                  </a:cubicBezTo>
                  <a:cubicBezTo>
                    <a:pt x="1963" y="7717"/>
                    <a:pt x="1477" y="8048"/>
                    <a:pt x="1273" y="8562"/>
                  </a:cubicBezTo>
                  <a:lnTo>
                    <a:pt x="226" y="11194"/>
                  </a:lnTo>
                  <a:cubicBezTo>
                    <a:pt x="75" y="11576"/>
                    <a:pt x="0" y="11978"/>
                    <a:pt x="0" y="12384"/>
                  </a:cubicBezTo>
                  <a:cubicBezTo>
                    <a:pt x="0" y="13281"/>
                    <a:pt x="728" y="14014"/>
                    <a:pt x="1627" y="14014"/>
                  </a:cubicBezTo>
                  <a:cubicBezTo>
                    <a:pt x="1890" y="14014"/>
                    <a:pt x="2167" y="13952"/>
                    <a:pt x="2445" y="13813"/>
                  </a:cubicBezTo>
                  <a:cubicBezTo>
                    <a:pt x="2451" y="13813"/>
                    <a:pt x="2457" y="13807"/>
                    <a:pt x="2470" y="13801"/>
                  </a:cubicBezTo>
                  <a:lnTo>
                    <a:pt x="4111" y="12510"/>
                  </a:lnTo>
                  <a:lnTo>
                    <a:pt x="6563" y="12510"/>
                  </a:lnTo>
                  <a:lnTo>
                    <a:pt x="8035" y="13670"/>
                  </a:lnTo>
                  <a:cubicBezTo>
                    <a:pt x="8323" y="13895"/>
                    <a:pt x="8681" y="14014"/>
                    <a:pt x="9045" y="14014"/>
                  </a:cubicBezTo>
                  <a:cubicBezTo>
                    <a:pt x="9940" y="14014"/>
                    <a:pt x="10674" y="13286"/>
                    <a:pt x="10674" y="12384"/>
                  </a:cubicBezTo>
                  <a:cubicBezTo>
                    <a:pt x="10674" y="11978"/>
                    <a:pt x="10599" y="11576"/>
                    <a:pt x="10448" y="11194"/>
                  </a:cubicBezTo>
                  <a:lnTo>
                    <a:pt x="9401" y="8562"/>
                  </a:lnTo>
                  <a:cubicBezTo>
                    <a:pt x="9195" y="8047"/>
                    <a:pt x="8704" y="7720"/>
                    <a:pt x="8150" y="7720"/>
                  </a:cubicBezTo>
                  <a:cubicBezTo>
                    <a:pt x="8130" y="7720"/>
                    <a:pt x="8111" y="7720"/>
                    <a:pt x="8091" y="7721"/>
                  </a:cubicBezTo>
                  <a:cubicBezTo>
                    <a:pt x="7640" y="7747"/>
                    <a:pt x="7240" y="7998"/>
                    <a:pt x="7007" y="8386"/>
                  </a:cubicBezTo>
                  <a:lnTo>
                    <a:pt x="6995" y="8405"/>
                  </a:lnTo>
                  <a:lnTo>
                    <a:pt x="6931" y="8405"/>
                  </a:lnTo>
                  <a:cubicBezTo>
                    <a:pt x="6694" y="7978"/>
                    <a:pt x="6569" y="7503"/>
                    <a:pt x="6569" y="7006"/>
                  </a:cubicBezTo>
                  <a:lnTo>
                    <a:pt x="6569" y="6569"/>
                  </a:lnTo>
                  <a:cubicBezTo>
                    <a:pt x="7119" y="6306"/>
                    <a:pt x="7578" y="5866"/>
                    <a:pt x="7872" y="5328"/>
                  </a:cubicBezTo>
                  <a:cubicBezTo>
                    <a:pt x="8224" y="5817"/>
                    <a:pt x="8750" y="6167"/>
                    <a:pt x="9364" y="6286"/>
                  </a:cubicBezTo>
                  <a:cubicBezTo>
                    <a:pt x="9389" y="6292"/>
                    <a:pt x="9413" y="6300"/>
                    <a:pt x="9445" y="6300"/>
                  </a:cubicBezTo>
                  <a:cubicBezTo>
                    <a:pt x="9633" y="6300"/>
                    <a:pt x="9809" y="6161"/>
                    <a:pt x="9847" y="5967"/>
                  </a:cubicBezTo>
                  <a:cubicBezTo>
                    <a:pt x="9890" y="5747"/>
                    <a:pt x="9746" y="5528"/>
                    <a:pt x="9520" y="5484"/>
                  </a:cubicBezTo>
                  <a:cubicBezTo>
                    <a:pt x="8938" y="5365"/>
                    <a:pt x="8467" y="4926"/>
                    <a:pt x="8299" y="4368"/>
                  </a:cubicBezTo>
                  <a:cubicBezTo>
                    <a:pt x="9170" y="4255"/>
                    <a:pt x="9853" y="3509"/>
                    <a:pt x="9853" y="2601"/>
                  </a:cubicBezTo>
                  <a:lnTo>
                    <a:pt x="9853" y="1780"/>
                  </a:lnTo>
                  <a:cubicBezTo>
                    <a:pt x="9853" y="1253"/>
                    <a:pt x="9427" y="821"/>
                    <a:pt x="8894" y="821"/>
                  </a:cubicBezTo>
                  <a:lnTo>
                    <a:pt x="8210" y="821"/>
                  </a:lnTo>
                  <a:lnTo>
                    <a:pt x="8210" y="414"/>
                  </a:lnTo>
                  <a:cubicBezTo>
                    <a:pt x="8210" y="182"/>
                    <a:pt x="8029" y="0"/>
                    <a:pt x="77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51"/>
            <p:cNvSpPr/>
            <p:nvPr/>
          </p:nvSpPr>
          <p:spPr>
            <a:xfrm>
              <a:off x="4206624" y="1991149"/>
              <a:ext cx="22111" cy="22165"/>
            </a:xfrm>
            <a:custGeom>
              <a:avLst/>
              <a:gdLst/>
              <a:ahLst/>
              <a:cxnLst/>
              <a:rect l="l" t="t" r="r" b="b"/>
              <a:pathLst>
                <a:path w="820" h="822" extrusionOk="0">
                  <a:moveTo>
                    <a:pt x="414" y="0"/>
                  </a:moveTo>
                  <a:cubicBezTo>
                    <a:pt x="181" y="0"/>
                    <a:pt x="0" y="182"/>
                    <a:pt x="0" y="414"/>
                  </a:cubicBezTo>
                  <a:cubicBezTo>
                    <a:pt x="0" y="640"/>
                    <a:pt x="181" y="822"/>
                    <a:pt x="414" y="822"/>
                  </a:cubicBezTo>
                  <a:cubicBezTo>
                    <a:pt x="639" y="822"/>
                    <a:pt x="820" y="640"/>
                    <a:pt x="820" y="414"/>
                  </a:cubicBezTo>
                  <a:cubicBezTo>
                    <a:pt x="820" y="182"/>
                    <a:pt x="639"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51"/>
            <p:cNvSpPr/>
            <p:nvPr/>
          </p:nvSpPr>
          <p:spPr>
            <a:xfrm>
              <a:off x="4162321" y="1991149"/>
              <a:ext cx="22165" cy="22165"/>
            </a:xfrm>
            <a:custGeom>
              <a:avLst/>
              <a:gdLst/>
              <a:ahLst/>
              <a:cxnLst/>
              <a:rect l="l" t="t" r="r" b="b"/>
              <a:pathLst>
                <a:path w="822" h="822" extrusionOk="0">
                  <a:moveTo>
                    <a:pt x="414" y="0"/>
                  </a:moveTo>
                  <a:cubicBezTo>
                    <a:pt x="183" y="0"/>
                    <a:pt x="1" y="182"/>
                    <a:pt x="1" y="414"/>
                  </a:cubicBezTo>
                  <a:cubicBezTo>
                    <a:pt x="1" y="640"/>
                    <a:pt x="183" y="822"/>
                    <a:pt x="414" y="822"/>
                  </a:cubicBezTo>
                  <a:cubicBezTo>
                    <a:pt x="640" y="822"/>
                    <a:pt x="822" y="640"/>
                    <a:pt x="822" y="414"/>
                  </a:cubicBezTo>
                  <a:cubicBezTo>
                    <a:pt x="822" y="182"/>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51"/>
            <p:cNvSpPr/>
            <p:nvPr/>
          </p:nvSpPr>
          <p:spPr>
            <a:xfrm>
              <a:off x="4073795" y="1991149"/>
              <a:ext cx="58999" cy="22165"/>
            </a:xfrm>
            <a:custGeom>
              <a:avLst/>
              <a:gdLst/>
              <a:ahLst/>
              <a:cxnLst/>
              <a:rect l="l" t="t" r="r" b="b"/>
              <a:pathLst>
                <a:path w="2188" h="822" extrusionOk="0">
                  <a:moveTo>
                    <a:pt x="406" y="0"/>
                  </a:moveTo>
                  <a:cubicBezTo>
                    <a:pt x="181" y="0"/>
                    <a:pt x="0" y="182"/>
                    <a:pt x="0" y="414"/>
                  </a:cubicBezTo>
                  <a:cubicBezTo>
                    <a:pt x="0" y="640"/>
                    <a:pt x="181" y="822"/>
                    <a:pt x="406" y="822"/>
                  </a:cubicBezTo>
                  <a:lnTo>
                    <a:pt x="1780" y="822"/>
                  </a:lnTo>
                  <a:cubicBezTo>
                    <a:pt x="2005" y="822"/>
                    <a:pt x="2187" y="640"/>
                    <a:pt x="2187" y="414"/>
                  </a:cubicBezTo>
                  <a:cubicBezTo>
                    <a:pt x="2187" y="182"/>
                    <a:pt x="2005" y="0"/>
                    <a:pt x="17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 name="Google Shape;614;p51"/>
          <p:cNvGrpSpPr/>
          <p:nvPr/>
        </p:nvGrpSpPr>
        <p:grpSpPr>
          <a:xfrm>
            <a:off x="1690851" y="1929496"/>
            <a:ext cx="346986" cy="377995"/>
            <a:chOff x="740948" y="2325515"/>
            <a:chExt cx="346986" cy="377995"/>
          </a:xfrm>
        </p:grpSpPr>
        <p:sp>
          <p:nvSpPr>
            <p:cNvPr id="615" name="Google Shape;615;p51"/>
            <p:cNvSpPr/>
            <p:nvPr/>
          </p:nvSpPr>
          <p:spPr>
            <a:xfrm>
              <a:off x="740948" y="2325515"/>
              <a:ext cx="346986" cy="377995"/>
            </a:xfrm>
            <a:custGeom>
              <a:avLst/>
              <a:gdLst/>
              <a:ahLst/>
              <a:cxnLst/>
              <a:rect l="l" t="t" r="r" b="b"/>
              <a:pathLst>
                <a:path w="12868" h="14018" extrusionOk="0">
                  <a:moveTo>
                    <a:pt x="6845" y="1646"/>
                  </a:moveTo>
                  <a:lnTo>
                    <a:pt x="6845" y="2535"/>
                  </a:lnTo>
                  <a:cubicBezTo>
                    <a:pt x="6718" y="2491"/>
                    <a:pt x="6581" y="2467"/>
                    <a:pt x="6437" y="2467"/>
                  </a:cubicBezTo>
                  <a:cubicBezTo>
                    <a:pt x="6293" y="2467"/>
                    <a:pt x="6154" y="2491"/>
                    <a:pt x="6023" y="2535"/>
                  </a:cubicBezTo>
                  <a:lnTo>
                    <a:pt x="6023" y="1646"/>
                  </a:lnTo>
                  <a:close/>
                  <a:moveTo>
                    <a:pt x="6437" y="3287"/>
                  </a:moveTo>
                  <a:cubicBezTo>
                    <a:pt x="6663" y="3287"/>
                    <a:pt x="6845" y="3469"/>
                    <a:pt x="6845" y="3695"/>
                  </a:cubicBezTo>
                  <a:lnTo>
                    <a:pt x="6845" y="4108"/>
                  </a:lnTo>
                  <a:lnTo>
                    <a:pt x="6023" y="4108"/>
                  </a:lnTo>
                  <a:lnTo>
                    <a:pt x="6023" y="3695"/>
                  </a:lnTo>
                  <a:cubicBezTo>
                    <a:pt x="6023" y="3469"/>
                    <a:pt x="6211" y="3287"/>
                    <a:pt x="6437" y="3287"/>
                  </a:cubicBezTo>
                  <a:close/>
                  <a:moveTo>
                    <a:pt x="6845" y="4930"/>
                  </a:moveTo>
                  <a:lnTo>
                    <a:pt x="6845" y="5337"/>
                  </a:lnTo>
                  <a:cubicBezTo>
                    <a:pt x="6845" y="5563"/>
                    <a:pt x="6663" y="5751"/>
                    <a:pt x="6437" y="5751"/>
                  </a:cubicBezTo>
                  <a:cubicBezTo>
                    <a:pt x="6211" y="5751"/>
                    <a:pt x="6029" y="5563"/>
                    <a:pt x="6023" y="5337"/>
                  </a:cubicBezTo>
                  <a:lnTo>
                    <a:pt x="6023" y="4930"/>
                  </a:lnTo>
                  <a:close/>
                  <a:moveTo>
                    <a:pt x="6845" y="6497"/>
                  </a:moveTo>
                  <a:lnTo>
                    <a:pt x="6845" y="6972"/>
                  </a:lnTo>
                  <a:cubicBezTo>
                    <a:pt x="6845" y="7180"/>
                    <a:pt x="6694" y="7368"/>
                    <a:pt x="6481" y="7386"/>
                  </a:cubicBezTo>
                  <a:cubicBezTo>
                    <a:pt x="6463" y="7388"/>
                    <a:pt x="6446" y="7389"/>
                    <a:pt x="6428" y="7389"/>
                  </a:cubicBezTo>
                  <a:cubicBezTo>
                    <a:pt x="6207" y="7389"/>
                    <a:pt x="6023" y="7206"/>
                    <a:pt x="6023" y="6980"/>
                  </a:cubicBezTo>
                  <a:lnTo>
                    <a:pt x="6023" y="6497"/>
                  </a:lnTo>
                  <a:cubicBezTo>
                    <a:pt x="6154" y="6547"/>
                    <a:pt x="6293" y="6572"/>
                    <a:pt x="6437" y="6572"/>
                  </a:cubicBezTo>
                  <a:cubicBezTo>
                    <a:pt x="6581" y="6572"/>
                    <a:pt x="6718" y="6547"/>
                    <a:pt x="6845" y="6497"/>
                  </a:cubicBezTo>
                  <a:close/>
                  <a:moveTo>
                    <a:pt x="2156" y="4554"/>
                  </a:moveTo>
                  <a:lnTo>
                    <a:pt x="1774" y="8935"/>
                  </a:lnTo>
                  <a:cubicBezTo>
                    <a:pt x="1748" y="9248"/>
                    <a:pt x="1755" y="9567"/>
                    <a:pt x="1786" y="9875"/>
                  </a:cubicBezTo>
                  <a:lnTo>
                    <a:pt x="1360" y="9781"/>
                  </a:lnTo>
                  <a:cubicBezTo>
                    <a:pt x="1048" y="9711"/>
                    <a:pt x="828" y="9436"/>
                    <a:pt x="828" y="9116"/>
                  </a:cubicBezTo>
                  <a:lnTo>
                    <a:pt x="828" y="5393"/>
                  </a:lnTo>
                  <a:cubicBezTo>
                    <a:pt x="828" y="5074"/>
                    <a:pt x="1048" y="4799"/>
                    <a:pt x="1360" y="4730"/>
                  </a:cubicBezTo>
                  <a:lnTo>
                    <a:pt x="2156" y="4554"/>
                  </a:lnTo>
                  <a:close/>
                  <a:moveTo>
                    <a:pt x="10718" y="4554"/>
                  </a:moveTo>
                  <a:lnTo>
                    <a:pt x="11514" y="4730"/>
                  </a:lnTo>
                  <a:cubicBezTo>
                    <a:pt x="11826" y="4799"/>
                    <a:pt x="12046" y="5074"/>
                    <a:pt x="12046" y="5393"/>
                  </a:cubicBezTo>
                  <a:lnTo>
                    <a:pt x="12046" y="9116"/>
                  </a:lnTo>
                  <a:cubicBezTo>
                    <a:pt x="12046" y="9436"/>
                    <a:pt x="11826" y="9711"/>
                    <a:pt x="11514" y="9781"/>
                  </a:cubicBezTo>
                  <a:lnTo>
                    <a:pt x="11080" y="9875"/>
                  </a:lnTo>
                  <a:cubicBezTo>
                    <a:pt x="11118" y="9567"/>
                    <a:pt x="11125" y="9248"/>
                    <a:pt x="11100" y="8935"/>
                  </a:cubicBezTo>
                  <a:lnTo>
                    <a:pt x="10718" y="4554"/>
                  </a:lnTo>
                  <a:close/>
                  <a:moveTo>
                    <a:pt x="7666" y="950"/>
                  </a:moveTo>
                  <a:cubicBezTo>
                    <a:pt x="8856" y="1389"/>
                    <a:pt x="9715" y="2491"/>
                    <a:pt x="9827" y="3776"/>
                  </a:cubicBezTo>
                  <a:lnTo>
                    <a:pt x="10279" y="9003"/>
                  </a:lnTo>
                  <a:cubicBezTo>
                    <a:pt x="10373" y="10093"/>
                    <a:pt x="10015" y="11140"/>
                    <a:pt x="9275" y="11944"/>
                  </a:cubicBezTo>
                  <a:cubicBezTo>
                    <a:pt x="8543" y="12751"/>
                    <a:pt x="7527" y="13197"/>
                    <a:pt x="6437" y="13197"/>
                  </a:cubicBezTo>
                  <a:cubicBezTo>
                    <a:pt x="5340" y="13197"/>
                    <a:pt x="4331" y="12751"/>
                    <a:pt x="3591" y="11944"/>
                  </a:cubicBezTo>
                  <a:cubicBezTo>
                    <a:pt x="2853" y="11140"/>
                    <a:pt x="2501" y="10093"/>
                    <a:pt x="2595" y="9003"/>
                  </a:cubicBezTo>
                  <a:lnTo>
                    <a:pt x="3047" y="3776"/>
                  </a:lnTo>
                  <a:cubicBezTo>
                    <a:pt x="3159" y="2491"/>
                    <a:pt x="4018" y="1389"/>
                    <a:pt x="5202" y="950"/>
                  </a:cubicBezTo>
                  <a:lnTo>
                    <a:pt x="5202" y="6980"/>
                  </a:lnTo>
                  <a:cubicBezTo>
                    <a:pt x="5202" y="7663"/>
                    <a:pt x="5760" y="8213"/>
                    <a:pt x="6437" y="8213"/>
                  </a:cubicBezTo>
                  <a:cubicBezTo>
                    <a:pt x="7114" y="8213"/>
                    <a:pt x="7666" y="7663"/>
                    <a:pt x="7666" y="6980"/>
                  </a:cubicBezTo>
                  <a:lnTo>
                    <a:pt x="7666" y="950"/>
                  </a:lnTo>
                  <a:close/>
                  <a:moveTo>
                    <a:pt x="5621" y="0"/>
                  </a:moveTo>
                  <a:cubicBezTo>
                    <a:pt x="5592" y="0"/>
                    <a:pt x="5563" y="3"/>
                    <a:pt x="5534" y="10"/>
                  </a:cubicBezTo>
                  <a:cubicBezTo>
                    <a:pt x="4650" y="186"/>
                    <a:pt x="3868" y="637"/>
                    <a:pt x="3266" y="1308"/>
                  </a:cubicBezTo>
                  <a:cubicBezTo>
                    <a:pt x="2665" y="1971"/>
                    <a:pt x="2307" y="2798"/>
                    <a:pt x="2231" y="3695"/>
                  </a:cubicBezTo>
                  <a:lnTo>
                    <a:pt x="1184" y="3926"/>
                  </a:lnTo>
                  <a:cubicBezTo>
                    <a:pt x="490" y="4077"/>
                    <a:pt x="1" y="4686"/>
                    <a:pt x="1" y="5393"/>
                  </a:cubicBezTo>
                  <a:lnTo>
                    <a:pt x="1" y="9116"/>
                  </a:lnTo>
                  <a:cubicBezTo>
                    <a:pt x="1" y="9818"/>
                    <a:pt x="496" y="10432"/>
                    <a:pt x="1184" y="10582"/>
                  </a:cubicBezTo>
                  <a:lnTo>
                    <a:pt x="1980" y="10758"/>
                  </a:lnTo>
                  <a:cubicBezTo>
                    <a:pt x="2188" y="11398"/>
                    <a:pt x="2526" y="11993"/>
                    <a:pt x="2989" y="12500"/>
                  </a:cubicBezTo>
                  <a:cubicBezTo>
                    <a:pt x="3874" y="13466"/>
                    <a:pt x="5127" y="14018"/>
                    <a:pt x="6437" y="14018"/>
                  </a:cubicBezTo>
                  <a:cubicBezTo>
                    <a:pt x="7741" y="14018"/>
                    <a:pt x="9000" y="13466"/>
                    <a:pt x="9884" y="12500"/>
                  </a:cubicBezTo>
                  <a:cubicBezTo>
                    <a:pt x="10348" y="11993"/>
                    <a:pt x="10686" y="11398"/>
                    <a:pt x="10892" y="10758"/>
                  </a:cubicBezTo>
                  <a:lnTo>
                    <a:pt x="11689" y="10582"/>
                  </a:lnTo>
                  <a:cubicBezTo>
                    <a:pt x="12384" y="10426"/>
                    <a:pt x="12867" y="9824"/>
                    <a:pt x="12867" y="9116"/>
                  </a:cubicBezTo>
                  <a:lnTo>
                    <a:pt x="12867" y="5393"/>
                  </a:lnTo>
                  <a:cubicBezTo>
                    <a:pt x="12867" y="4686"/>
                    <a:pt x="12384" y="4077"/>
                    <a:pt x="11689" y="3926"/>
                  </a:cubicBezTo>
                  <a:lnTo>
                    <a:pt x="10643" y="3695"/>
                  </a:lnTo>
                  <a:cubicBezTo>
                    <a:pt x="10561" y="2798"/>
                    <a:pt x="10203" y="1971"/>
                    <a:pt x="9608" y="1308"/>
                  </a:cubicBezTo>
                  <a:cubicBezTo>
                    <a:pt x="9006" y="637"/>
                    <a:pt x="8222" y="186"/>
                    <a:pt x="7339" y="10"/>
                  </a:cubicBezTo>
                  <a:cubicBezTo>
                    <a:pt x="7310" y="3"/>
                    <a:pt x="7281" y="0"/>
                    <a:pt x="7252" y="0"/>
                  </a:cubicBezTo>
                  <a:cubicBezTo>
                    <a:pt x="7112" y="0"/>
                    <a:pt x="6979" y="74"/>
                    <a:pt x="6900" y="204"/>
                  </a:cubicBezTo>
                  <a:cubicBezTo>
                    <a:pt x="6863" y="273"/>
                    <a:pt x="6845" y="342"/>
                    <a:pt x="6845" y="417"/>
                  </a:cubicBezTo>
                  <a:lnTo>
                    <a:pt x="6845" y="825"/>
                  </a:lnTo>
                  <a:lnTo>
                    <a:pt x="6023" y="825"/>
                  </a:lnTo>
                  <a:lnTo>
                    <a:pt x="6023" y="417"/>
                  </a:lnTo>
                  <a:cubicBezTo>
                    <a:pt x="6023" y="342"/>
                    <a:pt x="6011" y="267"/>
                    <a:pt x="5974" y="204"/>
                  </a:cubicBezTo>
                  <a:cubicBezTo>
                    <a:pt x="5895" y="74"/>
                    <a:pt x="5761" y="0"/>
                    <a:pt x="56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51"/>
            <p:cNvSpPr/>
            <p:nvPr/>
          </p:nvSpPr>
          <p:spPr>
            <a:xfrm>
              <a:off x="873939" y="2576586"/>
              <a:ext cx="81165" cy="81138"/>
            </a:xfrm>
            <a:custGeom>
              <a:avLst/>
              <a:gdLst/>
              <a:ahLst/>
              <a:cxnLst/>
              <a:rect l="l" t="t" r="r" b="b"/>
              <a:pathLst>
                <a:path w="3010" h="3009" extrusionOk="0">
                  <a:moveTo>
                    <a:pt x="1505" y="820"/>
                  </a:moveTo>
                  <a:cubicBezTo>
                    <a:pt x="1881" y="820"/>
                    <a:pt x="2188" y="1128"/>
                    <a:pt x="2188" y="1504"/>
                  </a:cubicBezTo>
                  <a:cubicBezTo>
                    <a:pt x="2188" y="1881"/>
                    <a:pt x="1881" y="2187"/>
                    <a:pt x="1505" y="2187"/>
                  </a:cubicBezTo>
                  <a:cubicBezTo>
                    <a:pt x="1129" y="2187"/>
                    <a:pt x="822" y="1881"/>
                    <a:pt x="822" y="1504"/>
                  </a:cubicBezTo>
                  <a:cubicBezTo>
                    <a:pt x="822" y="1128"/>
                    <a:pt x="1129" y="820"/>
                    <a:pt x="1505" y="820"/>
                  </a:cubicBezTo>
                  <a:close/>
                  <a:moveTo>
                    <a:pt x="1505" y="0"/>
                  </a:moveTo>
                  <a:cubicBezTo>
                    <a:pt x="672" y="0"/>
                    <a:pt x="1" y="670"/>
                    <a:pt x="1" y="1504"/>
                  </a:cubicBezTo>
                  <a:cubicBezTo>
                    <a:pt x="1" y="2332"/>
                    <a:pt x="672" y="3009"/>
                    <a:pt x="1505" y="3009"/>
                  </a:cubicBezTo>
                  <a:cubicBezTo>
                    <a:pt x="2332" y="3009"/>
                    <a:pt x="3009" y="2332"/>
                    <a:pt x="3009" y="1504"/>
                  </a:cubicBezTo>
                  <a:cubicBezTo>
                    <a:pt x="3009" y="670"/>
                    <a:pt x="2332" y="0"/>
                    <a:pt x="15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0">
  <p:cSld>
    <p:spTree>
      <p:nvGrpSpPr>
        <p:cNvPr id="1" name="Shape 620"/>
        <p:cNvGrpSpPr/>
        <p:nvPr/>
      </p:nvGrpSpPr>
      <p:grpSpPr>
        <a:xfrm>
          <a:off x="0" y="0"/>
          <a:ext cx="0" cy="0"/>
          <a:chOff x="0" y="0"/>
          <a:chExt cx="0" cy="0"/>
        </a:xfrm>
      </p:grpSpPr>
      <p:sp>
        <p:nvSpPr>
          <p:cNvPr id="621" name="Google Shape;621;p52"/>
          <p:cNvSpPr/>
          <p:nvPr/>
        </p:nvSpPr>
        <p:spPr>
          <a:xfrm>
            <a:off x="3003003" y="3152192"/>
            <a:ext cx="370466" cy="370466"/>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2" name="Google Shape;622;p52"/>
          <p:cNvGrpSpPr/>
          <p:nvPr/>
        </p:nvGrpSpPr>
        <p:grpSpPr>
          <a:xfrm>
            <a:off x="3931325" y="3152204"/>
            <a:ext cx="370522" cy="370443"/>
            <a:chOff x="812101" y="2571761"/>
            <a:chExt cx="417066" cy="417024"/>
          </a:xfrm>
        </p:grpSpPr>
        <p:sp>
          <p:nvSpPr>
            <p:cNvPr id="623" name="Google Shape;623;p52"/>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52"/>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52"/>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52"/>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 name="Google Shape;627;p52"/>
          <p:cNvGrpSpPr/>
          <p:nvPr/>
        </p:nvGrpSpPr>
        <p:grpSpPr>
          <a:xfrm>
            <a:off x="4821302" y="3152204"/>
            <a:ext cx="370484" cy="370443"/>
            <a:chOff x="1323129" y="2571761"/>
            <a:chExt cx="417024" cy="417024"/>
          </a:xfrm>
        </p:grpSpPr>
        <p:sp>
          <p:nvSpPr>
            <p:cNvPr id="628" name="Google Shape;628;p52"/>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52"/>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52"/>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52"/>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2" name="Google Shape;632;p52"/>
          <p:cNvSpPr/>
          <p:nvPr/>
        </p:nvSpPr>
        <p:spPr>
          <a:xfrm>
            <a:off x="5768683" y="3185610"/>
            <a:ext cx="372302" cy="303630"/>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52"/>
          <p:cNvSpPr txBox="1">
            <a:spLocks noGrp="1"/>
          </p:cNvSpPr>
          <p:nvPr>
            <p:ph type="ctrTitle"/>
          </p:nvPr>
        </p:nvSpPr>
        <p:spPr>
          <a:xfrm>
            <a:off x="2539500" y="595625"/>
            <a:ext cx="4065000" cy="72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Contact</a:t>
            </a:r>
            <a:endParaRPr/>
          </a:p>
        </p:txBody>
      </p:sp>
      <p:sp>
        <p:nvSpPr>
          <p:cNvPr id="634" name="Google Shape;634;p52"/>
          <p:cNvSpPr txBox="1">
            <a:spLocks noGrp="1"/>
          </p:cNvSpPr>
          <p:nvPr>
            <p:ph type="subTitle" idx="1"/>
          </p:nvPr>
        </p:nvSpPr>
        <p:spPr>
          <a:xfrm>
            <a:off x="2582250" y="1576500"/>
            <a:ext cx="3979500" cy="1079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lt1"/>
                </a:solidFill>
              </a:rPr>
              <a:t>Do you have any questions?</a:t>
            </a:r>
            <a:endParaRPr b="1">
              <a:solidFill>
                <a:schemeClr val="lt1"/>
              </a:solidFill>
            </a:endParaRPr>
          </a:p>
          <a:p>
            <a:pPr marL="0" lvl="0" indent="0" algn="ctr" rtl="0">
              <a:spcBef>
                <a:spcPts val="0"/>
              </a:spcBef>
              <a:spcAft>
                <a:spcPts val="0"/>
              </a:spcAft>
              <a:buNone/>
            </a:pPr>
            <a:r>
              <a:rPr lang="en">
                <a:solidFill>
                  <a:schemeClr val="lt1"/>
                </a:solidFill>
              </a:rPr>
              <a:t>youremail@freepik.com </a:t>
            </a:r>
            <a:endParaRPr>
              <a:solidFill>
                <a:schemeClr val="lt1"/>
              </a:solidFill>
            </a:endParaRPr>
          </a:p>
          <a:p>
            <a:pPr marL="0" lvl="0" indent="0" algn="ctr" rtl="0">
              <a:spcBef>
                <a:spcPts val="0"/>
              </a:spcBef>
              <a:spcAft>
                <a:spcPts val="0"/>
              </a:spcAft>
              <a:buNone/>
            </a:pPr>
            <a:r>
              <a:rPr lang="en">
                <a:solidFill>
                  <a:schemeClr val="lt1"/>
                </a:solidFill>
              </a:rPr>
              <a:t>+91  620 421 838 </a:t>
            </a:r>
            <a:endParaRPr>
              <a:solidFill>
                <a:schemeClr val="lt1"/>
              </a:solidFill>
            </a:endParaRPr>
          </a:p>
          <a:p>
            <a:pPr marL="0" lvl="0" indent="0" algn="ctr" rtl="0">
              <a:spcBef>
                <a:spcPts val="0"/>
              </a:spcBef>
              <a:spcAft>
                <a:spcPts val="0"/>
              </a:spcAft>
              <a:buNone/>
            </a:pPr>
            <a:r>
              <a:rPr lang="en">
                <a:solidFill>
                  <a:schemeClr val="lt1"/>
                </a:solidFill>
              </a:rPr>
              <a:t>yourwebsite.com</a:t>
            </a:r>
            <a:endParaRPr>
              <a:solidFill>
                <a:schemeClr val="lt1"/>
              </a:solidFill>
            </a:endParaRPr>
          </a:p>
        </p:txBody>
      </p:sp>
      <p:sp>
        <p:nvSpPr>
          <p:cNvPr id="635" name="Google Shape;635;p52"/>
          <p:cNvSpPr txBox="1"/>
          <p:nvPr/>
        </p:nvSpPr>
        <p:spPr>
          <a:xfrm>
            <a:off x="3072000" y="4291975"/>
            <a:ext cx="3000000" cy="255900"/>
          </a:xfrm>
          <a:prstGeom prst="rect">
            <a:avLst/>
          </a:prstGeom>
          <a:noFill/>
          <a:ln>
            <a:noFill/>
          </a:ln>
        </p:spPr>
        <p:txBody>
          <a:bodyPr spcFirstLastPara="1" wrap="square" lIns="91425" tIns="91425" rIns="91425" bIns="91425" anchor="ctr" anchorCtr="0">
            <a:noAutofit/>
          </a:bodyPr>
          <a:lstStyle/>
          <a:p>
            <a:pPr marL="0" lvl="0" indent="0" algn="ctr" rtl="0">
              <a:spcBef>
                <a:spcPts val="300"/>
              </a:spcBef>
              <a:spcAft>
                <a:spcPts val="0"/>
              </a:spcAft>
              <a:buNone/>
            </a:pPr>
            <a:r>
              <a:rPr lang="en" sz="1100" b="1">
                <a:solidFill>
                  <a:schemeClr val="lt1"/>
                </a:solidFill>
                <a:latin typeface="Jura"/>
                <a:ea typeface="Jura"/>
                <a:cs typeface="Jura"/>
                <a:sym typeface="Jura"/>
              </a:rPr>
              <a:t>Please keep this slide for attribution</a:t>
            </a:r>
            <a:endParaRPr sz="1100" b="1">
              <a:solidFill>
                <a:schemeClr val="lt1"/>
              </a:solidFill>
              <a:latin typeface="Jura"/>
              <a:ea typeface="Jura"/>
              <a:cs typeface="Jura"/>
              <a:sym typeface="Jura"/>
            </a:endParaRPr>
          </a:p>
        </p:txBody>
      </p:sp>
      <p:sp>
        <p:nvSpPr>
          <p:cNvPr id="636" name="Google Shape;636;p52"/>
          <p:cNvSpPr/>
          <p:nvPr/>
        </p:nvSpPr>
        <p:spPr>
          <a:xfrm>
            <a:off x="2108700" y="2928375"/>
            <a:ext cx="4926600" cy="818100"/>
          </a:xfrm>
          <a:prstGeom prst="rect">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Shape 640"/>
        <p:cNvGrpSpPr/>
        <p:nvPr/>
      </p:nvGrpSpPr>
      <p:grpSpPr>
        <a:xfrm>
          <a:off x="0" y="0"/>
          <a:ext cx="0" cy="0"/>
          <a:chOff x="0" y="0"/>
          <a:chExt cx="0" cy="0"/>
        </a:xfrm>
      </p:grpSpPr>
      <p:sp>
        <p:nvSpPr>
          <p:cNvPr id="641" name="Google Shape;641;p5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Icon pack</a:t>
            </a:r>
            <a:endParaRPr/>
          </a:p>
        </p:txBody>
      </p:sp>
      <p:grpSp>
        <p:nvGrpSpPr>
          <p:cNvPr id="642" name="Google Shape;642;p53"/>
          <p:cNvGrpSpPr/>
          <p:nvPr/>
        </p:nvGrpSpPr>
        <p:grpSpPr>
          <a:xfrm>
            <a:off x="8004132" y="3241690"/>
            <a:ext cx="377914" cy="377914"/>
            <a:chOff x="8014487" y="3526320"/>
            <a:chExt cx="377914" cy="377914"/>
          </a:xfrm>
        </p:grpSpPr>
        <p:sp>
          <p:nvSpPr>
            <p:cNvPr id="643" name="Google Shape;643;p53"/>
            <p:cNvSpPr/>
            <p:nvPr/>
          </p:nvSpPr>
          <p:spPr>
            <a:xfrm>
              <a:off x="8014649" y="3527075"/>
              <a:ext cx="377753" cy="376404"/>
            </a:xfrm>
            <a:custGeom>
              <a:avLst/>
              <a:gdLst/>
              <a:ahLst/>
              <a:cxnLst/>
              <a:rect l="l" t="t" r="r" b="b"/>
              <a:pathLst>
                <a:path w="14009" h="13959" extrusionOk="0">
                  <a:moveTo>
                    <a:pt x="6593" y="1659"/>
                  </a:moveTo>
                  <a:lnTo>
                    <a:pt x="6593" y="2480"/>
                  </a:lnTo>
                  <a:cubicBezTo>
                    <a:pt x="4432" y="2680"/>
                    <a:pt x="2702" y="4404"/>
                    <a:pt x="2508" y="6573"/>
                  </a:cubicBezTo>
                  <a:lnTo>
                    <a:pt x="1681" y="6573"/>
                  </a:lnTo>
                  <a:cubicBezTo>
                    <a:pt x="1881" y="3953"/>
                    <a:pt x="3974" y="1859"/>
                    <a:pt x="6593" y="1659"/>
                  </a:cubicBezTo>
                  <a:close/>
                  <a:moveTo>
                    <a:pt x="7414" y="1659"/>
                  </a:moveTo>
                  <a:cubicBezTo>
                    <a:pt x="10029" y="1859"/>
                    <a:pt x="12121" y="3953"/>
                    <a:pt x="12322" y="6573"/>
                  </a:cubicBezTo>
                  <a:lnTo>
                    <a:pt x="11501" y="6573"/>
                  </a:lnTo>
                  <a:cubicBezTo>
                    <a:pt x="11307" y="4404"/>
                    <a:pt x="9577" y="2680"/>
                    <a:pt x="7414" y="2480"/>
                  </a:cubicBezTo>
                  <a:lnTo>
                    <a:pt x="7414" y="1659"/>
                  </a:lnTo>
                  <a:close/>
                  <a:moveTo>
                    <a:pt x="7414" y="3307"/>
                  </a:moveTo>
                  <a:cubicBezTo>
                    <a:pt x="9126" y="3495"/>
                    <a:pt x="10486" y="4861"/>
                    <a:pt x="10674" y="6573"/>
                  </a:cubicBezTo>
                  <a:lnTo>
                    <a:pt x="10298" y="6573"/>
                  </a:lnTo>
                  <a:cubicBezTo>
                    <a:pt x="10084" y="6573"/>
                    <a:pt x="9902" y="6723"/>
                    <a:pt x="9878" y="6935"/>
                  </a:cubicBezTo>
                  <a:cubicBezTo>
                    <a:pt x="9853" y="7180"/>
                    <a:pt x="10047" y="7394"/>
                    <a:pt x="10286" y="7394"/>
                  </a:cubicBezTo>
                  <a:lnTo>
                    <a:pt x="10674" y="7394"/>
                  </a:lnTo>
                  <a:cubicBezTo>
                    <a:pt x="10486" y="9098"/>
                    <a:pt x="9126" y="10464"/>
                    <a:pt x="7414" y="10652"/>
                  </a:cubicBezTo>
                  <a:lnTo>
                    <a:pt x="7414" y="10264"/>
                  </a:lnTo>
                  <a:cubicBezTo>
                    <a:pt x="7414" y="10040"/>
                    <a:pt x="7227" y="9854"/>
                    <a:pt x="7000" y="9854"/>
                  </a:cubicBezTo>
                  <a:cubicBezTo>
                    <a:pt x="6986" y="9854"/>
                    <a:pt x="6972" y="9855"/>
                    <a:pt x="6957" y="9856"/>
                  </a:cubicBezTo>
                  <a:cubicBezTo>
                    <a:pt x="6744" y="9882"/>
                    <a:pt x="6593" y="10064"/>
                    <a:pt x="6593" y="10276"/>
                  </a:cubicBezTo>
                  <a:lnTo>
                    <a:pt x="6593" y="10652"/>
                  </a:lnTo>
                  <a:cubicBezTo>
                    <a:pt x="4883" y="10464"/>
                    <a:pt x="3523" y="9098"/>
                    <a:pt x="3329" y="7394"/>
                  </a:cubicBezTo>
                  <a:lnTo>
                    <a:pt x="3705" y="7394"/>
                  </a:lnTo>
                  <a:cubicBezTo>
                    <a:pt x="3917" y="7394"/>
                    <a:pt x="4105" y="7236"/>
                    <a:pt x="4125" y="7030"/>
                  </a:cubicBezTo>
                  <a:cubicBezTo>
                    <a:pt x="4156" y="6779"/>
                    <a:pt x="3961" y="6573"/>
                    <a:pt x="3717" y="6573"/>
                  </a:cubicBezTo>
                  <a:lnTo>
                    <a:pt x="3329" y="6573"/>
                  </a:lnTo>
                  <a:cubicBezTo>
                    <a:pt x="3523" y="4861"/>
                    <a:pt x="4883" y="3495"/>
                    <a:pt x="6593" y="3307"/>
                  </a:cubicBezTo>
                  <a:lnTo>
                    <a:pt x="6593" y="3683"/>
                  </a:lnTo>
                  <a:cubicBezTo>
                    <a:pt x="6593" y="3897"/>
                    <a:pt x="6744" y="4077"/>
                    <a:pt x="6957" y="4103"/>
                  </a:cubicBezTo>
                  <a:cubicBezTo>
                    <a:pt x="6972" y="4105"/>
                    <a:pt x="6987" y="4105"/>
                    <a:pt x="7002" y="4105"/>
                  </a:cubicBezTo>
                  <a:cubicBezTo>
                    <a:pt x="7227" y="4105"/>
                    <a:pt x="7414" y="3926"/>
                    <a:pt x="7414" y="3695"/>
                  </a:cubicBezTo>
                  <a:lnTo>
                    <a:pt x="7414" y="3307"/>
                  </a:lnTo>
                  <a:close/>
                  <a:moveTo>
                    <a:pt x="2508" y="7394"/>
                  </a:moveTo>
                  <a:cubicBezTo>
                    <a:pt x="2702" y="9556"/>
                    <a:pt x="4432" y="11279"/>
                    <a:pt x="6593" y="11479"/>
                  </a:cubicBezTo>
                  <a:lnTo>
                    <a:pt x="6593" y="12301"/>
                  </a:lnTo>
                  <a:cubicBezTo>
                    <a:pt x="3974" y="12101"/>
                    <a:pt x="1881" y="10007"/>
                    <a:pt x="1681" y="7394"/>
                  </a:cubicBezTo>
                  <a:close/>
                  <a:moveTo>
                    <a:pt x="12322" y="7394"/>
                  </a:moveTo>
                  <a:cubicBezTo>
                    <a:pt x="12121" y="10007"/>
                    <a:pt x="10029" y="12101"/>
                    <a:pt x="7414" y="12301"/>
                  </a:cubicBezTo>
                  <a:lnTo>
                    <a:pt x="7414" y="11479"/>
                  </a:lnTo>
                  <a:cubicBezTo>
                    <a:pt x="9577" y="11279"/>
                    <a:pt x="11307" y="9556"/>
                    <a:pt x="11501" y="7394"/>
                  </a:cubicBezTo>
                  <a:close/>
                  <a:moveTo>
                    <a:pt x="6998" y="1"/>
                  </a:moveTo>
                  <a:cubicBezTo>
                    <a:pt x="6772" y="1"/>
                    <a:pt x="6593" y="184"/>
                    <a:pt x="6593" y="412"/>
                  </a:cubicBezTo>
                  <a:lnTo>
                    <a:pt x="6593" y="837"/>
                  </a:lnTo>
                  <a:cubicBezTo>
                    <a:pt x="5103" y="932"/>
                    <a:pt x="3711" y="1558"/>
                    <a:pt x="2645" y="2624"/>
                  </a:cubicBezTo>
                  <a:cubicBezTo>
                    <a:pt x="1580" y="3689"/>
                    <a:pt x="953" y="5081"/>
                    <a:pt x="859" y="6573"/>
                  </a:cubicBezTo>
                  <a:lnTo>
                    <a:pt x="446" y="6573"/>
                  </a:lnTo>
                  <a:cubicBezTo>
                    <a:pt x="232" y="6573"/>
                    <a:pt x="50" y="6723"/>
                    <a:pt x="26" y="6935"/>
                  </a:cubicBezTo>
                  <a:cubicBezTo>
                    <a:pt x="0" y="7180"/>
                    <a:pt x="188" y="7394"/>
                    <a:pt x="434" y="7394"/>
                  </a:cubicBezTo>
                  <a:lnTo>
                    <a:pt x="859" y="7394"/>
                  </a:lnTo>
                  <a:cubicBezTo>
                    <a:pt x="953" y="8879"/>
                    <a:pt x="1580" y="10270"/>
                    <a:pt x="2645" y="11335"/>
                  </a:cubicBezTo>
                  <a:cubicBezTo>
                    <a:pt x="3711" y="12401"/>
                    <a:pt x="5103" y="13027"/>
                    <a:pt x="6593" y="13128"/>
                  </a:cubicBezTo>
                  <a:lnTo>
                    <a:pt x="6593" y="13542"/>
                  </a:lnTo>
                  <a:cubicBezTo>
                    <a:pt x="6593" y="13749"/>
                    <a:pt x="6744" y="13937"/>
                    <a:pt x="6957" y="13955"/>
                  </a:cubicBezTo>
                  <a:cubicBezTo>
                    <a:pt x="6975" y="13957"/>
                    <a:pt x="6992" y="13959"/>
                    <a:pt x="7010" y="13959"/>
                  </a:cubicBezTo>
                  <a:cubicBezTo>
                    <a:pt x="7232" y="13959"/>
                    <a:pt x="7414" y="13775"/>
                    <a:pt x="7414" y="13548"/>
                  </a:cubicBezTo>
                  <a:lnTo>
                    <a:pt x="7414" y="13128"/>
                  </a:lnTo>
                  <a:cubicBezTo>
                    <a:pt x="8907" y="13027"/>
                    <a:pt x="10292" y="12401"/>
                    <a:pt x="11357" y="11335"/>
                  </a:cubicBezTo>
                  <a:cubicBezTo>
                    <a:pt x="12422" y="10270"/>
                    <a:pt x="13049" y="8879"/>
                    <a:pt x="13150" y="7394"/>
                  </a:cubicBezTo>
                  <a:lnTo>
                    <a:pt x="13563" y="7394"/>
                  </a:lnTo>
                  <a:cubicBezTo>
                    <a:pt x="13769" y="7394"/>
                    <a:pt x="13958" y="7236"/>
                    <a:pt x="13983" y="7030"/>
                  </a:cubicBezTo>
                  <a:cubicBezTo>
                    <a:pt x="14009" y="6779"/>
                    <a:pt x="13813" y="6573"/>
                    <a:pt x="13569" y="6573"/>
                  </a:cubicBezTo>
                  <a:lnTo>
                    <a:pt x="13150" y="6573"/>
                  </a:lnTo>
                  <a:cubicBezTo>
                    <a:pt x="13049" y="5081"/>
                    <a:pt x="12422" y="3689"/>
                    <a:pt x="11357" y="2624"/>
                  </a:cubicBezTo>
                  <a:cubicBezTo>
                    <a:pt x="10292" y="1558"/>
                    <a:pt x="8907" y="932"/>
                    <a:pt x="7414" y="837"/>
                  </a:cubicBezTo>
                  <a:lnTo>
                    <a:pt x="7414" y="424"/>
                  </a:lnTo>
                  <a:cubicBezTo>
                    <a:pt x="7414" y="212"/>
                    <a:pt x="7258" y="24"/>
                    <a:pt x="7052" y="4"/>
                  </a:cubicBezTo>
                  <a:cubicBezTo>
                    <a:pt x="7034" y="2"/>
                    <a:pt x="7016" y="1"/>
                    <a:pt x="69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53"/>
            <p:cNvSpPr/>
            <p:nvPr/>
          </p:nvSpPr>
          <p:spPr>
            <a:xfrm>
              <a:off x="8148179" y="3659527"/>
              <a:ext cx="110691" cy="110718"/>
            </a:xfrm>
            <a:custGeom>
              <a:avLst/>
              <a:gdLst/>
              <a:ahLst/>
              <a:cxnLst/>
              <a:rect l="l" t="t" r="r" b="b"/>
              <a:pathLst>
                <a:path w="4105" h="4106" extrusionOk="0">
                  <a:moveTo>
                    <a:pt x="2049" y="820"/>
                  </a:moveTo>
                  <a:cubicBezTo>
                    <a:pt x="2732" y="820"/>
                    <a:pt x="3284" y="1378"/>
                    <a:pt x="3284" y="2055"/>
                  </a:cubicBezTo>
                  <a:cubicBezTo>
                    <a:pt x="3284" y="2732"/>
                    <a:pt x="2732" y="3284"/>
                    <a:pt x="2049" y="3284"/>
                  </a:cubicBezTo>
                  <a:cubicBezTo>
                    <a:pt x="1372" y="3284"/>
                    <a:pt x="821" y="2732"/>
                    <a:pt x="821" y="2055"/>
                  </a:cubicBezTo>
                  <a:cubicBezTo>
                    <a:pt x="821" y="1378"/>
                    <a:pt x="1372" y="820"/>
                    <a:pt x="2049" y="820"/>
                  </a:cubicBezTo>
                  <a:close/>
                  <a:moveTo>
                    <a:pt x="2049" y="0"/>
                  </a:moveTo>
                  <a:cubicBezTo>
                    <a:pt x="921" y="0"/>
                    <a:pt x="0" y="921"/>
                    <a:pt x="0" y="2055"/>
                  </a:cubicBezTo>
                  <a:cubicBezTo>
                    <a:pt x="0" y="3189"/>
                    <a:pt x="921" y="4105"/>
                    <a:pt x="2049" y="4105"/>
                  </a:cubicBezTo>
                  <a:cubicBezTo>
                    <a:pt x="3183" y="4105"/>
                    <a:pt x="4105" y="3189"/>
                    <a:pt x="4105" y="2055"/>
                  </a:cubicBezTo>
                  <a:cubicBezTo>
                    <a:pt x="4105" y="921"/>
                    <a:pt x="3183" y="0"/>
                    <a:pt x="20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53"/>
            <p:cNvSpPr/>
            <p:nvPr/>
          </p:nvSpPr>
          <p:spPr>
            <a:xfrm>
              <a:off x="8192429" y="3703777"/>
              <a:ext cx="22165" cy="22165"/>
            </a:xfrm>
            <a:custGeom>
              <a:avLst/>
              <a:gdLst/>
              <a:ahLst/>
              <a:cxnLst/>
              <a:rect l="l" t="t" r="r" b="b"/>
              <a:pathLst>
                <a:path w="822" h="822" extrusionOk="0">
                  <a:moveTo>
                    <a:pt x="408" y="0"/>
                  </a:moveTo>
                  <a:cubicBezTo>
                    <a:pt x="182" y="0"/>
                    <a:pt x="0" y="188"/>
                    <a:pt x="0" y="414"/>
                  </a:cubicBezTo>
                  <a:cubicBezTo>
                    <a:pt x="0" y="640"/>
                    <a:pt x="182" y="822"/>
                    <a:pt x="408" y="822"/>
                  </a:cubicBezTo>
                  <a:cubicBezTo>
                    <a:pt x="633" y="822"/>
                    <a:pt x="821" y="640"/>
                    <a:pt x="821" y="414"/>
                  </a:cubicBezTo>
                  <a:cubicBezTo>
                    <a:pt x="821" y="188"/>
                    <a:pt x="633"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53"/>
            <p:cNvSpPr/>
            <p:nvPr/>
          </p:nvSpPr>
          <p:spPr>
            <a:xfrm>
              <a:off x="8014487" y="3526320"/>
              <a:ext cx="96670" cy="95968"/>
            </a:xfrm>
            <a:custGeom>
              <a:avLst/>
              <a:gdLst/>
              <a:ahLst/>
              <a:cxnLst/>
              <a:rect l="l" t="t" r="r" b="b"/>
              <a:pathLst>
                <a:path w="3585" h="3559" extrusionOk="0">
                  <a:moveTo>
                    <a:pt x="414" y="1"/>
                  </a:moveTo>
                  <a:cubicBezTo>
                    <a:pt x="182" y="1"/>
                    <a:pt x="0" y="183"/>
                    <a:pt x="0" y="408"/>
                  </a:cubicBezTo>
                  <a:lnTo>
                    <a:pt x="0" y="3147"/>
                  </a:lnTo>
                  <a:cubicBezTo>
                    <a:pt x="0" y="3374"/>
                    <a:pt x="184" y="3558"/>
                    <a:pt x="406" y="3558"/>
                  </a:cubicBezTo>
                  <a:cubicBezTo>
                    <a:pt x="423" y="3558"/>
                    <a:pt x="440" y="3557"/>
                    <a:pt x="458" y="3555"/>
                  </a:cubicBezTo>
                  <a:cubicBezTo>
                    <a:pt x="671" y="3535"/>
                    <a:pt x="822" y="3347"/>
                    <a:pt x="822" y="3141"/>
                  </a:cubicBezTo>
                  <a:lnTo>
                    <a:pt x="822" y="822"/>
                  </a:lnTo>
                  <a:lnTo>
                    <a:pt x="3140" y="822"/>
                  </a:lnTo>
                  <a:cubicBezTo>
                    <a:pt x="3347" y="822"/>
                    <a:pt x="3535" y="665"/>
                    <a:pt x="3553" y="458"/>
                  </a:cubicBezTo>
                  <a:cubicBezTo>
                    <a:pt x="3585" y="208"/>
                    <a:pt x="3391" y="1"/>
                    <a:pt x="3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53"/>
            <p:cNvSpPr/>
            <p:nvPr/>
          </p:nvSpPr>
          <p:spPr>
            <a:xfrm>
              <a:off x="8014487" y="3808293"/>
              <a:ext cx="96670" cy="95941"/>
            </a:xfrm>
            <a:custGeom>
              <a:avLst/>
              <a:gdLst/>
              <a:ahLst/>
              <a:cxnLst/>
              <a:rect l="l" t="t" r="r" b="b"/>
              <a:pathLst>
                <a:path w="3585" h="3558" extrusionOk="0">
                  <a:moveTo>
                    <a:pt x="408" y="0"/>
                  </a:moveTo>
                  <a:cubicBezTo>
                    <a:pt x="186" y="0"/>
                    <a:pt x="0" y="184"/>
                    <a:pt x="0" y="411"/>
                  </a:cubicBezTo>
                  <a:lnTo>
                    <a:pt x="0" y="3150"/>
                  </a:lnTo>
                  <a:cubicBezTo>
                    <a:pt x="0" y="3376"/>
                    <a:pt x="182" y="3558"/>
                    <a:pt x="414" y="3558"/>
                  </a:cubicBezTo>
                  <a:lnTo>
                    <a:pt x="3147" y="3558"/>
                  </a:lnTo>
                  <a:cubicBezTo>
                    <a:pt x="3391" y="3558"/>
                    <a:pt x="3585" y="3350"/>
                    <a:pt x="3553" y="3101"/>
                  </a:cubicBezTo>
                  <a:cubicBezTo>
                    <a:pt x="3535" y="2893"/>
                    <a:pt x="3347" y="2737"/>
                    <a:pt x="3140" y="2737"/>
                  </a:cubicBezTo>
                  <a:lnTo>
                    <a:pt x="822" y="2737"/>
                  </a:lnTo>
                  <a:lnTo>
                    <a:pt x="822" y="425"/>
                  </a:lnTo>
                  <a:cubicBezTo>
                    <a:pt x="822" y="211"/>
                    <a:pt x="671" y="23"/>
                    <a:pt x="458" y="3"/>
                  </a:cubicBezTo>
                  <a:cubicBezTo>
                    <a:pt x="441" y="1"/>
                    <a:pt x="42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53"/>
            <p:cNvSpPr/>
            <p:nvPr/>
          </p:nvSpPr>
          <p:spPr>
            <a:xfrm>
              <a:off x="8295840" y="3808293"/>
              <a:ext cx="96562" cy="95941"/>
            </a:xfrm>
            <a:custGeom>
              <a:avLst/>
              <a:gdLst/>
              <a:ahLst/>
              <a:cxnLst/>
              <a:rect l="l" t="t" r="r" b="b"/>
              <a:pathLst>
                <a:path w="3581" h="3558" extrusionOk="0">
                  <a:moveTo>
                    <a:pt x="3173" y="0"/>
                  </a:moveTo>
                  <a:cubicBezTo>
                    <a:pt x="3156" y="0"/>
                    <a:pt x="3139" y="1"/>
                    <a:pt x="3122" y="3"/>
                  </a:cubicBezTo>
                  <a:cubicBezTo>
                    <a:pt x="2916" y="23"/>
                    <a:pt x="2759" y="211"/>
                    <a:pt x="2759" y="425"/>
                  </a:cubicBezTo>
                  <a:lnTo>
                    <a:pt x="2759" y="2737"/>
                  </a:lnTo>
                  <a:lnTo>
                    <a:pt x="446" y="2737"/>
                  </a:lnTo>
                  <a:cubicBezTo>
                    <a:pt x="234" y="2737"/>
                    <a:pt x="52" y="2893"/>
                    <a:pt x="26" y="3101"/>
                  </a:cubicBezTo>
                  <a:cubicBezTo>
                    <a:pt x="1" y="3350"/>
                    <a:pt x="189" y="3558"/>
                    <a:pt x="434" y="3558"/>
                  </a:cubicBezTo>
                  <a:lnTo>
                    <a:pt x="3173" y="3558"/>
                  </a:lnTo>
                  <a:cubicBezTo>
                    <a:pt x="3399" y="3558"/>
                    <a:pt x="3581" y="3376"/>
                    <a:pt x="3581" y="3150"/>
                  </a:cubicBezTo>
                  <a:lnTo>
                    <a:pt x="3581" y="411"/>
                  </a:lnTo>
                  <a:cubicBezTo>
                    <a:pt x="3581" y="184"/>
                    <a:pt x="3401" y="0"/>
                    <a:pt x="31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53"/>
            <p:cNvSpPr/>
            <p:nvPr/>
          </p:nvSpPr>
          <p:spPr>
            <a:xfrm>
              <a:off x="8295840" y="3526320"/>
              <a:ext cx="96562" cy="95968"/>
            </a:xfrm>
            <a:custGeom>
              <a:avLst/>
              <a:gdLst/>
              <a:ahLst/>
              <a:cxnLst/>
              <a:rect l="l" t="t" r="r" b="b"/>
              <a:pathLst>
                <a:path w="3581" h="3559" extrusionOk="0">
                  <a:moveTo>
                    <a:pt x="446" y="1"/>
                  </a:moveTo>
                  <a:cubicBezTo>
                    <a:pt x="234" y="1"/>
                    <a:pt x="52" y="157"/>
                    <a:pt x="26" y="365"/>
                  </a:cubicBezTo>
                  <a:cubicBezTo>
                    <a:pt x="1" y="616"/>
                    <a:pt x="189" y="822"/>
                    <a:pt x="434" y="822"/>
                  </a:cubicBezTo>
                  <a:lnTo>
                    <a:pt x="2759" y="822"/>
                  </a:lnTo>
                  <a:lnTo>
                    <a:pt x="2759" y="3141"/>
                  </a:lnTo>
                  <a:cubicBezTo>
                    <a:pt x="2759" y="3347"/>
                    <a:pt x="2916" y="3535"/>
                    <a:pt x="3122" y="3555"/>
                  </a:cubicBezTo>
                  <a:cubicBezTo>
                    <a:pt x="3140" y="3557"/>
                    <a:pt x="3158" y="3558"/>
                    <a:pt x="3175" y="3558"/>
                  </a:cubicBezTo>
                  <a:cubicBezTo>
                    <a:pt x="3402" y="3558"/>
                    <a:pt x="3581" y="3374"/>
                    <a:pt x="3581" y="3147"/>
                  </a:cubicBezTo>
                  <a:lnTo>
                    <a:pt x="3581" y="408"/>
                  </a:lnTo>
                  <a:cubicBezTo>
                    <a:pt x="3581" y="183"/>
                    <a:pt x="3399" y="1"/>
                    <a:pt x="3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 name="Google Shape;650;p53"/>
          <p:cNvGrpSpPr/>
          <p:nvPr/>
        </p:nvGrpSpPr>
        <p:grpSpPr>
          <a:xfrm>
            <a:off x="730674" y="1461056"/>
            <a:ext cx="377914" cy="332317"/>
            <a:chOff x="720158" y="1689653"/>
            <a:chExt cx="377914" cy="332317"/>
          </a:xfrm>
        </p:grpSpPr>
        <p:sp>
          <p:nvSpPr>
            <p:cNvPr id="651" name="Google Shape;651;p53"/>
            <p:cNvSpPr/>
            <p:nvPr/>
          </p:nvSpPr>
          <p:spPr>
            <a:xfrm>
              <a:off x="971984" y="1711819"/>
              <a:ext cx="81785" cy="81219"/>
            </a:xfrm>
            <a:custGeom>
              <a:avLst/>
              <a:gdLst/>
              <a:ahLst/>
              <a:cxnLst/>
              <a:rect l="l" t="t" r="r" b="b"/>
              <a:pathLst>
                <a:path w="3033" h="3012" extrusionOk="0">
                  <a:moveTo>
                    <a:pt x="432" y="0"/>
                  </a:moveTo>
                  <a:cubicBezTo>
                    <a:pt x="194" y="0"/>
                    <a:pt x="0" y="212"/>
                    <a:pt x="24" y="458"/>
                  </a:cubicBezTo>
                  <a:cubicBezTo>
                    <a:pt x="50" y="671"/>
                    <a:pt x="232" y="822"/>
                    <a:pt x="444" y="822"/>
                  </a:cubicBezTo>
                  <a:lnTo>
                    <a:pt x="2211" y="822"/>
                  </a:lnTo>
                  <a:lnTo>
                    <a:pt x="2211" y="2589"/>
                  </a:lnTo>
                  <a:cubicBezTo>
                    <a:pt x="2211" y="2801"/>
                    <a:pt x="2369" y="2989"/>
                    <a:pt x="2575" y="3009"/>
                  </a:cubicBezTo>
                  <a:cubicBezTo>
                    <a:pt x="2593" y="3011"/>
                    <a:pt x="2611" y="3012"/>
                    <a:pt x="2629" y="3012"/>
                  </a:cubicBezTo>
                  <a:cubicBezTo>
                    <a:pt x="2855" y="3012"/>
                    <a:pt x="3033" y="2827"/>
                    <a:pt x="3033" y="2601"/>
                  </a:cubicBezTo>
                  <a:lnTo>
                    <a:pt x="3033" y="414"/>
                  </a:lnTo>
                  <a:cubicBezTo>
                    <a:pt x="3033" y="188"/>
                    <a:pt x="2851" y="0"/>
                    <a:pt x="26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53"/>
            <p:cNvSpPr/>
            <p:nvPr/>
          </p:nvSpPr>
          <p:spPr>
            <a:xfrm>
              <a:off x="963328" y="1756068"/>
              <a:ext cx="46191" cy="44357"/>
            </a:xfrm>
            <a:custGeom>
              <a:avLst/>
              <a:gdLst/>
              <a:ahLst/>
              <a:cxnLst/>
              <a:rect l="l" t="t" r="r" b="b"/>
              <a:pathLst>
                <a:path w="1713" h="1645" extrusionOk="0">
                  <a:moveTo>
                    <a:pt x="484" y="0"/>
                  </a:moveTo>
                  <a:cubicBezTo>
                    <a:pt x="215" y="0"/>
                    <a:pt x="1" y="264"/>
                    <a:pt x="88" y="546"/>
                  </a:cubicBezTo>
                  <a:cubicBezTo>
                    <a:pt x="145" y="715"/>
                    <a:pt x="302" y="822"/>
                    <a:pt x="478" y="822"/>
                  </a:cubicBezTo>
                  <a:lnTo>
                    <a:pt x="891" y="822"/>
                  </a:lnTo>
                  <a:lnTo>
                    <a:pt x="891" y="1235"/>
                  </a:lnTo>
                  <a:cubicBezTo>
                    <a:pt x="891" y="1411"/>
                    <a:pt x="1004" y="1574"/>
                    <a:pt x="1173" y="1625"/>
                  </a:cubicBezTo>
                  <a:cubicBezTo>
                    <a:pt x="1217" y="1639"/>
                    <a:pt x="1261" y="1645"/>
                    <a:pt x="1304" y="1645"/>
                  </a:cubicBezTo>
                  <a:cubicBezTo>
                    <a:pt x="1530" y="1645"/>
                    <a:pt x="1713" y="1462"/>
                    <a:pt x="1713" y="1235"/>
                  </a:cubicBezTo>
                  <a:lnTo>
                    <a:pt x="1713" y="402"/>
                  </a:lnTo>
                  <a:cubicBezTo>
                    <a:pt x="1713" y="182"/>
                    <a:pt x="1537" y="0"/>
                    <a:pt x="13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53"/>
            <p:cNvSpPr/>
            <p:nvPr/>
          </p:nvSpPr>
          <p:spPr>
            <a:xfrm>
              <a:off x="906243" y="1829925"/>
              <a:ext cx="191829" cy="192045"/>
            </a:xfrm>
            <a:custGeom>
              <a:avLst/>
              <a:gdLst/>
              <a:ahLst/>
              <a:cxnLst/>
              <a:rect l="l" t="t" r="r" b="b"/>
              <a:pathLst>
                <a:path w="7114" h="7122" extrusionOk="0">
                  <a:moveTo>
                    <a:pt x="4108" y="824"/>
                  </a:moveTo>
                  <a:cubicBezTo>
                    <a:pt x="4334" y="824"/>
                    <a:pt x="4513" y="1009"/>
                    <a:pt x="4513" y="1235"/>
                  </a:cubicBezTo>
                  <a:lnTo>
                    <a:pt x="4513" y="1505"/>
                  </a:lnTo>
                  <a:cubicBezTo>
                    <a:pt x="4513" y="1730"/>
                    <a:pt x="4701" y="1918"/>
                    <a:pt x="4926" y="1918"/>
                  </a:cubicBezTo>
                  <a:lnTo>
                    <a:pt x="6292" y="1918"/>
                  </a:lnTo>
                  <a:lnTo>
                    <a:pt x="6292" y="2884"/>
                  </a:lnTo>
                  <a:cubicBezTo>
                    <a:pt x="5678" y="2953"/>
                    <a:pt x="5195" y="3473"/>
                    <a:pt x="5195" y="4105"/>
                  </a:cubicBezTo>
                  <a:cubicBezTo>
                    <a:pt x="5195" y="4738"/>
                    <a:pt x="5678" y="5265"/>
                    <a:pt x="6292" y="5334"/>
                  </a:cubicBezTo>
                  <a:lnTo>
                    <a:pt x="6292" y="6300"/>
                  </a:lnTo>
                  <a:lnTo>
                    <a:pt x="1912" y="6300"/>
                  </a:lnTo>
                  <a:lnTo>
                    <a:pt x="1912" y="4926"/>
                  </a:lnTo>
                  <a:cubicBezTo>
                    <a:pt x="1912" y="4701"/>
                    <a:pt x="1730" y="4519"/>
                    <a:pt x="1504" y="4519"/>
                  </a:cubicBezTo>
                  <a:lnTo>
                    <a:pt x="1241" y="4519"/>
                  </a:lnTo>
                  <a:cubicBezTo>
                    <a:pt x="1027" y="4519"/>
                    <a:pt x="845" y="4362"/>
                    <a:pt x="821" y="4156"/>
                  </a:cubicBezTo>
                  <a:cubicBezTo>
                    <a:pt x="796" y="3905"/>
                    <a:pt x="990" y="3699"/>
                    <a:pt x="1228" y="3699"/>
                  </a:cubicBezTo>
                  <a:lnTo>
                    <a:pt x="1504" y="3699"/>
                  </a:lnTo>
                  <a:cubicBezTo>
                    <a:pt x="1730" y="3699"/>
                    <a:pt x="1912" y="3511"/>
                    <a:pt x="1912" y="3285"/>
                  </a:cubicBezTo>
                  <a:lnTo>
                    <a:pt x="1912" y="1918"/>
                  </a:lnTo>
                  <a:lnTo>
                    <a:pt x="3284" y="1918"/>
                  </a:lnTo>
                  <a:cubicBezTo>
                    <a:pt x="3509" y="1918"/>
                    <a:pt x="3691" y="1730"/>
                    <a:pt x="3691" y="1505"/>
                  </a:cubicBezTo>
                  <a:lnTo>
                    <a:pt x="3691" y="1241"/>
                  </a:lnTo>
                  <a:cubicBezTo>
                    <a:pt x="3691" y="1035"/>
                    <a:pt x="3848" y="847"/>
                    <a:pt x="4055" y="828"/>
                  </a:cubicBezTo>
                  <a:cubicBezTo>
                    <a:pt x="4073" y="825"/>
                    <a:pt x="4091" y="824"/>
                    <a:pt x="4108" y="824"/>
                  </a:cubicBezTo>
                  <a:close/>
                  <a:moveTo>
                    <a:pt x="4105" y="0"/>
                  </a:moveTo>
                  <a:cubicBezTo>
                    <a:pt x="3472" y="0"/>
                    <a:pt x="2945" y="483"/>
                    <a:pt x="2876" y="1097"/>
                  </a:cubicBezTo>
                  <a:lnTo>
                    <a:pt x="1504" y="1097"/>
                  </a:lnTo>
                  <a:cubicBezTo>
                    <a:pt x="1279" y="1097"/>
                    <a:pt x="1091" y="1279"/>
                    <a:pt x="1091" y="1505"/>
                  </a:cubicBezTo>
                  <a:lnTo>
                    <a:pt x="1091" y="2884"/>
                  </a:lnTo>
                  <a:cubicBezTo>
                    <a:pt x="475" y="2953"/>
                    <a:pt x="0" y="3473"/>
                    <a:pt x="0" y="4105"/>
                  </a:cubicBezTo>
                  <a:cubicBezTo>
                    <a:pt x="0" y="4738"/>
                    <a:pt x="475" y="5265"/>
                    <a:pt x="1091" y="5334"/>
                  </a:cubicBezTo>
                  <a:lnTo>
                    <a:pt x="1091" y="6707"/>
                  </a:lnTo>
                  <a:cubicBezTo>
                    <a:pt x="1091" y="6933"/>
                    <a:pt x="1279" y="7121"/>
                    <a:pt x="1504" y="7121"/>
                  </a:cubicBezTo>
                  <a:lnTo>
                    <a:pt x="6706" y="7121"/>
                  </a:lnTo>
                  <a:cubicBezTo>
                    <a:pt x="6931" y="7121"/>
                    <a:pt x="7113" y="6933"/>
                    <a:pt x="7113" y="6707"/>
                  </a:cubicBezTo>
                  <a:lnTo>
                    <a:pt x="7113" y="4926"/>
                  </a:lnTo>
                  <a:cubicBezTo>
                    <a:pt x="7113" y="4701"/>
                    <a:pt x="6931" y="4519"/>
                    <a:pt x="6706" y="4519"/>
                  </a:cubicBezTo>
                  <a:lnTo>
                    <a:pt x="6442" y="4519"/>
                  </a:lnTo>
                  <a:cubicBezTo>
                    <a:pt x="6229" y="4519"/>
                    <a:pt x="6048" y="4362"/>
                    <a:pt x="6023" y="4156"/>
                  </a:cubicBezTo>
                  <a:cubicBezTo>
                    <a:pt x="5991" y="3905"/>
                    <a:pt x="6185" y="3699"/>
                    <a:pt x="6430" y="3699"/>
                  </a:cubicBezTo>
                  <a:lnTo>
                    <a:pt x="6706" y="3699"/>
                  </a:lnTo>
                  <a:cubicBezTo>
                    <a:pt x="6931" y="3699"/>
                    <a:pt x="7113" y="3511"/>
                    <a:pt x="7113" y="3285"/>
                  </a:cubicBezTo>
                  <a:lnTo>
                    <a:pt x="7113" y="1505"/>
                  </a:lnTo>
                  <a:cubicBezTo>
                    <a:pt x="7113" y="1279"/>
                    <a:pt x="6931" y="1097"/>
                    <a:pt x="6706" y="1097"/>
                  </a:cubicBezTo>
                  <a:lnTo>
                    <a:pt x="5326" y="1097"/>
                  </a:lnTo>
                  <a:cubicBezTo>
                    <a:pt x="5259" y="483"/>
                    <a:pt x="4738" y="0"/>
                    <a:pt x="4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53"/>
            <p:cNvSpPr/>
            <p:nvPr/>
          </p:nvSpPr>
          <p:spPr>
            <a:xfrm>
              <a:off x="720158" y="1689653"/>
              <a:ext cx="192018" cy="332317"/>
            </a:xfrm>
            <a:custGeom>
              <a:avLst/>
              <a:gdLst/>
              <a:ahLst/>
              <a:cxnLst/>
              <a:rect l="l" t="t" r="r" b="b"/>
              <a:pathLst>
                <a:path w="7121" h="12324" extrusionOk="0">
                  <a:moveTo>
                    <a:pt x="3017" y="825"/>
                  </a:moveTo>
                  <a:cubicBezTo>
                    <a:pt x="3239" y="825"/>
                    <a:pt x="3422" y="1008"/>
                    <a:pt x="3422" y="1236"/>
                  </a:cubicBezTo>
                  <a:lnTo>
                    <a:pt x="3422" y="1505"/>
                  </a:lnTo>
                  <a:cubicBezTo>
                    <a:pt x="3422" y="1737"/>
                    <a:pt x="3604" y="1919"/>
                    <a:pt x="3830" y="1919"/>
                  </a:cubicBezTo>
                  <a:lnTo>
                    <a:pt x="5203" y="1919"/>
                  </a:lnTo>
                  <a:lnTo>
                    <a:pt x="5203" y="3285"/>
                  </a:lnTo>
                  <a:cubicBezTo>
                    <a:pt x="5203" y="3516"/>
                    <a:pt x="5383" y="3698"/>
                    <a:pt x="5609" y="3698"/>
                  </a:cubicBezTo>
                  <a:lnTo>
                    <a:pt x="5872" y="3698"/>
                  </a:lnTo>
                  <a:cubicBezTo>
                    <a:pt x="6086" y="3698"/>
                    <a:pt x="6268" y="3849"/>
                    <a:pt x="6293" y="4062"/>
                  </a:cubicBezTo>
                  <a:cubicBezTo>
                    <a:pt x="6324" y="4306"/>
                    <a:pt x="6129" y="4519"/>
                    <a:pt x="5886" y="4519"/>
                  </a:cubicBezTo>
                  <a:lnTo>
                    <a:pt x="5609" y="4519"/>
                  </a:lnTo>
                  <a:cubicBezTo>
                    <a:pt x="5383" y="4519"/>
                    <a:pt x="5203" y="4701"/>
                    <a:pt x="5203" y="4927"/>
                  </a:cubicBezTo>
                  <a:lnTo>
                    <a:pt x="5203" y="6299"/>
                  </a:lnTo>
                  <a:lnTo>
                    <a:pt x="4237" y="6299"/>
                  </a:lnTo>
                  <a:cubicBezTo>
                    <a:pt x="4168" y="5685"/>
                    <a:pt x="3642" y="5202"/>
                    <a:pt x="3008" y="5202"/>
                  </a:cubicBezTo>
                  <a:cubicBezTo>
                    <a:pt x="2375" y="5202"/>
                    <a:pt x="1856" y="5685"/>
                    <a:pt x="1787" y="6299"/>
                  </a:cubicBezTo>
                  <a:lnTo>
                    <a:pt x="821" y="6299"/>
                  </a:lnTo>
                  <a:lnTo>
                    <a:pt x="821" y="1919"/>
                  </a:lnTo>
                  <a:lnTo>
                    <a:pt x="2187" y="1919"/>
                  </a:lnTo>
                  <a:cubicBezTo>
                    <a:pt x="2420" y="1919"/>
                    <a:pt x="2601" y="1737"/>
                    <a:pt x="2601" y="1505"/>
                  </a:cubicBezTo>
                  <a:lnTo>
                    <a:pt x="2601" y="1248"/>
                  </a:lnTo>
                  <a:cubicBezTo>
                    <a:pt x="2601" y="1034"/>
                    <a:pt x="2751" y="854"/>
                    <a:pt x="2965" y="828"/>
                  </a:cubicBezTo>
                  <a:cubicBezTo>
                    <a:pt x="2982" y="826"/>
                    <a:pt x="3000" y="825"/>
                    <a:pt x="3017" y="825"/>
                  </a:cubicBezTo>
                  <a:close/>
                  <a:moveTo>
                    <a:pt x="3017" y="6026"/>
                  </a:moveTo>
                  <a:cubicBezTo>
                    <a:pt x="3239" y="6026"/>
                    <a:pt x="3422" y="6211"/>
                    <a:pt x="3422" y="6437"/>
                  </a:cubicBezTo>
                  <a:lnTo>
                    <a:pt x="3422" y="6707"/>
                  </a:lnTo>
                  <a:cubicBezTo>
                    <a:pt x="3422" y="6932"/>
                    <a:pt x="3604" y="7120"/>
                    <a:pt x="3830" y="7120"/>
                  </a:cubicBezTo>
                  <a:lnTo>
                    <a:pt x="5203" y="7120"/>
                  </a:lnTo>
                  <a:lnTo>
                    <a:pt x="5203" y="8086"/>
                  </a:lnTo>
                  <a:cubicBezTo>
                    <a:pt x="4588" y="8155"/>
                    <a:pt x="4105" y="8675"/>
                    <a:pt x="4105" y="9307"/>
                  </a:cubicBezTo>
                  <a:cubicBezTo>
                    <a:pt x="4105" y="9940"/>
                    <a:pt x="4588" y="10467"/>
                    <a:pt x="5203" y="10536"/>
                  </a:cubicBezTo>
                  <a:lnTo>
                    <a:pt x="5203" y="11502"/>
                  </a:lnTo>
                  <a:lnTo>
                    <a:pt x="821" y="11502"/>
                  </a:lnTo>
                  <a:lnTo>
                    <a:pt x="821" y="7120"/>
                  </a:lnTo>
                  <a:lnTo>
                    <a:pt x="2187" y="7120"/>
                  </a:lnTo>
                  <a:cubicBezTo>
                    <a:pt x="2420" y="7120"/>
                    <a:pt x="2601" y="6932"/>
                    <a:pt x="2601" y="6707"/>
                  </a:cubicBezTo>
                  <a:lnTo>
                    <a:pt x="2601" y="6443"/>
                  </a:lnTo>
                  <a:cubicBezTo>
                    <a:pt x="2601" y="6237"/>
                    <a:pt x="2751" y="6049"/>
                    <a:pt x="2965" y="6030"/>
                  </a:cubicBezTo>
                  <a:cubicBezTo>
                    <a:pt x="2982" y="6027"/>
                    <a:pt x="3000" y="6026"/>
                    <a:pt x="3017" y="6026"/>
                  </a:cubicBezTo>
                  <a:close/>
                  <a:moveTo>
                    <a:pt x="3008" y="1"/>
                  </a:moveTo>
                  <a:cubicBezTo>
                    <a:pt x="2375" y="1"/>
                    <a:pt x="1856" y="484"/>
                    <a:pt x="1787" y="1098"/>
                  </a:cubicBezTo>
                  <a:lnTo>
                    <a:pt x="414" y="1098"/>
                  </a:lnTo>
                  <a:cubicBezTo>
                    <a:pt x="182" y="1098"/>
                    <a:pt x="0" y="1280"/>
                    <a:pt x="0" y="1505"/>
                  </a:cubicBezTo>
                  <a:lnTo>
                    <a:pt x="0" y="11909"/>
                  </a:lnTo>
                  <a:cubicBezTo>
                    <a:pt x="0" y="12135"/>
                    <a:pt x="182" y="12323"/>
                    <a:pt x="414" y="12323"/>
                  </a:cubicBezTo>
                  <a:lnTo>
                    <a:pt x="5609" y="12323"/>
                  </a:lnTo>
                  <a:cubicBezTo>
                    <a:pt x="5842" y="12323"/>
                    <a:pt x="6023" y="12135"/>
                    <a:pt x="6023" y="11909"/>
                  </a:cubicBezTo>
                  <a:lnTo>
                    <a:pt x="6023" y="10128"/>
                  </a:lnTo>
                  <a:cubicBezTo>
                    <a:pt x="6023" y="9903"/>
                    <a:pt x="5842" y="9721"/>
                    <a:pt x="5609" y="9721"/>
                  </a:cubicBezTo>
                  <a:lnTo>
                    <a:pt x="5346" y="9721"/>
                  </a:lnTo>
                  <a:cubicBezTo>
                    <a:pt x="5140" y="9721"/>
                    <a:pt x="4952" y="9564"/>
                    <a:pt x="4932" y="9358"/>
                  </a:cubicBezTo>
                  <a:cubicBezTo>
                    <a:pt x="4902" y="9107"/>
                    <a:pt x="5096" y="8901"/>
                    <a:pt x="5340" y="8901"/>
                  </a:cubicBezTo>
                  <a:lnTo>
                    <a:pt x="5609" y="8901"/>
                  </a:lnTo>
                  <a:cubicBezTo>
                    <a:pt x="5842" y="8901"/>
                    <a:pt x="6023" y="8713"/>
                    <a:pt x="6023" y="8487"/>
                  </a:cubicBezTo>
                  <a:lnTo>
                    <a:pt x="6023" y="5335"/>
                  </a:lnTo>
                  <a:cubicBezTo>
                    <a:pt x="6638" y="5266"/>
                    <a:pt x="7121" y="4739"/>
                    <a:pt x="7121" y="4106"/>
                  </a:cubicBezTo>
                  <a:cubicBezTo>
                    <a:pt x="7121" y="3473"/>
                    <a:pt x="6638" y="2952"/>
                    <a:pt x="6023" y="2884"/>
                  </a:cubicBezTo>
                  <a:lnTo>
                    <a:pt x="6023" y="1505"/>
                  </a:lnTo>
                  <a:cubicBezTo>
                    <a:pt x="6023" y="1280"/>
                    <a:pt x="5842" y="1098"/>
                    <a:pt x="5609" y="1098"/>
                  </a:cubicBezTo>
                  <a:lnTo>
                    <a:pt x="4237" y="1098"/>
                  </a:lnTo>
                  <a:cubicBezTo>
                    <a:pt x="4168" y="484"/>
                    <a:pt x="3642" y="1"/>
                    <a:pt x="30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 name="Google Shape;655;p53"/>
          <p:cNvGrpSpPr/>
          <p:nvPr/>
        </p:nvGrpSpPr>
        <p:grpSpPr>
          <a:xfrm>
            <a:off x="8014595" y="2646923"/>
            <a:ext cx="377914" cy="377914"/>
            <a:chOff x="8024949" y="2910682"/>
            <a:chExt cx="377914" cy="377914"/>
          </a:xfrm>
        </p:grpSpPr>
        <p:sp>
          <p:nvSpPr>
            <p:cNvPr id="656" name="Google Shape;656;p53"/>
            <p:cNvSpPr/>
            <p:nvPr/>
          </p:nvSpPr>
          <p:spPr>
            <a:xfrm>
              <a:off x="8024949" y="3111437"/>
              <a:ext cx="243548" cy="177160"/>
            </a:xfrm>
            <a:custGeom>
              <a:avLst/>
              <a:gdLst/>
              <a:ahLst/>
              <a:cxnLst/>
              <a:rect l="l" t="t" r="r" b="b"/>
              <a:pathLst>
                <a:path w="9032" h="6570" extrusionOk="0">
                  <a:moveTo>
                    <a:pt x="1643" y="1643"/>
                  </a:moveTo>
                  <a:lnTo>
                    <a:pt x="1643" y="4927"/>
                  </a:lnTo>
                  <a:lnTo>
                    <a:pt x="822" y="4927"/>
                  </a:lnTo>
                  <a:lnTo>
                    <a:pt x="822" y="1643"/>
                  </a:lnTo>
                  <a:close/>
                  <a:moveTo>
                    <a:pt x="7810" y="822"/>
                  </a:moveTo>
                  <a:cubicBezTo>
                    <a:pt x="8030" y="822"/>
                    <a:pt x="8212" y="1004"/>
                    <a:pt x="8212" y="1223"/>
                  </a:cubicBezTo>
                  <a:lnTo>
                    <a:pt x="8212" y="4788"/>
                  </a:lnTo>
                  <a:cubicBezTo>
                    <a:pt x="8212" y="5318"/>
                    <a:pt x="7782" y="5748"/>
                    <a:pt x="7255" y="5748"/>
                  </a:cubicBezTo>
                  <a:cubicBezTo>
                    <a:pt x="6989" y="5748"/>
                    <a:pt x="6698" y="5639"/>
                    <a:pt x="6425" y="5378"/>
                  </a:cubicBezTo>
                  <a:cubicBezTo>
                    <a:pt x="6343" y="5303"/>
                    <a:pt x="6294" y="5190"/>
                    <a:pt x="6294" y="5083"/>
                  </a:cubicBezTo>
                  <a:lnTo>
                    <a:pt x="6294" y="2257"/>
                  </a:lnTo>
                  <a:cubicBezTo>
                    <a:pt x="6625" y="2031"/>
                    <a:pt x="6844" y="1655"/>
                    <a:pt x="6844" y="1229"/>
                  </a:cubicBezTo>
                  <a:cubicBezTo>
                    <a:pt x="6844" y="1085"/>
                    <a:pt x="6820" y="947"/>
                    <a:pt x="6769" y="822"/>
                  </a:cubicBezTo>
                  <a:close/>
                  <a:moveTo>
                    <a:pt x="5597" y="822"/>
                  </a:moveTo>
                  <a:cubicBezTo>
                    <a:pt x="5811" y="822"/>
                    <a:pt x="5999" y="972"/>
                    <a:pt x="6017" y="1186"/>
                  </a:cubicBezTo>
                  <a:cubicBezTo>
                    <a:pt x="6049" y="1430"/>
                    <a:pt x="5855" y="1643"/>
                    <a:pt x="5609" y="1643"/>
                  </a:cubicBezTo>
                  <a:lnTo>
                    <a:pt x="3980" y="1643"/>
                  </a:lnTo>
                  <a:cubicBezTo>
                    <a:pt x="3767" y="1643"/>
                    <a:pt x="3586" y="1794"/>
                    <a:pt x="3561" y="2006"/>
                  </a:cubicBezTo>
                  <a:cubicBezTo>
                    <a:pt x="3535" y="2251"/>
                    <a:pt x="3729" y="2464"/>
                    <a:pt x="3968" y="2464"/>
                  </a:cubicBezTo>
                  <a:lnTo>
                    <a:pt x="5473" y="2464"/>
                  </a:lnTo>
                  <a:lnTo>
                    <a:pt x="5473" y="4788"/>
                  </a:lnTo>
                  <a:cubicBezTo>
                    <a:pt x="5473" y="5140"/>
                    <a:pt x="5579" y="5473"/>
                    <a:pt x="5754" y="5748"/>
                  </a:cubicBezTo>
                  <a:lnTo>
                    <a:pt x="3586" y="5748"/>
                  </a:lnTo>
                  <a:cubicBezTo>
                    <a:pt x="3147" y="5748"/>
                    <a:pt x="2734" y="5548"/>
                    <a:pt x="2464" y="5202"/>
                  </a:cubicBezTo>
                  <a:lnTo>
                    <a:pt x="2464" y="1366"/>
                  </a:lnTo>
                  <a:cubicBezTo>
                    <a:pt x="2734" y="1022"/>
                    <a:pt x="3147" y="822"/>
                    <a:pt x="3586" y="822"/>
                  </a:cubicBezTo>
                  <a:close/>
                  <a:moveTo>
                    <a:pt x="3586" y="1"/>
                  </a:moveTo>
                  <a:cubicBezTo>
                    <a:pt x="2909" y="1"/>
                    <a:pt x="2276" y="301"/>
                    <a:pt x="1849" y="822"/>
                  </a:cubicBezTo>
                  <a:lnTo>
                    <a:pt x="408" y="822"/>
                  </a:lnTo>
                  <a:cubicBezTo>
                    <a:pt x="182" y="822"/>
                    <a:pt x="0" y="1004"/>
                    <a:pt x="0" y="1229"/>
                  </a:cubicBezTo>
                  <a:lnTo>
                    <a:pt x="0" y="5334"/>
                  </a:lnTo>
                  <a:cubicBezTo>
                    <a:pt x="0" y="5566"/>
                    <a:pt x="182" y="5748"/>
                    <a:pt x="408" y="5748"/>
                  </a:cubicBezTo>
                  <a:lnTo>
                    <a:pt x="1849" y="5748"/>
                  </a:lnTo>
                  <a:cubicBezTo>
                    <a:pt x="2276" y="6268"/>
                    <a:pt x="2909" y="6569"/>
                    <a:pt x="3586" y="6569"/>
                  </a:cubicBezTo>
                  <a:lnTo>
                    <a:pt x="7252" y="6569"/>
                  </a:lnTo>
                  <a:cubicBezTo>
                    <a:pt x="8236" y="6569"/>
                    <a:pt x="9031" y="5774"/>
                    <a:pt x="9031" y="4788"/>
                  </a:cubicBezTo>
                  <a:lnTo>
                    <a:pt x="9031" y="1780"/>
                  </a:lnTo>
                  <a:cubicBezTo>
                    <a:pt x="9031" y="796"/>
                    <a:pt x="8236" y="1"/>
                    <a:pt x="72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53"/>
            <p:cNvSpPr/>
            <p:nvPr/>
          </p:nvSpPr>
          <p:spPr>
            <a:xfrm>
              <a:off x="8322751" y="3125890"/>
              <a:ext cx="49184" cy="147499"/>
            </a:xfrm>
            <a:custGeom>
              <a:avLst/>
              <a:gdLst/>
              <a:ahLst/>
              <a:cxnLst/>
              <a:rect l="l" t="t" r="r" b="b"/>
              <a:pathLst>
                <a:path w="1824" h="5470" extrusionOk="0">
                  <a:moveTo>
                    <a:pt x="448" y="0"/>
                  </a:moveTo>
                  <a:cubicBezTo>
                    <a:pt x="343" y="0"/>
                    <a:pt x="238" y="41"/>
                    <a:pt x="156" y="123"/>
                  </a:cubicBezTo>
                  <a:cubicBezTo>
                    <a:pt x="0" y="280"/>
                    <a:pt x="0" y="543"/>
                    <a:pt x="156" y="700"/>
                  </a:cubicBezTo>
                  <a:cubicBezTo>
                    <a:pt x="702" y="1244"/>
                    <a:pt x="1003" y="1966"/>
                    <a:pt x="1003" y="2736"/>
                  </a:cubicBezTo>
                  <a:cubicBezTo>
                    <a:pt x="1003" y="3500"/>
                    <a:pt x="702" y="4222"/>
                    <a:pt x="156" y="4767"/>
                  </a:cubicBezTo>
                  <a:cubicBezTo>
                    <a:pt x="0" y="4929"/>
                    <a:pt x="0" y="5186"/>
                    <a:pt x="156" y="5350"/>
                  </a:cubicBezTo>
                  <a:cubicBezTo>
                    <a:pt x="238" y="5426"/>
                    <a:pt x="344" y="5469"/>
                    <a:pt x="451" y="5469"/>
                  </a:cubicBezTo>
                  <a:cubicBezTo>
                    <a:pt x="552" y="5469"/>
                    <a:pt x="657" y="5426"/>
                    <a:pt x="740" y="5350"/>
                  </a:cubicBezTo>
                  <a:cubicBezTo>
                    <a:pt x="1435" y="4648"/>
                    <a:pt x="1823" y="3720"/>
                    <a:pt x="1823" y="2736"/>
                  </a:cubicBezTo>
                  <a:cubicBezTo>
                    <a:pt x="1823" y="1746"/>
                    <a:pt x="1435" y="818"/>
                    <a:pt x="740" y="123"/>
                  </a:cubicBezTo>
                  <a:cubicBezTo>
                    <a:pt x="658" y="41"/>
                    <a:pt x="553" y="0"/>
                    <a:pt x="4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53"/>
            <p:cNvSpPr/>
            <p:nvPr/>
          </p:nvSpPr>
          <p:spPr>
            <a:xfrm>
              <a:off x="8291309" y="3157277"/>
              <a:ext cx="41769" cy="84751"/>
            </a:xfrm>
            <a:custGeom>
              <a:avLst/>
              <a:gdLst/>
              <a:ahLst/>
              <a:cxnLst/>
              <a:rect l="l" t="t" r="r" b="b"/>
              <a:pathLst>
                <a:path w="1549" h="3143" extrusionOk="0">
                  <a:moveTo>
                    <a:pt x="455" y="0"/>
                  </a:moveTo>
                  <a:cubicBezTo>
                    <a:pt x="350" y="0"/>
                    <a:pt x="245" y="39"/>
                    <a:pt x="163" y="118"/>
                  </a:cubicBezTo>
                  <a:cubicBezTo>
                    <a:pt x="0" y="282"/>
                    <a:pt x="0" y="539"/>
                    <a:pt x="163" y="701"/>
                  </a:cubicBezTo>
                  <a:cubicBezTo>
                    <a:pt x="646" y="1178"/>
                    <a:pt x="646" y="1960"/>
                    <a:pt x="163" y="2443"/>
                  </a:cubicBezTo>
                  <a:cubicBezTo>
                    <a:pt x="0" y="2599"/>
                    <a:pt x="0" y="2863"/>
                    <a:pt x="163" y="3021"/>
                  </a:cubicBezTo>
                  <a:cubicBezTo>
                    <a:pt x="245" y="3102"/>
                    <a:pt x="350" y="3142"/>
                    <a:pt x="455" y="3142"/>
                  </a:cubicBezTo>
                  <a:cubicBezTo>
                    <a:pt x="559" y="3142"/>
                    <a:pt x="664" y="3102"/>
                    <a:pt x="746" y="3021"/>
                  </a:cubicBezTo>
                  <a:cubicBezTo>
                    <a:pt x="1548" y="2217"/>
                    <a:pt x="1548" y="921"/>
                    <a:pt x="746" y="118"/>
                  </a:cubicBezTo>
                  <a:cubicBezTo>
                    <a:pt x="664" y="39"/>
                    <a:pt x="559" y="0"/>
                    <a:pt x="4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53"/>
            <p:cNvSpPr/>
            <p:nvPr/>
          </p:nvSpPr>
          <p:spPr>
            <a:xfrm>
              <a:off x="8159316" y="2910682"/>
              <a:ext cx="243548" cy="177133"/>
            </a:xfrm>
            <a:custGeom>
              <a:avLst/>
              <a:gdLst/>
              <a:ahLst/>
              <a:cxnLst/>
              <a:rect l="l" t="t" r="r" b="b"/>
              <a:pathLst>
                <a:path w="9032" h="6569" extrusionOk="0">
                  <a:moveTo>
                    <a:pt x="8210" y="1643"/>
                  </a:moveTo>
                  <a:lnTo>
                    <a:pt x="8210" y="4926"/>
                  </a:lnTo>
                  <a:lnTo>
                    <a:pt x="7389" y="4926"/>
                  </a:lnTo>
                  <a:lnTo>
                    <a:pt x="7389" y="1643"/>
                  </a:lnTo>
                  <a:close/>
                  <a:moveTo>
                    <a:pt x="5447" y="821"/>
                  </a:moveTo>
                  <a:cubicBezTo>
                    <a:pt x="5885" y="821"/>
                    <a:pt x="6299" y="1021"/>
                    <a:pt x="6568" y="1366"/>
                  </a:cubicBezTo>
                  <a:lnTo>
                    <a:pt x="6568" y="5201"/>
                  </a:lnTo>
                  <a:cubicBezTo>
                    <a:pt x="6299" y="5547"/>
                    <a:pt x="5885" y="5747"/>
                    <a:pt x="5447" y="5747"/>
                  </a:cubicBezTo>
                  <a:lnTo>
                    <a:pt x="3278" y="5747"/>
                  </a:lnTo>
                  <a:cubicBezTo>
                    <a:pt x="3454" y="5472"/>
                    <a:pt x="3560" y="5140"/>
                    <a:pt x="3560" y="4782"/>
                  </a:cubicBezTo>
                  <a:lnTo>
                    <a:pt x="3560" y="2464"/>
                  </a:lnTo>
                  <a:lnTo>
                    <a:pt x="5052" y="2464"/>
                  </a:lnTo>
                  <a:cubicBezTo>
                    <a:pt x="5265" y="2464"/>
                    <a:pt x="5447" y="2306"/>
                    <a:pt x="5471" y="2100"/>
                  </a:cubicBezTo>
                  <a:cubicBezTo>
                    <a:pt x="5497" y="1849"/>
                    <a:pt x="5303" y="1643"/>
                    <a:pt x="5064" y="1643"/>
                  </a:cubicBezTo>
                  <a:lnTo>
                    <a:pt x="3429" y="1643"/>
                  </a:lnTo>
                  <a:cubicBezTo>
                    <a:pt x="3221" y="1643"/>
                    <a:pt x="3033" y="1486"/>
                    <a:pt x="3015" y="1279"/>
                  </a:cubicBezTo>
                  <a:cubicBezTo>
                    <a:pt x="2983" y="1027"/>
                    <a:pt x="3178" y="821"/>
                    <a:pt x="3423" y="821"/>
                  </a:cubicBezTo>
                  <a:close/>
                  <a:moveTo>
                    <a:pt x="2257" y="821"/>
                  </a:moveTo>
                  <a:cubicBezTo>
                    <a:pt x="2213" y="946"/>
                    <a:pt x="2188" y="1085"/>
                    <a:pt x="2188" y="1229"/>
                  </a:cubicBezTo>
                  <a:cubicBezTo>
                    <a:pt x="2188" y="1655"/>
                    <a:pt x="2407" y="2031"/>
                    <a:pt x="2740" y="2256"/>
                  </a:cubicBezTo>
                  <a:lnTo>
                    <a:pt x="2740" y="4788"/>
                  </a:lnTo>
                  <a:cubicBezTo>
                    <a:pt x="2740" y="5321"/>
                    <a:pt x="2300" y="5749"/>
                    <a:pt x="1773" y="5749"/>
                  </a:cubicBezTo>
                  <a:cubicBezTo>
                    <a:pt x="1754" y="5749"/>
                    <a:pt x="1736" y="5748"/>
                    <a:pt x="1717" y="5747"/>
                  </a:cubicBezTo>
                  <a:cubicBezTo>
                    <a:pt x="1210" y="5716"/>
                    <a:pt x="822" y="5277"/>
                    <a:pt x="822" y="4770"/>
                  </a:cubicBezTo>
                  <a:lnTo>
                    <a:pt x="822" y="1779"/>
                  </a:lnTo>
                  <a:cubicBezTo>
                    <a:pt x="822" y="1247"/>
                    <a:pt x="1248" y="821"/>
                    <a:pt x="1780" y="821"/>
                  </a:cubicBezTo>
                  <a:close/>
                  <a:moveTo>
                    <a:pt x="1780" y="0"/>
                  </a:moveTo>
                  <a:cubicBezTo>
                    <a:pt x="796" y="0"/>
                    <a:pt x="1" y="796"/>
                    <a:pt x="1" y="1779"/>
                  </a:cubicBezTo>
                  <a:lnTo>
                    <a:pt x="1" y="4788"/>
                  </a:lnTo>
                  <a:cubicBezTo>
                    <a:pt x="1" y="5773"/>
                    <a:pt x="796" y="6569"/>
                    <a:pt x="1780" y="6569"/>
                  </a:cubicBezTo>
                  <a:lnTo>
                    <a:pt x="5447" y="6569"/>
                  </a:lnTo>
                  <a:cubicBezTo>
                    <a:pt x="6124" y="6569"/>
                    <a:pt x="6756" y="6268"/>
                    <a:pt x="7183" y="5747"/>
                  </a:cubicBezTo>
                  <a:lnTo>
                    <a:pt x="8624" y="5747"/>
                  </a:lnTo>
                  <a:cubicBezTo>
                    <a:pt x="8850" y="5747"/>
                    <a:pt x="9032" y="5565"/>
                    <a:pt x="9032" y="5334"/>
                  </a:cubicBezTo>
                  <a:lnTo>
                    <a:pt x="9032" y="1229"/>
                  </a:lnTo>
                  <a:cubicBezTo>
                    <a:pt x="9032" y="1003"/>
                    <a:pt x="8850" y="821"/>
                    <a:pt x="8624" y="821"/>
                  </a:cubicBezTo>
                  <a:lnTo>
                    <a:pt x="7183" y="821"/>
                  </a:lnTo>
                  <a:cubicBezTo>
                    <a:pt x="6756" y="301"/>
                    <a:pt x="6124" y="0"/>
                    <a:pt x="54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53"/>
            <p:cNvSpPr/>
            <p:nvPr/>
          </p:nvSpPr>
          <p:spPr>
            <a:xfrm>
              <a:off x="8055905" y="2925109"/>
              <a:ext cx="49184" cy="147499"/>
            </a:xfrm>
            <a:custGeom>
              <a:avLst/>
              <a:gdLst/>
              <a:ahLst/>
              <a:cxnLst/>
              <a:rect l="l" t="t" r="r" b="b"/>
              <a:pathLst>
                <a:path w="1824" h="5470" extrusionOk="0">
                  <a:moveTo>
                    <a:pt x="1376" y="1"/>
                  </a:moveTo>
                  <a:cubicBezTo>
                    <a:pt x="1271" y="1"/>
                    <a:pt x="1166" y="42"/>
                    <a:pt x="1085" y="124"/>
                  </a:cubicBezTo>
                  <a:cubicBezTo>
                    <a:pt x="388" y="819"/>
                    <a:pt x="0" y="1747"/>
                    <a:pt x="0" y="2737"/>
                  </a:cubicBezTo>
                  <a:cubicBezTo>
                    <a:pt x="0" y="3720"/>
                    <a:pt x="388" y="4648"/>
                    <a:pt x="1085" y="5351"/>
                  </a:cubicBezTo>
                  <a:cubicBezTo>
                    <a:pt x="1166" y="5426"/>
                    <a:pt x="1273" y="5470"/>
                    <a:pt x="1372" y="5470"/>
                  </a:cubicBezTo>
                  <a:cubicBezTo>
                    <a:pt x="1479" y="5470"/>
                    <a:pt x="1586" y="5426"/>
                    <a:pt x="1667" y="5351"/>
                  </a:cubicBezTo>
                  <a:cubicBezTo>
                    <a:pt x="1823" y="5187"/>
                    <a:pt x="1823" y="4930"/>
                    <a:pt x="1667" y="4767"/>
                  </a:cubicBezTo>
                  <a:cubicBezTo>
                    <a:pt x="1122" y="4223"/>
                    <a:pt x="821" y="3501"/>
                    <a:pt x="821" y="2737"/>
                  </a:cubicBezTo>
                  <a:cubicBezTo>
                    <a:pt x="821" y="1966"/>
                    <a:pt x="1122" y="1244"/>
                    <a:pt x="1667" y="700"/>
                  </a:cubicBezTo>
                  <a:cubicBezTo>
                    <a:pt x="1823" y="544"/>
                    <a:pt x="1823" y="280"/>
                    <a:pt x="1667" y="124"/>
                  </a:cubicBezTo>
                  <a:cubicBezTo>
                    <a:pt x="1586" y="42"/>
                    <a:pt x="1481" y="1"/>
                    <a:pt x="13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53"/>
            <p:cNvSpPr/>
            <p:nvPr/>
          </p:nvSpPr>
          <p:spPr>
            <a:xfrm>
              <a:off x="8094762" y="2956496"/>
              <a:ext cx="41742" cy="84751"/>
            </a:xfrm>
            <a:custGeom>
              <a:avLst/>
              <a:gdLst/>
              <a:ahLst/>
              <a:cxnLst/>
              <a:rect l="l" t="t" r="r" b="b"/>
              <a:pathLst>
                <a:path w="1548" h="3143" extrusionOk="0">
                  <a:moveTo>
                    <a:pt x="1094" y="1"/>
                  </a:moveTo>
                  <a:cubicBezTo>
                    <a:pt x="989" y="1"/>
                    <a:pt x="884" y="40"/>
                    <a:pt x="802" y="118"/>
                  </a:cubicBezTo>
                  <a:cubicBezTo>
                    <a:pt x="0" y="921"/>
                    <a:pt x="0" y="2218"/>
                    <a:pt x="802" y="3021"/>
                  </a:cubicBezTo>
                  <a:cubicBezTo>
                    <a:pt x="884" y="3102"/>
                    <a:pt x="989" y="3143"/>
                    <a:pt x="1094" y="3143"/>
                  </a:cubicBezTo>
                  <a:cubicBezTo>
                    <a:pt x="1199" y="3143"/>
                    <a:pt x="1304" y="3102"/>
                    <a:pt x="1385" y="3021"/>
                  </a:cubicBezTo>
                  <a:cubicBezTo>
                    <a:pt x="1548" y="2863"/>
                    <a:pt x="1548" y="2600"/>
                    <a:pt x="1385" y="2443"/>
                  </a:cubicBezTo>
                  <a:cubicBezTo>
                    <a:pt x="903" y="1961"/>
                    <a:pt x="903" y="1178"/>
                    <a:pt x="1385" y="702"/>
                  </a:cubicBezTo>
                  <a:cubicBezTo>
                    <a:pt x="1548" y="539"/>
                    <a:pt x="1548" y="282"/>
                    <a:pt x="1385" y="118"/>
                  </a:cubicBezTo>
                  <a:cubicBezTo>
                    <a:pt x="1304" y="40"/>
                    <a:pt x="1199" y="1"/>
                    <a:pt x="10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 name="Google Shape;662;p53"/>
          <p:cNvGrpSpPr/>
          <p:nvPr/>
        </p:nvGrpSpPr>
        <p:grpSpPr>
          <a:xfrm>
            <a:off x="7993292" y="2015699"/>
            <a:ext cx="378777" cy="377941"/>
            <a:chOff x="8003647" y="2336652"/>
            <a:chExt cx="378777" cy="377941"/>
          </a:xfrm>
        </p:grpSpPr>
        <p:sp>
          <p:nvSpPr>
            <p:cNvPr id="663" name="Google Shape;663;p53"/>
            <p:cNvSpPr/>
            <p:nvPr/>
          </p:nvSpPr>
          <p:spPr>
            <a:xfrm>
              <a:off x="8137663" y="2367742"/>
              <a:ext cx="110745" cy="125522"/>
            </a:xfrm>
            <a:custGeom>
              <a:avLst/>
              <a:gdLst/>
              <a:ahLst/>
              <a:cxnLst/>
              <a:rect l="l" t="t" r="r" b="b"/>
              <a:pathLst>
                <a:path w="4107" h="4655" extrusionOk="0">
                  <a:moveTo>
                    <a:pt x="2051" y="807"/>
                  </a:moveTo>
                  <a:cubicBezTo>
                    <a:pt x="2358" y="807"/>
                    <a:pt x="2603" y="1052"/>
                    <a:pt x="2603" y="1353"/>
                  </a:cubicBezTo>
                  <a:cubicBezTo>
                    <a:pt x="2603" y="1653"/>
                    <a:pt x="2358" y="1903"/>
                    <a:pt x="2051" y="1903"/>
                  </a:cubicBezTo>
                  <a:cubicBezTo>
                    <a:pt x="1750" y="1903"/>
                    <a:pt x="1505" y="1653"/>
                    <a:pt x="1505" y="1353"/>
                  </a:cubicBezTo>
                  <a:cubicBezTo>
                    <a:pt x="1505" y="1052"/>
                    <a:pt x="1750" y="807"/>
                    <a:pt x="2051" y="807"/>
                  </a:cubicBezTo>
                  <a:close/>
                  <a:moveTo>
                    <a:pt x="2051" y="2736"/>
                  </a:moveTo>
                  <a:cubicBezTo>
                    <a:pt x="2684" y="2736"/>
                    <a:pt x="3210" y="3213"/>
                    <a:pt x="3280" y="3835"/>
                  </a:cubicBezTo>
                  <a:lnTo>
                    <a:pt x="828" y="3835"/>
                  </a:lnTo>
                  <a:cubicBezTo>
                    <a:pt x="897" y="3213"/>
                    <a:pt x="1417" y="2736"/>
                    <a:pt x="2051" y="2736"/>
                  </a:cubicBezTo>
                  <a:close/>
                  <a:moveTo>
                    <a:pt x="2048" y="1"/>
                  </a:moveTo>
                  <a:cubicBezTo>
                    <a:pt x="1294" y="1"/>
                    <a:pt x="685" y="617"/>
                    <a:pt x="685" y="1365"/>
                  </a:cubicBezTo>
                  <a:cubicBezTo>
                    <a:pt x="685" y="1691"/>
                    <a:pt x="798" y="1984"/>
                    <a:pt x="986" y="2218"/>
                  </a:cubicBezTo>
                  <a:cubicBezTo>
                    <a:pt x="396" y="2580"/>
                    <a:pt x="1" y="3225"/>
                    <a:pt x="1" y="3965"/>
                  </a:cubicBezTo>
                  <a:lnTo>
                    <a:pt x="1" y="4241"/>
                  </a:lnTo>
                  <a:cubicBezTo>
                    <a:pt x="1" y="4466"/>
                    <a:pt x="183" y="4654"/>
                    <a:pt x="408" y="4654"/>
                  </a:cubicBezTo>
                  <a:lnTo>
                    <a:pt x="3699" y="4654"/>
                  </a:lnTo>
                  <a:cubicBezTo>
                    <a:pt x="3925" y="4654"/>
                    <a:pt x="4107" y="4466"/>
                    <a:pt x="4107" y="4241"/>
                  </a:cubicBezTo>
                  <a:lnTo>
                    <a:pt x="4107" y="3965"/>
                  </a:lnTo>
                  <a:cubicBezTo>
                    <a:pt x="4107" y="3225"/>
                    <a:pt x="3711" y="2580"/>
                    <a:pt x="3122" y="2218"/>
                  </a:cubicBezTo>
                  <a:cubicBezTo>
                    <a:pt x="3329" y="1960"/>
                    <a:pt x="3442" y="1628"/>
                    <a:pt x="3416" y="1270"/>
                  </a:cubicBezTo>
                  <a:cubicBezTo>
                    <a:pt x="3373" y="601"/>
                    <a:pt x="2834" y="55"/>
                    <a:pt x="2157" y="5"/>
                  </a:cubicBezTo>
                  <a:cubicBezTo>
                    <a:pt x="2121" y="2"/>
                    <a:pt x="2084" y="1"/>
                    <a:pt x="20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53"/>
            <p:cNvSpPr/>
            <p:nvPr/>
          </p:nvSpPr>
          <p:spPr>
            <a:xfrm>
              <a:off x="8004024" y="2336652"/>
              <a:ext cx="110880" cy="125549"/>
            </a:xfrm>
            <a:custGeom>
              <a:avLst/>
              <a:gdLst/>
              <a:ahLst/>
              <a:cxnLst/>
              <a:rect l="l" t="t" r="r" b="b"/>
              <a:pathLst>
                <a:path w="4112" h="4656" extrusionOk="0">
                  <a:moveTo>
                    <a:pt x="2055" y="813"/>
                  </a:moveTo>
                  <a:cubicBezTo>
                    <a:pt x="2356" y="813"/>
                    <a:pt x="2601" y="1057"/>
                    <a:pt x="2601" y="1358"/>
                  </a:cubicBezTo>
                  <a:cubicBezTo>
                    <a:pt x="2601" y="1659"/>
                    <a:pt x="2356" y="1904"/>
                    <a:pt x="2055" y="1904"/>
                  </a:cubicBezTo>
                  <a:cubicBezTo>
                    <a:pt x="1754" y="1904"/>
                    <a:pt x="1510" y="1659"/>
                    <a:pt x="1510" y="1358"/>
                  </a:cubicBezTo>
                  <a:cubicBezTo>
                    <a:pt x="1510" y="1057"/>
                    <a:pt x="1754" y="813"/>
                    <a:pt x="2055" y="813"/>
                  </a:cubicBezTo>
                  <a:close/>
                  <a:moveTo>
                    <a:pt x="2055" y="2737"/>
                  </a:moveTo>
                  <a:cubicBezTo>
                    <a:pt x="2688" y="2737"/>
                    <a:pt x="3209" y="3220"/>
                    <a:pt x="3278" y="3834"/>
                  </a:cubicBezTo>
                  <a:lnTo>
                    <a:pt x="834" y="3834"/>
                  </a:lnTo>
                  <a:cubicBezTo>
                    <a:pt x="903" y="3220"/>
                    <a:pt x="1422" y="2737"/>
                    <a:pt x="2055" y="2737"/>
                  </a:cubicBezTo>
                  <a:close/>
                  <a:moveTo>
                    <a:pt x="2064" y="1"/>
                  </a:moveTo>
                  <a:cubicBezTo>
                    <a:pt x="1306" y="1"/>
                    <a:pt x="689" y="613"/>
                    <a:pt x="689" y="1370"/>
                  </a:cubicBezTo>
                  <a:cubicBezTo>
                    <a:pt x="689" y="1690"/>
                    <a:pt x="796" y="1985"/>
                    <a:pt x="984" y="2223"/>
                  </a:cubicBezTo>
                  <a:cubicBezTo>
                    <a:pt x="394" y="2581"/>
                    <a:pt x="0" y="3232"/>
                    <a:pt x="0" y="3972"/>
                  </a:cubicBezTo>
                  <a:lnTo>
                    <a:pt x="0" y="4247"/>
                  </a:lnTo>
                  <a:cubicBezTo>
                    <a:pt x="0" y="4473"/>
                    <a:pt x="188" y="4655"/>
                    <a:pt x="414" y="4655"/>
                  </a:cubicBezTo>
                  <a:lnTo>
                    <a:pt x="3698" y="4655"/>
                  </a:lnTo>
                  <a:cubicBezTo>
                    <a:pt x="3923" y="4655"/>
                    <a:pt x="4111" y="4473"/>
                    <a:pt x="4111" y="4247"/>
                  </a:cubicBezTo>
                  <a:lnTo>
                    <a:pt x="4111" y="3972"/>
                  </a:lnTo>
                  <a:cubicBezTo>
                    <a:pt x="4111" y="3232"/>
                    <a:pt x="3716" y="2581"/>
                    <a:pt x="3127" y="2223"/>
                  </a:cubicBezTo>
                  <a:cubicBezTo>
                    <a:pt x="3328" y="1966"/>
                    <a:pt x="3446" y="1633"/>
                    <a:pt x="3422" y="1277"/>
                  </a:cubicBezTo>
                  <a:cubicBezTo>
                    <a:pt x="3371" y="600"/>
                    <a:pt x="2833" y="54"/>
                    <a:pt x="2162" y="4"/>
                  </a:cubicBezTo>
                  <a:cubicBezTo>
                    <a:pt x="2129" y="2"/>
                    <a:pt x="2096" y="1"/>
                    <a:pt x="20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53"/>
            <p:cNvSpPr/>
            <p:nvPr/>
          </p:nvSpPr>
          <p:spPr>
            <a:xfrm>
              <a:off x="8271194" y="2336652"/>
              <a:ext cx="110880" cy="125549"/>
            </a:xfrm>
            <a:custGeom>
              <a:avLst/>
              <a:gdLst/>
              <a:ahLst/>
              <a:cxnLst/>
              <a:rect l="l" t="t" r="r" b="b"/>
              <a:pathLst>
                <a:path w="4112" h="4656" extrusionOk="0">
                  <a:moveTo>
                    <a:pt x="2056" y="813"/>
                  </a:moveTo>
                  <a:cubicBezTo>
                    <a:pt x="2357" y="813"/>
                    <a:pt x="2601" y="1057"/>
                    <a:pt x="2601" y="1358"/>
                  </a:cubicBezTo>
                  <a:cubicBezTo>
                    <a:pt x="2601" y="1659"/>
                    <a:pt x="2357" y="1904"/>
                    <a:pt x="2056" y="1904"/>
                  </a:cubicBezTo>
                  <a:cubicBezTo>
                    <a:pt x="1756" y="1904"/>
                    <a:pt x="1510" y="1659"/>
                    <a:pt x="1510" y="1358"/>
                  </a:cubicBezTo>
                  <a:cubicBezTo>
                    <a:pt x="1510" y="1057"/>
                    <a:pt x="1756" y="813"/>
                    <a:pt x="2056" y="813"/>
                  </a:cubicBezTo>
                  <a:close/>
                  <a:moveTo>
                    <a:pt x="2056" y="2737"/>
                  </a:moveTo>
                  <a:cubicBezTo>
                    <a:pt x="2690" y="2737"/>
                    <a:pt x="3209" y="3220"/>
                    <a:pt x="3278" y="3834"/>
                  </a:cubicBezTo>
                  <a:lnTo>
                    <a:pt x="834" y="3834"/>
                  </a:lnTo>
                  <a:cubicBezTo>
                    <a:pt x="903" y="3220"/>
                    <a:pt x="1423" y="2737"/>
                    <a:pt x="2056" y="2737"/>
                  </a:cubicBezTo>
                  <a:close/>
                  <a:moveTo>
                    <a:pt x="2065" y="1"/>
                  </a:moveTo>
                  <a:cubicBezTo>
                    <a:pt x="1306" y="1"/>
                    <a:pt x="689" y="613"/>
                    <a:pt x="689" y="1370"/>
                  </a:cubicBezTo>
                  <a:cubicBezTo>
                    <a:pt x="689" y="1690"/>
                    <a:pt x="796" y="1985"/>
                    <a:pt x="984" y="2223"/>
                  </a:cubicBezTo>
                  <a:cubicBezTo>
                    <a:pt x="396" y="2581"/>
                    <a:pt x="0" y="3232"/>
                    <a:pt x="0" y="3972"/>
                  </a:cubicBezTo>
                  <a:lnTo>
                    <a:pt x="0" y="4247"/>
                  </a:lnTo>
                  <a:cubicBezTo>
                    <a:pt x="0" y="4473"/>
                    <a:pt x="188" y="4655"/>
                    <a:pt x="414" y="4655"/>
                  </a:cubicBezTo>
                  <a:lnTo>
                    <a:pt x="3697" y="4655"/>
                  </a:lnTo>
                  <a:cubicBezTo>
                    <a:pt x="3923" y="4655"/>
                    <a:pt x="4111" y="4473"/>
                    <a:pt x="4111" y="4247"/>
                  </a:cubicBezTo>
                  <a:lnTo>
                    <a:pt x="4111" y="3972"/>
                  </a:lnTo>
                  <a:cubicBezTo>
                    <a:pt x="4111" y="3232"/>
                    <a:pt x="3717" y="2581"/>
                    <a:pt x="3127" y="2223"/>
                  </a:cubicBezTo>
                  <a:cubicBezTo>
                    <a:pt x="3335" y="1966"/>
                    <a:pt x="3448" y="1633"/>
                    <a:pt x="3422" y="1277"/>
                  </a:cubicBezTo>
                  <a:cubicBezTo>
                    <a:pt x="3373" y="600"/>
                    <a:pt x="2833" y="54"/>
                    <a:pt x="2163" y="4"/>
                  </a:cubicBezTo>
                  <a:cubicBezTo>
                    <a:pt x="2130" y="2"/>
                    <a:pt x="2097" y="1"/>
                    <a:pt x="2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53"/>
            <p:cNvSpPr/>
            <p:nvPr/>
          </p:nvSpPr>
          <p:spPr>
            <a:xfrm>
              <a:off x="8245523" y="2578420"/>
              <a:ext cx="22165" cy="22165"/>
            </a:xfrm>
            <a:custGeom>
              <a:avLst/>
              <a:gdLst/>
              <a:ahLst/>
              <a:cxnLst/>
              <a:rect l="l" t="t" r="r" b="b"/>
              <a:pathLst>
                <a:path w="822" h="822" extrusionOk="0">
                  <a:moveTo>
                    <a:pt x="408" y="0"/>
                  </a:moveTo>
                  <a:cubicBezTo>
                    <a:pt x="182" y="0"/>
                    <a:pt x="0" y="182"/>
                    <a:pt x="0" y="414"/>
                  </a:cubicBezTo>
                  <a:cubicBezTo>
                    <a:pt x="0" y="639"/>
                    <a:pt x="182" y="821"/>
                    <a:pt x="408" y="821"/>
                  </a:cubicBezTo>
                  <a:cubicBezTo>
                    <a:pt x="633" y="821"/>
                    <a:pt x="821" y="639"/>
                    <a:pt x="821" y="414"/>
                  </a:cubicBezTo>
                  <a:cubicBezTo>
                    <a:pt x="821" y="182"/>
                    <a:pt x="633"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53"/>
            <p:cNvSpPr/>
            <p:nvPr/>
          </p:nvSpPr>
          <p:spPr>
            <a:xfrm>
              <a:off x="8289772" y="2578420"/>
              <a:ext cx="22165" cy="22165"/>
            </a:xfrm>
            <a:custGeom>
              <a:avLst/>
              <a:gdLst/>
              <a:ahLst/>
              <a:cxnLst/>
              <a:rect l="l" t="t" r="r" b="b"/>
              <a:pathLst>
                <a:path w="822" h="822" extrusionOk="0">
                  <a:moveTo>
                    <a:pt x="408" y="0"/>
                  </a:moveTo>
                  <a:cubicBezTo>
                    <a:pt x="182" y="0"/>
                    <a:pt x="0" y="182"/>
                    <a:pt x="0" y="414"/>
                  </a:cubicBezTo>
                  <a:cubicBezTo>
                    <a:pt x="0" y="639"/>
                    <a:pt x="182" y="821"/>
                    <a:pt x="408" y="821"/>
                  </a:cubicBezTo>
                  <a:cubicBezTo>
                    <a:pt x="633" y="821"/>
                    <a:pt x="821" y="639"/>
                    <a:pt x="821" y="414"/>
                  </a:cubicBezTo>
                  <a:cubicBezTo>
                    <a:pt x="821" y="182"/>
                    <a:pt x="633"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53"/>
            <p:cNvSpPr/>
            <p:nvPr/>
          </p:nvSpPr>
          <p:spPr>
            <a:xfrm>
              <a:off x="8073459" y="2556686"/>
              <a:ext cx="67790" cy="66415"/>
            </a:xfrm>
            <a:custGeom>
              <a:avLst/>
              <a:gdLst/>
              <a:ahLst/>
              <a:cxnLst/>
              <a:rect l="l" t="t" r="r" b="b"/>
              <a:pathLst>
                <a:path w="2514" h="2463" extrusionOk="0">
                  <a:moveTo>
                    <a:pt x="1252" y="1"/>
                  </a:moveTo>
                  <a:cubicBezTo>
                    <a:pt x="1030" y="1"/>
                    <a:pt x="847" y="184"/>
                    <a:pt x="847" y="412"/>
                  </a:cubicBezTo>
                  <a:lnTo>
                    <a:pt x="847" y="820"/>
                  </a:lnTo>
                  <a:lnTo>
                    <a:pt x="452" y="820"/>
                  </a:lnTo>
                  <a:cubicBezTo>
                    <a:pt x="238" y="820"/>
                    <a:pt x="50" y="976"/>
                    <a:pt x="32" y="1182"/>
                  </a:cubicBezTo>
                  <a:cubicBezTo>
                    <a:pt x="0" y="1433"/>
                    <a:pt x="194" y="1641"/>
                    <a:pt x="440" y="1641"/>
                  </a:cubicBezTo>
                  <a:lnTo>
                    <a:pt x="847" y="1641"/>
                  </a:lnTo>
                  <a:lnTo>
                    <a:pt x="847" y="2041"/>
                  </a:lnTo>
                  <a:cubicBezTo>
                    <a:pt x="847" y="2255"/>
                    <a:pt x="1004" y="2437"/>
                    <a:pt x="1210" y="2461"/>
                  </a:cubicBezTo>
                  <a:cubicBezTo>
                    <a:pt x="1225" y="2462"/>
                    <a:pt x="1240" y="2463"/>
                    <a:pt x="1254" y="2463"/>
                  </a:cubicBezTo>
                  <a:cubicBezTo>
                    <a:pt x="1485" y="2463"/>
                    <a:pt x="1667" y="2278"/>
                    <a:pt x="1667" y="2054"/>
                  </a:cubicBezTo>
                  <a:lnTo>
                    <a:pt x="1667" y="1641"/>
                  </a:lnTo>
                  <a:lnTo>
                    <a:pt x="2081" y="1641"/>
                  </a:lnTo>
                  <a:cubicBezTo>
                    <a:pt x="2320" y="1641"/>
                    <a:pt x="2514" y="1433"/>
                    <a:pt x="2488" y="1182"/>
                  </a:cubicBezTo>
                  <a:cubicBezTo>
                    <a:pt x="2464" y="976"/>
                    <a:pt x="2282" y="820"/>
                    <a:pt x="2069" y="820"/>
                  </a:cubicBezTo>
                  <a:lnTo>
                    <a:pt x="1667" y="820"/>
                  </a:lnTo>
                  <a:lnTo>
                    <a:pt x="1667" y="418"/>
                  </a:lnTo>
                  <a:cubicBezTo>
                    <a:pt x="1667" y="212"/>
                    <a:pt x="1517" y="24"/>
                    <a:pt x="1305" y="4"/>
                  </a:cubicBezTo>
                  <a:cubicBezTo>
                    <a:pt x="1287" y="2"/>
                    <a:pt x="1269" y="1"/>
                    <a:pt x="12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53"/>
            <p:cNvSpPr/>
            <p:nvPr/>
          </p:nvSpPr>
          <p:spPr>
            <a:xfrm>
              <a:off x="8003647" y="2496797"/>
              <a:ext cx="378777" cy="217796"/>
            </a:xfrm>
            <a:custGeom>
              <a:avLst/>
              <a:gdLst/>
              <a:ahLst/>
              <a:cxnLst/>
              <a:rect l="l" t="t" r="r" b="b"/>
              <a:pathLst>
                <a:path w="14047" h="8077" extrusionOk="0">
                  <a:moveTo>
                    <a:pt x="5354" y="5734"/>
                  </a:moveTo>
                  <a:cubicBezTo>
                    <a:pt x="5580" y="5734"/>
                    <a:pt x="5768" y="5923"/>
                    <a:pt x="5768" y="6148"/>
                  </a:cubicBezTo>
                  <a:cubicBezTo>
                    <a:pt x="5768" y="6374"/>
                    <a:pt x="5580" y="6556"/>
                    <a:pt x="5354" y="6556"/>
                  </a:cubicBezTo>
                  <a:cubicBezTo>
                    <a:pt x="5128" y="6556"/>
                    <a:pt x="4946" y="6374"/>
                    <a:pt x="4946" y="6148"/>
                  </a:cubicBezTo>
                  <a:cubicBezTo>
                    <a:pt x="4946" y="5923"/>
                    <a:pt x="5128" y="5734"/>
                    <a:pt x="5354" y="5734"/>
                  </a:cubicBezTo>
                  <a:close/>
                  <a:moveTo>
                    <a:pt x="8693" y="5734"/>
                  </a:moveTo>
                  <a:cubicBezTo>
                    <a:pt x="8919" y="5734"/>
                    <a:pt x="9101" y="5923"/>
                    <a:pt x="9101" y="6148"/>
                  </a:cubicBezTo>
                  <a:cubicBezTo>
                    <a:pt x="9101" y="6374"/>
                    <a:pt x="8919" y="6556"/>
                    <a:pt x="8693" y="6556"/>
                  </a:cubicBezTo>
                  <a:cubicBezTo>
                    <a:pt x="8468" y="6556"/>
                    <a:pt x="8280" y="6374"/>
                    <a:pt x="8280" y="6148"/>
                  </a:cubicBezTo>
                  <a:cubicBezTo>
                    <a:pt x="8280" y="5923"/>
                    <a:pt x="8468" y="5734"/>
                    <a:pt x="8693" y="5734"/>
                  </a:cubicBezTo>
                  <a:close/>
                  <a:moveTo>
                    <a:pt x="10593" y="822"/>
                  </a:moveTo>
                  <a:cubicBezTo>
                    <a:pt x="11013" y="822"/>
                    <a:pt x="11395" y="1079"/>
                    <a:pt x="11551" y="1473"/>
                  </a:cubicBezTo>
                  <a:lnTo>
                    <a:pt x="12968" y="4958"/>
                  </a:lnTo>
                  <a:cubicBezTo>
                    <a:pt x="13125" y="5346"/>
                    <a:pt x="13206" y="5754"/>
                    <a:pt x="13213" y="6168"/>
                  </a:cubicBezTo>
                  <a:cubicBezTo>
                    <a:pt x="13213" y="6700"/>
                    <a:pt x="12800" y="7195"/>
                    <a:pt x="12273" y="7252"/>
                  </a:cubicBezTo>
                  <a:cubicBezTo>
                    <a:pt x="12237" y="7256"/>
                    <a:pt x="12201" y="7257"/>
                    <a:pt x="12165" y="7257"/>
                  </a:cubicBezTo>
                  <a:cubicBezTo>
                    <a:pt x="11948" y="7257"/>
                    <a:pt x="11742" y="7194"/>
                    <a:pt x="11565" y="7070"/>
                  </a:cubicBezTo>
                  <a:lnTo>
                    <a:pt x="9904" y="5930"/>
                  </a:lnTo>
                  <a:cubicBezTo>
                    <a:pt x="9797" y="5358"/>
                    <a:pt x="9295" y="4933"/>
                    <a:pt x="8693" y="4933"/>
                  </a:cubicBezTo>
                  <a:cubicBezTo>
                    <a:pt x="8155" y="4933"/>
                    <a:pt x="7704" y="5271"/>
                    <a:pt x="7535" y="5754"/>
                  </a:cubicBezTo>
                  <a:lnTo>
                    <a:pt x="6512" y="5754"/>
                  </a:lnTo>
                  <a:cubicBezTo>
                    <a:pt x="6344" y="5271"/>
                    <a:pt x="5887" y="4933"/>
                    <a:pt x="5354" y="4933"/>
                  </a:cubicBezTo>
                  <a:cubicBezTo>
                    <a:pt x="4752" y="4933"/>
                    <a:pt x="4250" y="5358"/>
                    <a:pt x="4143" y="5930"/>
                  </a:cubicBezTo>
                  <a:lnTo>
                    <a:pt x="2483" y="7070"/>
                  </a:lnTo>
                  <a:cubicBezTo>
                    <a:pt x="2306" y="7194"/>
                    <a:pt x="2100" y="7257"/>
                    <a:pt x="1882" y="7257"/>
                  </a:cubicBezTo>
                  <a:cubicBezTo>
                    <a:pt x="1846" y="7257"/>
                    <a:pt x="1810" y="7256"/>
                    <a:pt x="1774" y="7252"/>
                  </a:cubicBezTo>
                  <a:cubicBezTo>
                    <a:pt x="1248" y="7195"/>
                    <a:pt x="828" y="6700"/>
                    <a:pt x="834" y="6168"/>
                  </a:cubicBezTo>
                  <a:cubicBezTo>
                    <a:pt x="842" y="5754"/>
                    <a:pt x="923" y="5346"/>
                    <a:pt x="1079" y="4958"/>
                  </a:cubicBezTo>
                  <a:lnTo>
                    <a:pt x="2496" y="1473"/>
                  </a:lnTo>
                  <a:cubicBezTo>
                    <a:pt x="2653" y="1079"/>
                    <a:pt x="3029" y="822"/>
                    <a:pt x="3454" y="822"/>
                  </a:cubicBezTo>
                  <a:cubicBezTo>
                    <a:pt x="3818" y="822"/>
                    <a:pt x="4151" y="1010"/>
                    <a:pt x="4339" y="1311"/>
                  </a:cubicBezTo>
                  <a:cubicBezTo>
                    <a:pt x="4527" y="1612"/>
                    <a:pt x="4858" y="1780"/>
                    <a:pt x="5210" y="1780"/>
                  </a:cubicBezTo>
                  <a:lnTo>
                    <a:pt x="8857" y="1780"/>
                  </a:lnTo>
                  <a:cubicBezTo>
                    <a:pt x="9208" y="1780"/>
                    <a:pt x="9521" y="1606"/>
                    <a:pt x="9709" y="1311"/>
                  </a:cubicBezTo>
                  <a:cubicBezTo>
                    <a:pt x="9904" y="1004"/>
                    <a:pt x="10229" y="822"/>
                    <a:pt x="10593" y="822"/>
                  </a:cubicBezTo>
                  <a:close/>
                  <a:moveTo>
                    <a:pt x="3454" y="1"/>
                  </a:moveTo>
                  <a:cubicBezTo>
                    <a:pt x="2696" y="1"/>
                    <a:pt x="2019" y="458"/>
                    <a:pt x="1731" y="1166"/>
                  </a:cubicBezTo>
                  <a:lnTo>
                    <a:pt x="321" y="4651"/>
                  </a:lnTo>
                  <a:cubicBezTo>
                    <a:pt x="127" y="5121"/>
                    <a:pt x="26" y="5622"/>
                    <a:pt x="14" y="6130"/>
                  </a:cubicBezTo>
                  <a:cubicBezTo>
                    <a:pt x="1" y="7151"/>
                    <a:pt x="772" y="8022"/>
                    <a:pt x="1794" y="8073"/>
                  </a:cubicBezTo>
                  <a:cubicBezTo>
                    <a:pt x="1830" y="8076"/>
                    <a:pt x="1867" y="8077"/>
                    <a:pt x="1903" y="8077"/>
                  </a:cubicBezTo>
                  <a:cubicBezTo>
                    <a:pt x="2278" y="8077"/>
                    <a:pt x="2639" y="7964"/>
                    <a:pt x="2947" y="7747"/>
                  </a:cubicBezTo>
                  <a:lnTo>
                    <a:pt x="4307" y="6813"/>
                  </a:lnTo>
                  <a:cubicBezTo>
                    <a:pt x="4527" y="7163"/>
                    <a:pt x="4915" y="7397"/>
                    <a:pt x="5354" y="7397"/>
                  </a:cubicBezTo>
                  <a:cubicBezTo>
                    <a:pt x="5887" y="7397"/>
                    <a:pt x="6344" y="7051"/>
                    <a:pt x="6512" y="6575"/>
                  </a:cubicBezTo>
                  <a:lnTo>
                    <a:pt x="7535" y="6575"/>
                  </a:lnTo>
                  <a:cubicBezTo>
                    <a:pt x="7704" y="7051"/>
                    <a:pt x="8155" y="7397"/>
                    <a:pt x="8693" y="7397"/>
                  </a:cubicBezTo>
                  <a:cubicBezTo>
                    <a:pt x="9133" y="7397"/>
                    <a:pt x="9521" y="7163"/>
                    <a:pt x="9740" y="6813"/>
                  </a:cubicBezTo>
                  <a:lnTo>
                    <a:pt x="11100" y="7747"/>
                  </a:lnTo>
                  <a:cubicBezTo>
                    <a:pt x="11409" y="7964"/>
                    <a:pt x="11770" y="8077"/>
                    <a:pt x="12144" y="8077"/>
                  </a:cubicBezTo>
                  <a:cubicBezTo>
                    <a:pt x="12181" y="8077"/>
                    <a:pt x="12217" y="8076"/>
                    <a:pt x="12254" y="8073"/>
                  </a:cubicBezTo>
                  <a:cubicBezTo>
                    <a:pt x="13275" y="8022"/>
                    <a:pt x="14047" y="7151"/>
                    <a:pt x="14027" y="6130"/>
                  </a:cubicBezTo>
                  <a:cubicBezTo>
                    <a:pt x="14021" y="5622"/>
                    <a:pt x="13920" y="5121"/>
                    <a:pt x="13726" y="4651"/>
                  </a:cubicBezTo>
                  <a:lnTo>
                    <a:pt x="12317" y="1166"/>
                  </a:lnTo>
                  <a:cubicBezTo>
                    <a:pt x="12028" y="458"/>
                    <a:pt x="11351" y="1"/>
                    <a:pt x="10593" y="1"/>
                  </a:cubicBezTo>
                  <a:cubicBezTo>
                    <a:pt x="9948" y="1"/>
                    <a:pt x="9358" y="327"/>
                    <a:pt x="9014" y="872"/>
                  </a:cubicBezTo>
                  <a:cubicBezTo>
                    <a:pt x="8982" y="929"/>
                    <a:pt x="8919" y="959"/>
                    <a:pt x="8857" y="959"/>
                  </a:cubicBezTo>
                  <a:lnTo>
                    <a:pt x="5190" y="959"/>
                  </a:lnTo>
                  <a:cubicBezTo>
                    <a:pt x="5128" y="959"/>
                    <a:pt x="5065" y="929"/>
                    <a:pt x="5034" y="872"/>
                  </a:cubicBezTo>
                  <a:cubicBezTo>
                    <a:pt x="4689" y="327"/>
                    <a:pt x="4100" y="1"/>
                    <a:pt x="34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 name="Google Shape;670;p53"/>
          <p:cNvGrpSpPr/>
          <p:nvPr/>
        </p:nvGrpSpPr>
        <p:grpSpPr>
          <a:xfrm>
            <a:off x="7199998" y="3856978"/>
            <a:ext cx="377861" cy="378238"/>
            <a:chOff x="7221392" y="4141662"/>
            <a:chExt cx="377861" cy="378238"/>
          </a:xfrm>
        </p:grpSpPr>
        <p:sp>
          <p:nvSpPr>
            <p:cNvPr id="671" name="Google Shape;671;p53"/>
            <p:cNvSpPr/>
            <p:nvPr/>
          </p:nvSpPr>
          <p:spPr>
            <a:xfrm>
              <a:off x="7266478" y="4141662"/>
              <a:ext cx="287851" cy="378238"/>
            </a:xfrm>
            <a:custGeom>
              <a:avLst/>
              <a:gdLst/>
              <a:ahLst/>
              <a:cxnLst/>
              <a:rect l="l" t="t" r="r" b="b"/>
              <a:pathLst>
                <a:path w="10675" h="14027" extrusionOk="0">
                  <a:moveTo>
                    <a:pt x="4163" y="833"/>
                  </a:moveTo>
                  <a:cubicBezTo>
                    <a:pt x="4357" y="833"/>
                    <a:pt x="4551" y="859"/>
                    <a:pt x="4739" y="915"/>
                  </a:cubicBezTo>
                  <a:cubicBezTo>
                    <a:pt x="5423" y="1108"/>
                    <a:pt x="6135" y="1208"/>
                    <a:pt x="6845" y="1208"/>
                  </a:cubicBezTo>
                  <a:cubicBezTo>
                    <a:pt x="7196" y="1208"/>
                    <a:pt x="7546" y="1184"/>
                    <a:pt x="7891" y="1134"/>
                  </a:cubicBezTo>
                  <a:cubicBezTo>
                    <a:pt x="8274" y="1629"/>
                    <a:pt x="8343" y="2306"/>
                    <a:pt x="8054" y="2870"/>
                  </a:cubicBezTo>
                  <a:cubicBezTo>
                    <a:pt x="7897" y="2795"/>
                    <a:pt x="7715" y="2751"/>
                    <a:pt x="7527" y="2751"/>
                  </a:cubicBezTo>
                  <a:lnTo>
                    <a:pt x="3147" y="2751"/>
                  </a:lnTo>
                  <a:cubicBezTo>
                    <a:pt x="2922" y="2751"/>
                    <a:pt x="2714" y="2814"/>
                    <a:pt x="2534" y="2915"/>
                  </a:cubicBezTo>
                  <a:cubicBezTo>
                    <a:pt x="2470" y="2808"/>
                    <a:pt x="2439" y="2690"/>
                    <a:pt x="2439" y="2557"/>
                  </a:cubicBezTo>
                  <a:cubicBezTo>
                    <a:pt x="2439" y="1611"/>
                    <a:pt x="3217" y="833"/>
                    <a:pt x="4163" y="833"/>
                  </a:cubicBezTo>
                  <a:close/>
                  <a:moveTo>
                    <a:pt x="7527" y="3572"/>
                  </a:moveTo>
                  <a:cubicBezTo>
                    <a:pt x="7753" y="3572"/>
                    <a:pt x="7935" y="3754"/>
                    <a:pt x="7935" y="3980"/>
                  </a:cubicBezTo>
                  <a:lnTo>
                    <a:pt x="7935" y="4801"/>
                  </a:lnTo>
                  <a:cubicBezTo>
                    <a:pt x="7935" y="5033"/>
                    <a:pt x="7753" y="5215"/>
                    <a:pt x="7527" y="5215"/>
                  </a:cubicBezTo>
                  <a:lnTo>
                    <a:pt x="6870" y="5215"/>
                  </a:lnTo>
                  <a:cubicBezTo>
                    <a:pt x="6393" y="5215"/>
                    <a:pt x="5942" y="4976"/>
                    <a:pt x="5679" y="4582"/>
                  </a:cubicBezTo>
                  <a:cubicBezTo>
                    <a:pt x="5604" y="4463"/>
                    <a:pt x="5473" y="4394"/>
                    <a:pt x="5334" y="4394"/>
                  </a:cubicBezTo>
                  <a:cubicBezTo>
                    <a:pt x="5196" y="4394"/>
                    <a:pt x="5071" y="4463"/>
                    <a:pt x="4996" y="4576"/>
                  </a:cubicBezTo>
                  <a:lnTo>
                    <a:pt x="4996" y="4582"/>
                  </a:lnTo>
                  <a:cubicBezTo>
                    <a:pt x="4727" y="4976"/>
                    <a:pt x="4281" y="5215"/>
                    <a:pt x="3805" y="5215"/>
                  </a:cubicBezTo>
                  <a:lnTo>
                    <a:pt x="3147" y="5215"/>
                  </a:lnTo>
                  <a:cubicBezTo>
                    <a:pt x="2922" y="5215"/>
                    <a:pt x="2734" y="5033"/>
                    <a:pt x="2734" y="4801"/>
                  </a:cubicBezTo>
                  <a:lnTo>
                    <a:pt x="2734" y="3980"/>
                  </a:lnTo>
                  <a:cubicBezTo>
                    <a:pt x="2734" y="3754"/>
                    <a:pt x="2922" y="3572"/>
                    <a:pt x="3147" y="3572"/>
                  </a:cubicBezTo>
                  <a:close/>
                  <a:moveTo>
                    <a:pt x="5334" y="5435"/>
                  </a:moveTo>
                  <a:cubicBezTo>
                    <a:pt x="5748" y="5817"/>
                    <a:pt x="6294" y="6036"/>
                    <a:pt x="6870" y="6036"/>
                  </a:cubicBezTo>
                  <a:lnTo>
                    <a:pt x="7391" y="6036"/>
                  </a:lnTo>
                  <a:lnTo>
                    <a:pt x="7391" y="6450"/>
                  </a:lnTo>
                  <a:cubicBezTo>
                    <a:pt x="7391" y="7576"/>
                    <a:pt x="6468" y="8500"/>
                    <a:pt x="5337" y="8500"/>
                  </a:cubicBezTo>
                  <a:cubicBezTo>
                    <a:pt x="5311" y="8500"/>
                    <a:pt x="5285" y="8500"/>
                    <a:pt x="5259" y="8499"/>
                  </a:cubicBezTo>
                  <a:cubicBezTo>
                    <a:pt x="4151" y="8455"/>
                    <a:pt x="3286" y="7527"/>
                    <a:pt x="3286" y="6418"/>
                  </a:cubicBezTo>
                  <a:lnTo>
                    <a:pt x="3286" y="6036"/>
                  </a:lnTo>
                  <a:lnTo>
                    <a:pt x="3805" y="6036"/>
                  </a:lnTo>
                  <a:cubicBezTo>
                    <a:pt x="4382" y="6036"/>
                    <a:pt x="4927" y="5817"/>
                    <a:pt x="5334" y="5435"/>
                  </a:cubicBezTo>
                  <a:close/>
                  <a:moveTo>
                    <a:pt x="5886" y="9257"/>
                  </a:moveTo>
                  <a:lnTo>
                    <a:pt x="5886" y="10128"/>
                  </a:lnTo>
                  <a:cubicBezTo>
                    <a:pt x="5886" y="10428"/>
                    <a:pt x="5641" y="10674"/>
                    <a:pt x="5334" y="10674"/>
                  </a:cubicBezTo>
                  <a:cubicBezTo>
                    <a:pt x="5034" y="10674"/>
                    <a:pt x="4790" y="10428"/>
                    <a:pt x="4790" y="10128"/>
                  </a:cubicBezTo>
                  <a:lnTo>
                    <a:pt x="4790" y="9257"/>
                  </a:lnTo>
                  <a:cubicBezTo>
                    <a:pt x="4964" y="9288"/>
                    <a:pt x="5146" y="9308"/>
                    <a:pt x="5334" y="9308"/>
                  </a:cubicBezTo>
                  <a:cubicBezTo>
                    <a:pt x="5522" y="9308"/>
                    <a:pt x="5704" y="9288"/>
                    <a:pt x="5886" y="9257"/>
                  </a:cubicBezTo>
                  <a:close/>
                  <a:moveTo>
                    <a:pt x="8073" y="10141"/>
                  </a:moveTo>
                  <a:cubicBezTo>
                    <a:pt x="9057" y="10141"/>
                    <a:pt x="9853" y="10937"/>
                    <a:pt x="9853" y="11921"/>
                  </a:cubicBezTo>
                  <a:lnTo>
                    <a:pt x="9853" y="13205"/>
                  </a:lnTo>
                  <a:lnTo>
                    <a:pt x="8756" y="13205"/>
                  </a:lnTo>
                  <a:lnTo>
                    <a:pt x="8756" y="12479"/>
                  </a:lnTo>
                  <a:cubicBezTo>
                    <a:pt x="8756" y="12265"/>
                    <a:pt x="8606" y="12083"/>
                    <a:pt x="8392" y="12059"/>
                  </a:cubicBezTo>
                  <a:cubicBezTo>
                    <a:pt x="8378" y="12057"/>
                    <a:pt x="8363" y="12057"/>
                    <a:pt x="8349" y="12057"/>
                  </a:cubicBezTo>
                  <a:cubicBezTo>
                    <a:pt x="8124" y="12057"/>
                    <a:pt x="7935" y="12242"/>
                    <a:pt x="7935" y="12467"/>
                  </a:cubicBezTo>
                  <a:lnTo>
                    <a:pt x="7935" y="13205"/>
                  </a:lnTo>
                  <a:lnTo>
                    <a:pt x="2734" y="13205"/>
                  </a:lnTo>
                  <a:lnTo>
                    <a:pt x="2734" y="12479"/>
                  </a:lnTo>
                  <a:cubicBezTo>
                    <a:pt x="2734" y="12265"/>
                    <a:pt x="2583" y="12083"/>
                    <a:pt x="2370" y="12059"/>
                  </a:cubicBezTo>
                  <a:cubicBezTo>
                    <a:pt x="2355" y="12057"/>
                    <a:pt x="2341" y="12057"/>
                    <a:pt x="2326" y="12057"/>
                  </a:cubicBezTo>
                  <a:cubicBezTo>
                    <a:pt x="2101" y="12057"/>
                    <a:pt x="1912" y="12242"/>
                    <a:pt x="1912" y="12467"/>
                  </a:cubicBezTo>
                  <a:lnTo>
                    <a:pt x="1912" y="13205"/>
                  </a:lnTo>
                  <a:lnTo>
                    <a:pt x="822" y="13205"/>
                  </a:lnTo>
                  <a:lnTo>
                    <a:pt x="822" y="11921"/>
                  </a:lnTo>
                  <a:cubicBezTo>
                    <a:pt x="822" y="10937"/>
                    <a:pt x="1618" y="10141"/>
                    <a:pt x="2601" y="10141"/>
                  </a:cubicBezTo>
                  <a:lnTo>
                    <a:pt x="3969" y="10141"/>
                  </a:lnTo>
                  <a:cubicBezTo>
                    <a:pt x="3969" y="10899"/>
                    <a:pt x="4582" y="11513"/>
                    <a:pt x="5334" y="11513"/>
                  </a:cubicBezTo>
                  <a:cubicBezTo>
                    <a:pt x="6092" y="11513"/>
                    <a:pt x="6708" y="10899"/>
                    <a:pt x="6708" y="10141"/>
                  </a:cubicBezTo>
                  <a:close/>
                  <a:moveTo>
                    <a:pt x="4163" y="0"/>
                  </a:moveTo>
                  <a:cubicBezTo>
                    <a:pt x="2759" y="0"/>
                    <a:pt x="1618" y="1140"/>
                    <a:pt x="1618" y="2545"/>
                  </a:cubicBezTo>
                  <a:cubicBezTo>
                    <a:pt x="1618" y="2915"/>
                    <a:pt x="1750" y="3272"/>
                    <a:pt x="1988" y="3554"/>
                  </a:cubicBezTo>
                  <a:cubicBezTo>
                    <a:pt x="1938" y="3685"/>
                    <a:pt x="1912" y="3824"/>
                    <a:pt x="1912" y="3968"/>
                  </a:cubicBezTo>
                  <a:lnTo>
                    <a:pt x="1912" y="4788"/>
                  </a:lnTo>
                  <a:cubicBezTo>
                    <a:pt x="1912" y="5215"/>
                    <a:pt x="2132" y="5591"/>
                    <a:pt x="2464" y="5817"/>
                  </a:cubicBezTo>
                  <a:lnTo>
                    <a:pt x="2464" y="6450"/>
                  </a:lnTo>
                  <a:cubicBezTo>
                    <a:pt x="2464" y="7533"/>
                    <a:pt x="3072" y="8487"/>
                    <a:pt x="3969" y="8975"/>
                  </a:cubicBezTo>
                  <a:lnTo>
                    <a:pt x="3969" y="9320"/>
                  </a:lnTo>
                  <a:lnTo>
                    <a:pt x="2601" y="9320"/>
                  </a:lnTo>
                  <a:cubicBezTo>
                    <a:pt x="1160" y="9320"/>
                    <a:pt x="1" y="10486"/>
                    <a:pt x="1" y="11921"/>
                  </a:cubicBezTo>
                  <a:lnTo>
                    <a:pt x="1" y="13619"/>
                  </a:lnTo>
                  <a:cubicBezTo>
                    <a:pt x="1" y="13844"/>
                    <a:pt x="183" y="14026"/>
                    <a:pt x="408" y="14026"/>
                  </a:cubicBezTo>
                  <a:lnTo>
                    <a:pt x="10267" y="14026"/>
                  </a:lnTo>
                  <a:cubicBezTo>
                    <a:pt x="10492" y="14026"/>
                    <a:pt x="10674" y="13844"/>
                    <a:pt x="10674" y="13619"/>
                  </a:cubicBezTo>
                  <a:lnTo>
                    <a:pt x="10674" y="11921"/>
                  </a:lnTo>
                  <a:cubicBezTo>
                    <a:pt x="10674" y="10486"/>
                    <a:pt x="9508" y="9320"/>
                    <a:pt x="8073" y="9320"/>
                  </a:cubicBezTo>
                  <a:lnTo>
                    <a:pt x="6708" y="9320"/>
                  </a:lnTo>
                  <a:lnTo>
                    <a:pt x="6708" y="8975"/>
                  </a:lnTo>
                  <a:cubicBezTo>
                    <a:pt x="7603" y="8487"/>
                    <a:pt x="8212" y="7533"/>
                    <a:pt x="8212" y="6450"/>
                  </a:cubicBezTo>
                  <a:lnTo>
                    <a:pt x="8212" y="5817"/>
                  </a:lnTo>
                  <a:cubicBezTo>
                    <a:pt x="8543" y="5591"/>
                    <a:pt x="8756" y="5215"/>
                    <a:pt x="8756" y="4788"/>
                  </a:cubicBezTo>
                  <a:lnTo>
                    <a:pt x="8756" y="3968"/>
                  </a:lnTo>
                  <a:cubicBezTo>
                    <a:pt x="8756" y="3786"/>
                    <a:pt x="8719" y="3616"/>
                    <a:pt x="8650" y="3460"/>
                  </a:cubicBezTo>
                  <a:cubicBezTo>
                    <a:pt x="8681" y="3416"/>
                    <a:pt x="8707" y="3372"/>
                    <a:pt x="8731" y="3329"/>
                  </a:cubicBezTo>
                  <a:cubicBezTo>
                    <a:pt x="9277" y="2375"/>
                    <a:pt x="9114" y="1172"/>
                    <a:pt x="8343" y="396"/>
                  </a:cubicBezTo>
                  <a:cubicBezTo>
                    <a:pt x="8267" y="319"/>
                    <a:pt x="8162" y="276"/>
                    <a:pt x="8054" y="276"/>
                  </a:cubicBezTo>
                  <a:cubicBezTo>
                    <a:pt x="8029" y="276"/>
                    <a:pt x="8004" y="278"/>
                    <a:pt x="7979" y="283"/>
                  </a:cubicBezTo>
                  <a:cubicBezTo>
                    <a:pt x="7610" y="343"/>
                    <a:pt x="7235" y="373"/>
                    <a:pt x="6859" y="373"/>
                  </a:cubicBezTo>
                  <a:cubicBezTo>
                    <a:pt x="6221" y="373"/>
                    <a:pt x="5580" y="286"/>
                    <a:pt x="4964" y="113"/>
                  </a:cubicBezTo>
                  <a:cubicBezTo>
                    <a:pt x="4707" y="38"/>
                    <a:pt x="4438" y="0"/>
                    <a:pt x="41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53"/>
            <p:cNvSpPr/>
            <p:nvPr/>
          </p:nvSpPr>
          <p:spPr>
            <a:xfrm>
              <a:off x="7221392" y="4204436"/>
              <a:ext cx="49184" cy="147472"/>
            </a:xfrm>
            <a:custGeom>
              <a:avLst/>
              <a:gdLst/>
              <a:ahLst/>
              <a:cxnLst/>
              <a:rect l="l" t="t" r="r" b="b"/>
              <a:pathLst>
                <a:path w="1824" h="5469" extrusionOk="0">
                  <a:moveTo>
                    <a:pt x="1376" y="1"/>
                  </a:moveTo>
                  <a:cubicBezTo>
                    <a:pt x="1271" y="1"/>
                    <a:pt x="1166" y="41"/>
                    <a:pt x="1085" y="122"/>
                  </a:cubicBezTo>
                  <a:cubicBezTo>
                    <a:pt x="388" y="819"/>
                    <a:pt x="0" y="1745"/>
                    <a:pt x="0" y="2737"/>
                  </a:cubicBezTo>
                  <a:cubicBezTo>
                    <a:pt x="0" y="3720"/>
                    <a:pt x="388" y="4654"/>
                    <a:pt x="1085" y="5349"/>
                  </a:cubicBezTo>
                  <a:cubicBezTo>
                    <a:pt x="1166" y="5431"/>
                    <a:pt x="1273" y="5468"/>
                    <a:pt x="1372" y="5468"/>
                  </a:cubicBezTo>
                  <a:cubicBezTo>
                    <a:pt x="1479" y="5468"/>
                    <a:pt x="1585" y="5431"/>
                    <a:pt x="1667" y="5349"/>
                  </a:cubicBezTo>
                  <a:cubicBezTo>
                    <a:pt x="1823" y="5187"/>
                    <a:pt x="1823" y="4930"/>
                    <a:pt x="1667" y="4767"/>
                  </a:cubicBezTo>
                  <a:cubicBezTo>
                    <a:pt x="1122" y="4227"/>
                    <a:pt x="821" y="3501"/>
                    <a:pt x="821" y="2737"/>
                  </a:cubicBezTo>
                  <a:cubicBezTo>
                    <a:pt x="821" y="1965"/>
                    <a:pt x="1122" y="1244"/>
                    <a:pt x="1667" y="706"/>
                  </a:cubicBezTo>
                  <a:cubicBezTo>
                    <a:pt x="1823" y="542"/>
                    <a:pt x="1823" y="286"/>
                    <a:pt x="1667" y="122"/>
                  </a:cubicBezTo>
                  <a:cubicBezTo>
                    <a:pt x="1585" y="41"/>
                    <a:pt x="1480" y="1"/>
                    <a:pt x="13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53"/>
            <p:cNvSpPr/>
            <p:nvPr/>
          </p:nvSpPr>
          <p:spPr>
            <a:xfrm>
              <a:off x="7260222" y="4235823"/>
              <a:ext cx="41607" cy="84805"/>
            </a:xfrm>
            <a:custGeom>
              <a:avLst/>
              <a:gdLst/>
              <a:ahLst/>
              <a:cxnLst/>
              <a:rect l="l" t="t" r="r" b="b"/>
              <a:pathLst>
                <a:path w="1543" h="3145" extrusionOk="0">
                  <a:moveTo>
                    <a:pt x="1095" y="1"/>
                  </a:moveTo>
                  <a:cubicBezTo>
                    <a:pt x="990" y="1"/>
                    <a:pt x="885" y="40"/>
                    <a:pt x="803" y="118"/>
                  </a:cubicBezTo>
                  <a:cubicBezTo>
                    <a:pt x="1" y="920"/>
                    <a:pt x="1" y="2224"/>
                    <a:pt x="803" y="3026"/>
                  </a:cubicBezTo>
                  <a:cubicBezTo>
                    <a:pt x="885" y="3105"/>
                    <a:pt x="990" y="3144"/>
                    <a:pt x="1095" y="3144"/>
                  </a:cubicBezTo>
                  <a:cubicBezTo>
                    <a:pt x="1200" y="3144"/>
                    <a:pt x="1305" y="3105"/>
                    <a:pt x="1386" y="3026"/>
                  </a:cubicBezTo>
                  <a:cubicBezTo>
                    <a:pt x="1543" y="2863"/>
                    <a:pt x="1543" y="2606"/>
                    <a:pt x="1386" y="2443"/>
                  </a:cubicBezTo>
                  <a:cubicBezTo>
                    <a:pt x="903" y="1961"/>
                    <a:pt x="903" y="1183"/>
                    <a:pt x="1386" y="702"/>
                  </a:cubicBezTo>
                  <a:cubicBezTo>
                    <a:pt x="1543" y="538"/>
                    <a:pt x="1543" y="281"/>
                    <a:pt x="1386" y="118"/>
                  </a:cubicBezTo>
                  <a:cubicBezTo>
                    <a:pt x="1305" y="40"/>
                    <a:pt x="1200" y="1"/>
                    <a:pt x="10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53"/>
            <p:cNvSpPr/>
            <p:nvPr/>
          </p:nvSpPr>
          <p:spPr>
            <a:xfrm>
              <a:off x="7550230" y="4204436"/>
              <a:ext cx="49022" cy="147472"/>
            </a:xfrm>
            <a:custGeom>
              <a:avLst/>
              <a:gdLst/>
              <a:ahLst/>
              <a:cxnLst/>
              <a:rect l="l" t="t" r="r" b="b"/>
              <a:pathLst>
                <a:path w="1818" h="5469" extrusionOk="0">
                  <a:moveTo>
                    <a:pt x="449" y="1"/>
                  </a:moveTo>
                  <a:cubicBezTo>
                    <a:pt x="344" y="1"/>
                    <a:pt x="239" y="41"/>
                    <a:pt x="157" y="122"/>
                  </a:cubicBezTo>
                  <a:cubicBezTo>
                    <a:pt x="1" y="286"/>
                    <a:pt x="1" y="542"/>
                    <a:pt x="157" y="706"/>
                  </a:cubicBezTo>
                  <a:cubicBezTo>
                    <a:pt x="703" y="1244"/>
                    <a:pt x="998" y="1965"/>
                    <a:pt x="998" y="2737"/>
                  </a:cubicBezTo>
                  <a:cubicBezTo>
                    <a:pt x="998" y="3501"/>
                    <a:pt x="703" y="4227"/>
                    <a:pt x="157" y="4767"/>
                  </a:cubicBezTo>
                  <a:cubicBezTo>
                    <a:pt x="1" y="4930"/>
                    <a:pt x="1" y="5187"/>
                    <a:pt x="157" y="5349"/>
                  </a:cubicBezTo>
                  <a:cubicBezTo>
                    <a:pt x="238" y="5431"/>
                    <a:pt x="345" y="5468"/>
                    <a:pt x="446" y="5468"/>
                  </a:cubicBezTo>
                  <a:cubicBezTo>
                    <a:pt x="553" y="5468"/>
                    <a:pt x="660" y="5431"/>
                    <a:pt x="741" y="5349"/>
                  </a:cubicBezTo>
                  <a:cubicBezTo>
                    <a:pt x="1436" y="4654"/>
                    <a:pt x="1818" y="3720"/>
                    <a:pt x="1818" y="2737"/>
                  </a:cubicBezTo>
                  <a:cubicBezTo>
                    <a:pt x="1818" y="1745"/>
                    <a:pt x="1436" y="819"/>
                    <a:pt x="741" y="122"/>
                  </a:cubicBezTo>
                  <a:cubicBezTo>
                    <a:pt x="659" y="41"/>
                    <a:pt x="554" y="1"/>
                    <a:pt x="4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53"/>
            <p:cNvSpPr/>
            <p:nvPr/>
          </p:nvSpPr>
          <p:spPr>
            <a:xfrm>
              <a:off x="7518816" y="4235823"/>
              <a:ext cx="41580" cy="84805"/>
            </a:xfrm>
            <a:custGeom>
              <a:avLst/>
              <a:gdLst/>
              <a:ahLst/>
              <a:cxnLst/>
              <a:rect l="l" t="t" r="r" b="b"/>
              <a:pathLst>
                <a:path w="1542" h="3145" extrusionOk="0">
                  <a:moveTo>
                    <a:pt x="452" y="1"/>
                  </a:moveTo>
                  <a:cubicBezTo>
                    <a:pt x="347" y="1"/>
                    <a:pt x="241" y="40"/>
                    <a:pt x="162" y="118"/>
                  </a:cubicBezTo>
                  <a:cubicBezTo>
                    <a:pt x="0" y="281"/>
                    <a:pt x="0" y="538"/>
                    <a:pt x="162" y="702"/>
                  </a:cubicBezTo>
                  <a:cubicBezTo>
                    <a:pt x="639" y="1183"/>
                    <a:pt x="639" y="1961"/>
                    <a:pt x="162" y="2443"/>
                  </a:cubicBezTo>
                  <a:cubicBezTo>
                    <a:pt x="0" y="2606"/>
                    <a:pt x="0" y="2863"/>
                    <a:pt x="162" y="3026"/>
                  </a:cubicBezTo>
                  <a:cubicBezTo>
                    <a:pt x="241" y="3105"/>
                    <a:pt x="347" y="3144"/>
                    <a:pt x="452" y="3144"/>
                  </a:cubicBezTo>
                  <a:cubicBezTo>
                    <a:pt x="557" y="3144"/>
                    <a:pt x="662" y="3105"/>
                    <a:pt x="740" y="3026"/>
                  </a:cubicBezTo>
                  <a:cubicBezTo>
                    <a:pt x="1542" y="2224"/>
                    <a:pt x="1542" y="920"/>
                    <a:pt x="740" y="118"/>
                  </a:cubicBezTo>
                  <a:cubicBezTo>
                    <a:pt x="662" y="40"/>
                    <a:pt x="557" y="1"/>
                    <a:pt x="4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 name="Google Shape;676;p53"/>
          <p:cNvGrpSpPr/>
          <p:nvPr/>
        </p:nvGrpSpPr>
        <p:grpSpPr>
          <a:xfrm>
            <a:off x="8054503" y="1415432"/>
            <a:ext cx="321099" cy="377941"/>
            <a:chOff x="8064857" y="1710632"/>
            <a:chExt cx="321099" cy="377941"/>
          </a:xfrm>
        </p:grpSpPr>
        <p:sp>
          <p:nvSpPr>
            <p:cNvPr id="677" name="Google Shape;677;p53"/>
            <p:cNvSpPr/>
            <p:nvPr/>
          </p:nvSpPr>
          <p:spPr>
            <a:xfrm>
              <a:off x="8192105" y="1765560"/>
              <a:ext cx="22165" cy="22165"/>
            </a:xfrm>
            <a:custGeom>
              <a:avLst/>
              <a:gdLst/>
              <a:ahLst/>
              <a:cxnLst/>
              <a:rect l="l" t="t" r="r" b="b"/>
              <a:pathLst>
                <a:path w="822" h="822" extrusionOk="0">
                  <a:moveTo>
                    <a:pt x="414" y="0"/>
                  </a:moveTo>
                  <a:cubicBezTo>
                    <a:pt x="188" y="0"/>
                    <a:pt x="0" y="182"/>
                    <a:pt x="0" y="414"/>
                  </a:cubicBezTo>
                  <a:cubicBezTo>
                    <a:pt x="0" y="640"/>
                    <a:pt x="188" y="822"/>
                    <a:pt x="414" y="822"/>
                  </a:cubicBezTo>
                  <a:cubicBezTo>
                    <a:pt x="639" y="822"/>
                    <a:pt x="821" y="640"/>
                    <a:pt x="821" y="414"/>
                  </a:cubicBezTo>
                  <a:cubicBezTo>
                    <a:pt x="821" y="182"/>
                    <a:pt x="639"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53"/>
            <p:cNvSpPr/>
            <p:nvPr/>
          </p:nvSpPr>
          <p:spPr>
            <a:xfrm>
              <a:off x="8236382" y="1765560"/>
              <a:ext cx="22165" cy="22165"/>
            </a:xfrm>
            <a:custGeom>
              <a:avLst/>
              <a:gdLst/>
              <a:ahLst/>
              <a:cxnLst/>
              <a:rect l="l" t="t" r="r" b="b"/>
              <a:pathLst>
                <a:path w="822" h="822" extrusionOk="0">
                  <a:moveTo>
                    <a:pt x="414" y="0"/>
                  </a:moveTo>
                  <a:cubicBezTo>
                    <a:pt x="189" y="0"/>
                    <a:pt x="1" y="182"/>
                    <a:pt x="1" y="414"/>
                  </a:cubicBezTo>
                  <a:cubicBezTo>
                    <a:pt x="1" y="640"/>
                    <a:pt x="189" y="822"/>
                    <a:pt x="414" y="822"/>
                  </a:cubicBezTo>
                  <a:cubicBezTo>
                    <a:pt x="640" y="822"/>
                    <a:pt x="822" y="640"/>
                    <a:pt x="822" y="414"/>
                  </a:cubicBezTo>
                  <a:cubicBezTo>
                    <a:pt x="822" y="182"/>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53"/>
            <p:cNvSpPr/>
            <p:nvPr/>
          </p:nvSpPr>
          <p:spPr>
            <a:xfrm>
              <a:off x="8192105" y="1809809"/>
              <a:ext cx="22165" cy="22165"/>
            </a:xfrm>
            <a:custGeom>
              <a:avLst/>
              <a:gdLst/>
              <a:ahLst/>
              <a:cxnLst/>
              <a:rect l="l" t="t" r="r" b="b"/>
              <a:pathLst>
                <a:path w="822" h="822" extrusionOk="0">
                  <a:moveTo>
                    <a:pt x="414" y="0"/>
                  </a:moveTo>
                  <a:cubicBezTo>
                    <a:pt x="188" y="0"/>
                    <a:pt x="0" y="188"/>
                    <a:pt x="0" y="414"/>
                  </a:cubicBezTo>
                  <a:cubicBezTo>
                    <a:pt x="0" y="640"/>
                    <a:pt x="188" y="822"/>
                    <a:pt x="414" y="822"/>
                  </a:cubicBezTo>
                  <a:cubicBezTo>
                    <a:pt x="639" y="822"/>
                    <a:pt x="821" y="640"/>
                    <a:pt x="821" y="414"/>
                  </a:cubicBezTo>
                  <a:cubicBezTo>
                    <a:pt x="821" y="188"/>
                    <a:pt x="639"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53"/>
            <p:cNvSpPr/>
            <p:nvPr/>
          </p:nvSpPr>
          <p:spPr>
            <a:xfrm>
              <a:off x="8236382" y="1809809"/>
              <a:ext cx="22165" cy="22165"/>
            </a:xfrm>
            <a:custGeom>
              <a:avLst/>
              <a:gdLst/>
              <a:ahLst/>
              <a:cxnLst/>
              <a:rect l="l" t="t" r="r" b="b"/>
              <a:pathLst>
                <a:path w="822" h="822" extrusionOk="0">
                  <a:moveTo>
                    <a:pt x="414" y="0"/>
                  </a:moveTo>
                  <a:cubicBezTo>
                    <a:pt x="189" y="0"/>
                    <a:pt x="1" y="188"/>
                    <a:pt x="1" y="414"/>
                  </a:cubicBezTo>
                  <a:cubicBezTo>
                    <a:pt x="1" y="640"/>
                    <a:pt x="189" y="822"/>
                    <a:pt x="414" y="822"/>
                  </a:cubicBezTo>
                  <a:cubicBezTo>
                    <a:pt x="640" y="822"/>
                    <a:pt x="822" y="640"/>
                    <a:pt x="822" y="414"/>
                  </a:cubicBezTo>
                  <a:cubicBezTo>
                    <a:pt x="822" y="188"/>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53"/>
            <p:cNvSpPr/>
            <p:nvPr/>
          </p:nvSpPr>
          <p:spPr>
            <a:xfrm>
              <a:off x="8064857" y="1710632"/>
              <a:ext cx="321099" cy="377941"/>
            </a:xfrm>
            <a:custGeom>
              <a:avLst/>
              <a:gdLst/>
              <a:ahLst/>
              <a:cxnLst/>
              <a:rect l="l" t="t" r="r" b="b"/>
              <a:pathLst>
                <a:path w="11908" h="14016" extrusionOk="0">
                  <a:moveTo>
                    <a:pt x="7063" y="820"/>
                  </a:moveTo>
                  <a:cubicBezTo>
                    <a:pt x="7189" y="820"/>
                    <a:pt x="7296" y="903"/>
                    <a:pt x="7326" y="1028"/>
                  </a:cubicBezTo>
                  <a:lnTo>
                    <a:pt x="7383" y="1242"/>
                  </a:lnTo>
                  <a:cubicBezTo>
                    <a:pt x="7470" y="1604"/>
                    <a:pt x="7739" y="1893"/>
                    <a:pt x="8097" y="2012"/>
                  </a:cubicBezTo>
                  <a:cubicBezTo>
                    <a:pt x="8204" y="2049"/>
                    <a:pt x="8279" y="2150"/>
                    <a:pt x="8279" y="2269"/>
                  </a:cubicBezTo>
                  <a:lnTo>
                    <a:pt x="8279" y="4343"/>
                  </a:lnTo>
                  <a:lnTo>
                    <a:pt x="7852" y="4769"/>
                  </a:lnTo>
                  <a:cubicBezTo>
                    <a:pt x="7765" y="4864"/>
                    <a:pt x="7721" y="4982"/>
                    <a:pt x="7733" y="5107"/>
                  </a:cubicBezTo>
                  <a:lnTo>
                    <a:pt x="7959" y="7114"/>
                  </a:lnTo>
                  <a:lnTo>
                    <a:pt x="3949" y="7114"/>
                  </a:lnTo>
                  <a:lnTo>
                    <a:pt x="4175" y="5107"/>
                  </a:lnTo>
                  <a:cubicBezTo>
                    <a:pt x="4187" y="4982"/>
                    <a:pt x="4143" y="4864"/>
                    <a:pt x="4054" y="4769"/>
                  </a:cubicBezTo>
                  <a:lnTo>
                    <a:pt x="3629" y="4343"/>
                  </a:lnTo>
                  <a:lnTo>
                    <a:pt x="3629" y="2269"/>
                  </a:lnTo>
                  <a:cubicBezTo>
                    <a:pt x="3629" y="2150"/>
                    <a:pt x="3704" y="2049"/>
                    <a:pt x="3811" y="2012"/>
                  </a:cubicBezTo>
                  <a:cubicBezTo>
                    <a:pt x="4167" y="1893"/>
                    <a:pt x="4438" y="1604"/>
                    <a:pt x="4525" y="1242"/>
                  </a:cubicBezTo>
                  <a:lnTo>
                    <a:pt x="4581" y="1028"/>
                  </a:lnTo>
                  <a:cubicBezTo>
                    <a:pt x="4612" y="903"/>
                    <a:pt x="4719" y="820"/>
                    <a:pt x="4844" y="820"/>
                  </a:cubicBezTo>
                  <a:close/>
                  <a:moveTo>
                    <a:pt x="8416" y="7935"/>
                  </a:moveTo>
                  <a:cubicBezTo>
                    <a:pt x="8642" y="7935"/>
                    <a:pt x="8824" y="8123"/>
                    <a:pt x="8824" y="8349"/>
                  </a:cubicBezTo>
                  <a:lnTo>
                    <a:pt x="8824" y="8755"/>
                  </a:lnTo>
                  <a:lnTo>
                    <a:pt x="3077" y="8755"/>
                  </a:lnTo>
                  <a:lnTo>
                    <a:pt x="3077" y="8349"/>
                  </a:lnTo>
                  <a:cubicBezTo>
                    <a:pt x="3077" y="8123"/>
                    <a:pt x="3265" y="7935"/>
                    <a:pt x="3490" y="7935"/>
                  </a:cubicBezTo>
                  <a:close/>
                  <a:moveTo>
                    <a:pt x="6362" y="9576"/>
                  </a:moveTo>
                  <a:lnTo>
                    <a:pt x="6362" y="9990"/>
                  </a:lnTo>
                  <a:cubicBezTo>
                    <a:pt x="6362" y="10220"/>
                    <a:pt x="6179" y="10400"/>
                    <a:pt x="5950" y="10400"/>
                  </a:cubicBezTo>
                  <a:cubicBezTo>
                    <a:pt x="5935" y="10400"/>
                    <a:pt x="5920" y="10399"/>
                    <a:pt x="5904" y="10397"/>
                  </a:cubicBezTo>
                  <a:cubicBezTo>
                    <a:pt x="5697" y="10372"/>
                    <a:pt x="5540" y="10191"/>
                    <a:pt x="5540" y="9978"/>
                  </a:cubicBezTo>
                  <a:lnTo>
                    <a:pt x="5540" y="9576"/>
                  </a:lnTo>
                  <a:close/>
                  <a:moveTo>
                    <a:pt x="4844" y="1"/>
                  </a:moveTo>
                  <a:cubicBezTo>
                    <a:pt x="4343" y="1"/>
                    <a:pt x="3904" y="339"/>
                    <a:pt x="3785" y="828"/>
                  </a:cubicBezTo>
                  <a:lnTo>
                    <a:pt x="3729" y="1040"/>
                  </a:lnTo>
                  <a:cubicBezTo>
                    <a:pt x="3704" y="1135"/>
                    <a:pt x="3635" y="1210"/>
                    <a:pt x="3547" y="1234"/>
                  </a:cubicBezTo>
                  <a:cubicBezTo>
                    <a:pt x="3114" y="1366"/>
                    <a:pt x="2807" y="1748"/>
                    <a:pt x="2807" y="2200"/>
                  </a:cubicBezTo>
                  <a:lnTo>
                    <a:pt x="2807" y="4513"/>
                  </a:lnTo>
                  <a:cubicBezTo>
                    <a:pt x="2807" y="4626"/>
                    <a:pt x="2851" y="4725"/>
                    <a:pt x="2926" y="4806"/>
                  </a:cubicBezTo>
                  <a:lnTo>
                    <a:pt x="3334" y="5214"/>
                  </a:lnTo>
                  <a:lnTo>
                    <a:pt x="3114" y="7175"/>
                  </a:lnTo>
                  <a:cubicBezTo>
                    <a:pt x="2752" y="7288"/>
                    <a:pt x="2457" y="7577"/>
                    <a:pt x="2332" y="7935"/>
                  </a:cubicBezTo>
                  <a:lnTo>
                    <a:pt x="2087" y="7935"/>
                  </a:lnTo>
                  <a:cubicBezTo>
                    <a:pt x="1881" y="7935"/>
                    <a:pt x="1711" y="7765"/>
                    <a:pt x="1711" y="7559"/>
                  </a:cubicBezTo>
                  <a:lnTo>
                    <a:pt x="1711" y="6023"/>
                  </a:lnTo>
                  <a:lnTo>
                    <a:pt x="2124" y="6023"/>
                  </a:lnTo>
                  <a:cubicBezTo>
                    <a:pt x="2300" y="6023"/>
                    <a:pt x="2457" y="5910"/>
                    <a:pt x="2512" y="5740"/>
                  </a:cubicBezTo>
                  <a:cubicBezTo>
                    <a:pt x="2601" y="5459"/>
                    <a:pt x="2388" y="5202"/>
                    <a:pt x="2118" y="5202"/>
                  </a:cubicBezTo>
                  <a:lnTo>
                    <a:pt x="476" y="5202"/>
                  </a:lnTo>
                  <a:cubicBezTo>
                    <a:pt x="301" y="5202"/>
                    <a:pt x="137" y="5309"/>
                    <a:pt x="88" y="5477"/>
                  </a:cubicBezTo>
                  <a:cubicBezTo>
                    <a:pt x="1" y="5760"/>
                    <a:pt x="207" y="6023"/>
                    <a:pt x="476" y="6023"/>
                  </a:cubicBezTo>
                  <a:lnTo>
                    <a:pt x="890" y="6023"/>
                  </a:lnTo>
                  <a:lnTo>
                    <a:pt x="890" y="7527"/>
                  </a:lnTo>
                  <a:cubicBezTo>
                    <a:pt x="890" y="8204"/>
                    <a:pt x="1442" y="8755"/>
                    <a:pt x="2118" y="8755"/>
                  </a:cubicBezTo>
                  <a:lnTo>
                    <a:pt x="2257" y="8755"/>
                  </a:lnTo>
                  <a:lnTo>
                    <a:pt x="2257" y="9168"/>
                  </a:lnTo>
                  <a:cubicBezTo>
                    <a:pt x="2257" y="9394"/>
                    <a:pt x="2445" y="9576"/>
                    <a:pt x="2670" y="9576"/>
                  </a:cubicBezTo>
                  <a:lnTo>
                    <a:pt x="4719" y="9576"/>
                  </a:lnTo>
                  <a:lnTo>
                    <a:pt x="4719" y="9990"/>
                  </a:lnTo>
                  <a:cubicBezTo>
                    <a:pt x="4719" y="10522"/>
                    <a:pt x="5064" y="10981"/>
                    <a:pt x="5540" y="11149"/>
                  </a:cubicBezTo>
                  <a:lnTo>
                    <a:pt x="5540" y="12096"/>
                  </a:lnTo>
                  <a:lnTo>
                    <a:pt x="3779" y="12096"/>
                  </a:lnTo>
                  <a:cubicBezTo>
                    <a:pt x="3541" y="12096"/>
                    <a:pt x="3353" y="12290"/>
                    <a:pt x="3353" y="12523"/>
                  </a:cubicBezTo>
                  <a:lnTo>
                    <a:pt x="3353" y="13744"/>
                  </a:lnTo>
                  <a:cubicBezTo>
                    <a:pt x="3353" y="13782"/>
                    <a:pt x="3365" y="13819"/>
                    <a:pt x="3397" y="13845"/>
                  </a:cubicBezTo>
                  <a:cubicBezTo>
                    <a:pt x="3516" y="13964"/>
                    <a:pt x="3644" y="14014"/>
                    <a:pt x="3761" y="14014"/>
                  </a:cubicBezTo>
                  <a:cubicBezTo>
                    <a:pt x="3989" y="14014"/>
                    <a:pt x="4175" y="13827"/>
                    <a:pt x="4175" y="13600"/>
                  </a:cubicBezTo>
                  <a:lnTo>
                    <a:pt x="4175" y="13061"/>
                  </a:lnTo>
                  <a:cubicBezTo>
                    <a:pt x="4175" y="12980"/>
                    <a:pt x="4236" y="12917"/>
                    <a:pt x="4317" y="12917"/>
                  </a:cubicBezTo>
                  <a:lnTo>
                    <a:pt x="5540" y="12917"/>
                  </a:lnTo>
                  <a:lnTo>
                    <a:pt x="5540" y="13594"/>
                  </a:lnTo>
                  <a:cubicBezTo>
                    <a:pt x="5540" y="13801"/>
                    <a:pt x="5697" y="13989"/>
                    <a:pt x="5904" y="14013"/>
                  </a:cubicBezTo>
                  <a:cubicBezTo>
                    <a:pt x="5919" y="14015"/>
                    <a:pt x="5934" y="14016"/>
                    <a:pt x="5949" y="14016"/>
                  </a:cubicBezTo>
                  <a:cubicBezTo>
                    <a:pt x="6178" y="14016"/>
                    <a:pt x="6362" y="13830"/>
                    <a:pt x="6362" y="13600"/>
                  </a:cubicBezTo>
                  <a:lnTo>
                    <a:pt x="6362" y="12917"/>
                  </a:lnTo>
                  <a:lnTo>
                    <a:pt x="7589" y="12917"/>
                  </a:lnTo>
                  <a:cubicBezTo>
                    <a:pt x="7672" y="12917"/>
                    <a:pt x="7733" y="12980"/>
                    <a:pt x="7733" y="13061"/>
                  </a:cubicBezTo>
                  <a:lnTo>
                    <a:pt x="7733" y="13744"/>
                  </a:lnTo>
                  <a:cubicBezTo>
                    <a:pt x="7733" y="13782"/>
                    <a:pt x="7747" y="13819"/>
                    <a:pt x="7777" y="13845"/>
                  </a:cubicBezTo>
                  <a:cubicBezTo>
                    <a:pt x="7897" y="13964"/>
                    <a:pt x="8025" y="14014"/>
                    <a:pt x="8142" y="14014"/>
                  </a:cubicBezTo>
                  <a:cubicBezTo>
                    <a:pt x="8369" y="14014"/>
                    <a:pt x="8555" y="13827"/>
                    <a:pt x="8555" y="13600"/>
                  </a:cubicBezTo>
                  <a:lnTo>
                    <a:pt x="8555" y="12523"/>
                  </a:lnTo>
                  <a:cubicBezTo>
                    <a:pt x="8555" y="12290"/>
                    <a:pt x="8367" y="12096"/>
                    <a:pt x="8129" y="12096"/>
                  </a:cubicBezTo>
                  <a:lnTo>
                    <a:pt x="6362" y="12096"/>
                  </a:lnTo>
                  <a:lnTo>
                    <a:pt x="6362" y="11149"/>
                  </a:lnTo>
                  <a:cubicBezTo>
                    <a:pt x="6844" y="10981"/>
                    <a:pt x="7183" y="10522"/>
                    <a:pt x="7183" y="9990"/>
                  </a:cubicBezTo>
                  <a:lnTo>
                    <a:pt x="7183" y="9576"/>
                  </a:lnTo>
                  <a:lnTo>
                    <a:pt x="9420" y="9576"/>
                  </a:lnTo>
                  <a:cubicBezTo>
                    <a:pt x="9544" y="9576"/>
                    <a:pt x="9651" y="9477"/>
                    <a:pt x="9651" y="9350"/>
                  </a:cubicBezTo>
                  <a:lnTo>
                    <a:pt x="9651" y="8755"/>
                  </a:lnTo>
                  <a:lnTo>
                    <a:pt x="10334" y="8755"/>
                  </a:lnTo>
                  <a:cubicBezTo>
                    <a:pt x="10710" y="8755"/>
                    <a:pt x="11019" y="8448"/>
                    <a:pt x="11019" y="8072"/>
                  </a:cubicBezTo>
                  <a:lnTo>
                    <a:pt x="11019" y="6023"/>
                  </a:lnTo>
                  <a:lnTo>
                    <a:pt x="11432" y="6023"/>
                  </a:lnTo>
                  <a:cubicBezTo>
                    <a:pt x="11607" y="6023"/>
                    <a:pt x="11763" y="5910"/>
                    <a:pt x="11820" y="5740"/>
                  </a:cubicBezTo>
                  <a:cubicBezTo>
                    <a:pt x="11907" y="5459"/>
                    <a:pt x="11695" y="5202"/>
                    <a:pt x="11425" y="5202"/>
                  </a:cubicBezTo>
                  <a:lnTo>
                    <a:pt x="9784" y="5202"/>
                  </a:lnTo>
                  <a:cubicBezTo>
                    <a:pt x="9608" y="5202"/>
                    <a:pt x="9445" y="5309"/>
                    <a:pt x="9394" y="5477"/>
                  </a:cubicBezTo>
                  <a:cubicBezTo>
                    <a:pt x="9307" y="5760"/>
                    <a:pt x="9514" y="6023"/>
                    <a:pt x="9784" y="6023"/>
                  </a:cubicBezTo>
                  <a:lnTo>
                    <a:pt x="10197" y="6023"/>
                  </a:lnTo>
                  <a:lnTo>
                    <a:pt x="10197" y="7527"/>
                  </a:lnTo>
                  <a:cubicBezTo>
                    <a:pt x="10197" y="7753"/>
                    <a:pt x="10015" y="7935"/>
                    <a:pt x="9784" y="7935"/>
                  </a:cubicBezTo>
                  <a:lnTo>
                    <a:pt x="9576" y="7935"/>
                  </a:lnTo>
                  <a:cubicBezTo>
                    <a:pt x="9451" y="7577"/>
                    <a:pt x="9156" y="7288"/>
                    <a:pt x="8792" y="7175"/>
                  </a:cubicBezTo>
                  <a:lnTo>
                    <a:pt x="8574" y="5214"/>
                  </a:lnTo>
                  <a:lnTo>
                    <a:pt x="8980" y="4806"/>
                  </a:lnTo>
                  <a:cubicBezTo>
                    <a:pt x="9056" y="4725"/>
                    <a:pt x="9101" y="4626"/>
                    <a:pt x="9101" y="4513"/>
                  </a:cubicBezTo>
                  <a:lnTo>
                    <a:pt x="9101" y="2269"/>
                  </a:lnTo>
                  <a:cubicBezTo>
                    <a:pt x="9101" y="1798"/>
                    <a:pt x="8812" y="1372"/>
                    <a:pt x="8361" y="1234"/>
                  </a:cubicBezTo>
                  <a:cubicBezTo>
                    <a:pt x="8266" y="1210"/>
                    <a:pt x="8198" y="1135"/>
                    <a:pt x="8179" y="1040"/>
                  </a:cubicBezTo>
                  <a:lnTo>
                    <a:pt x="8123" y="828"/>
                  </a:lnTo>
                  <a:cubicBezTo>
                    <a:pt x="8003" y="339"/>
                    <a:pt x="7565" y="1"/>
                    <a:pt x="70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2" name="Google Shape;682;p53"/>
          <p:cNvSpPr/>
          <p:nvPr/>
        </p:nvSpPr>
        <p:spPr>
          <a:xfrm>
            <a:off x="7197530" y="2646923"/>
            <a:ext cx="382795" cy="377914"/>
          </a:xfrm>
          <a:custGeom>
            <a:avLst/>
            <a:gdLst/>
            <a:ahLst/>
            <a:cxnLst/>
            <a:rect l="l" t="t" r="r" b="b"/>
            <a:pathLst>
              <a:path w="14196" h="14015" extrusionOk="0">
                <a:moveTo>
                  <a:pt x="4293" y="1698"/>
                </a:moveTo>
                <a:lnTo>
                  <a:pt x="4293" y="3604"/>
                </a:lnTo>
                <a:cubicBezTo>
                  <a:pt x="3829" y="3535"/>
                  <a:pt x="3472" y="3133"/>
                  <a:pt x="3472" y="2652"/>
                </a:cubicBezTo>
                <a:lnTo>
                  <a:pt x="3472" y="1831"/>
                </a:lnTo>
                <a:cubicBezTo>
                  <a:pt x="3472" y="1755"/>
                  <a:pt x="3528" y="1698"/>
                  <a:pt x="3611" y="1698"/>
                </a:cubicBezTo>
                <a:close/>
                <a:moveTo>
                  <a:pt x="10724" y="1698"/>
                </a:moveTo>
                <a:cubicBezTo>
                  <a:pt x="10799" y="1698"/>
                  <a:pt x="10861" y="1755"/>
                  <a:pt x="10861" y="1831"/>
                </a:cubicBezTo>
                <a:lnTo>
                  <a:pt x="10861" y="2652"/>
                </a:lnTo>
                <a:cubicBezTo>
                  <a:pt x="10861" y="3133"/>
                  <a:pt x="10504" y="3535"/>
                  <a:pt x="10041" y="3604"/>
                </a:cubicBezTo>
                <a:lnTo>
                  <a:pt x="10041" y="1698"/>
                </a:lnTo>
                <a:close/>
                <a:moveTo>
                  <a:pt x="9220" y="821"/>
                </a:moveTo>
                <a:lnTo>
                  <a:pt x="9220" y="4024"/>
                </a:lnTo>
                <a:cubicBezTo>
                  <a:pt x="9220" y="5157"/>
                  <a:pt x="8297" y="6075"/>
                  <a:pt x="7167" y="6075"/>
                </a:cubicBezTo>
                <a:cubicBezTo>
                  <a:pt x="7141" y="6075"/>
                  <a:pt x="7114" y="6075"/>
                  <a:pt x="7088" y="6074"/>
                </a:cubicBezTo>
                <a:cubicBezTo>
                  <a:pt x="5980" y="6036"/>
                  <a:pt x="5115" y="5108"/>
                  <a:pt x="5115" y="3998"/>
                </a:cubicBezTo>
                <a:lnTo>
                  <a:pt x="5115" y="821"/>
                </a:lnTo>
                <a:close/>
                <a:moveTo>
                  <a:pt x="7577" y="6870"/>
                </a:moveTo>
                <a:cubicBezTo>
                  <a:pt x="7577" y="7352"/>
                  <a:pt x="7672" y="7822"/>
                  <a:pt x="7852" y="8267"/>
                </a:cubicBezTo>
                <a:lnTo>
                  <a:pt x="6480" y="8267"/>
                </a:lnTo>
                <a:cubicBezTo>
                  <a:pt x="6662" y="7822"/>
                  <a:pt x="6756" y="7352"/>
                  <a:pt x="6756" y="6870"/>
                </a:cubicBezTo>
                <a:cubicBezTo>
                  <a:pt x="6888" y="6888"/>
                  <a:pt x="7025" y="6894"/>
                  <a:pt x="7163" y="6894"/>
                </a:cubicBezTo>
                <a:cubicBezTo>
                  <a:pt x="7308" y="6894"/>
                  <a:pt x="7439" y="6888"/>
                  <a:pt x="7577" y="6870"/>
                </a:cubicBezTo>
                <a:close/>
                <a:moveTo>
                  <a:pt x="8537" y="9088"/>
                </a:moveTo>
                <a:cubicBezTo>
                  <a:pt x="8762" y="9088"/>
                  <a:pt x="8943" y="9270"/>
                  <a:pt x="8943" y="9496"/>
                </a:cubicBezTo>
                <a:lnTo>
                  <a:pt x="8943" y="9909"/>
                </a:lnTo>
                <a:lnTo>
                  <a:pt x="5384" y="9909"/>
                </a:lnTo>
                <a:lnTo>
                  <a:pt x="5384" y="9496"/>
                </a:lnTo>
                <a:cubicBezTo>
                  <a:pt x="5384" y="9270"/>
                  <a:pt x="5572" y="9088"/>
                  <a:pt x="5798" y="9088"/>
                </a:cubicBezTo>
                <a:close/>
                <a:moveTo>
                  <a:pt x="4701" y="0"/>
                </a:moveTo>
                <a:cubicBezTo>
                  <a:pt x="4475" y="0"/>
                  <a:pt x="4293" y="182"/>
                  <a:pt x="4293" y="408"/>
                </a:cubicBezTo>
                <a:lnTo>
                  <a:pt x="4293" y="877"/>
                </a:lnTo>
                <a:lnTo>
                  <a:pt x="3611" y="877"/>
                </a:lnTo>
                <a:cubicBezTo>
                  <a:pt x="3077" y="877"/>
                  <a:pt x="2651" y="1304"/>
                  <a:pt x="2651" y="1831"/>
                </a:cubicBezTo>
                <a:lnTo>
                  <a:pt x="2651" y="2652"/>
                </a:lnTo>
                <a:cubicBezTo>
                  <a:pt x="2651" y="3560"/>
                  <a:pt x="3328" y="4312"/>
                  <a:pt x="4205" y="4419"/>
                </a:cubicBezTo>
                <a:cubicBezTo>
                  <a:pt x="4036" y="4983"/>
                  <a:pt x="3565" y="5421"/>
                  <a:pt x="2977" y="5534"/>
                </a:cubicBezTo>
                <a:cubicBezTo>
                  <a:pt x="2758" y="5577"/>
                  <a:pt x="2613" y="5797"/>
                  <a:pt x="2657" y="6017"/>
                </a:cubicBezTo>
                <a:cubicBezTo>
                  <a:pt x="2695" y="6217"/>
                  <a:pt x="2871" y="6349"/>
                  <a:pt x="3059" y="6349"/>
                </a:cubicBezTo>
                <a:cubicBezTo>
                  <a:pt x="3084" y="6349"/>
                  <a:pt x="3114" y="6349"/>
                  <a:pt x="3140" y="6343"/>
                </a:cubicBezTo>
                <a:cubicBezTo>
                  <a:pt x="3747" y="6217"/>
                  <a:pt x="4280" y="5866"/>
                  <a:pt x="4632" y="5377"/>
                </a:cubicBezTo>
                <a:cubicBezTo>
                  <a:pt x="4919" y="5916"/>
                  <a:pt x="5378" y="6355"/>
                  <a:pt x="5934" y="6618"/>
                </a:cubicBezTo>
                <a:lnTo>
                  <a:pt x="5934" y="6870"/>
                </a:lnTo>
                <a:cubicBezTo>
                  <a:pt x="5934" y="7370"/>
                  <a:pt x="5804" y="7859"/>
                  <a:pt x="5552" y="8292"/>
                </a:cubicBezTo>
                <a:cubicBezTo>
                  <a:pt x="5127" y="8374"/>
                  <a:pt x="4782" y="8681"/>
                  <a:pt x="4638" y="9088"/>
                </a:cubicBezTo>
                <a:lnTo>
                  <a:pt x="3579" y="9088"/>
                </a:lnTo>
                <a:cubicBezTo>
                  <a:pt x="3053" y="9088"/>
                  <a:pt x="2619" y="9514"/>
                  <a:pt x="2619" y="10046"/>
                </a:cubicBezTo>
                <a:lnTo>
                  <a:pt x="2619" y="11550"/>
                </a:lnTo>
                <a:lnTo>
                  <a:pt x="1661" y="11550"/>
                </a:lnTo>
                <a:cubicBezTo>
                  <a:pt x="1135" y="11550"/>
                  <a:pt x="708" y="11978"/>
                  <a:pt x="708" y="12510"/>
                </a:cubicBezTo>
                <a:lnTo>
                  <a:pt x="708" y="13193"/>
                </a:lnTo>
                <a:lnTo>
                  <a:pt x="470" y="13193"/>
                </a:lnTo>
                <a:cubicBezTo>
                  <a:pt x="401" y="13193"/>
                  <a:pt x="331" y="13225"/>
                  <a:pt x="288" y="13274"/>
                </a:cubicBezTo>
                <a:cubicBezTo>
                  <a:pt x="1" y="13619"/>
                  <a:pt x="238" y="14014"/>
                  <a:pt x="571" y="14014"/>
                </a:cubicBezTo>
                <a:lnTo>
                  <a:pt x="1760" y="14014"/>
                </a:lnTo>
                <a:cubicBezTo>
                  <a:pt x="1830" y="14014"/>
                  <a:pt x="1899" y="13983"/>
                  <a:pt x="1942" y="13933"/>
                </a:cubicBezTo>
                <a:cubicBezTo>
                  <a:pt x="2237" y="13587"/>
                  <a:pt x="1994" y="13193"/>
                  <a:pt x="1661" y="13193"/>
                </a:cubicBezTo>
                <a:lnTo>
                  <a:pt x="1529" y="13193"/>
                </a:lnTo>
                <a:lnTo>
                  <a:pt x="1529" y="12779"/>
                </a:lnTo>
                <a:cubicBezTo>
                  <a:pt x="1529" y="12554"/>
                  <a:pt x="1711" y="12372"/>
                  <a:pt x="1936" y="12372"/>
                </a:cubicBezTo>
                <a:lnTo>
                  <a:pt x="4400" y="12372"/>
                </a:lnTo>
                <a:cubicBezTo>
                  <a:pt x="4626" y="12372"/>
                  <a:pt x="4814" y="12554"/>
                  <a:pt x="4814" y="12779"/>
                </a:cubicBezTo>
                <a:lnTo>
                  <a:pt x="4814" y="13193"/>
                </a:lnTo>
                <a:lnTo>
                  <a:pt x="4575" y="13193"/>
                </a:lnTo>
                <a:cubicBezTo>
                  <a:pt x="4506" y="13193"/>
                  <a:pt x="4438" y="13225"/>
                  <a:pt x="4393" y="13274"/>
                </a:cubicBezTo>
                <a:cubicBezTo>
                  <a:pt x="4105" y="13619"/>
                  <a:pt x="4343" y="14014"/>
                  <a:pt x="4676" y="14014"/>
                </a:cubicBezTo>
                <a:lnTo>
                  <a:pt x="5867" y="14014"/>
                </a:lnTo>
                <a:cubicBezTo>
                  <a:pt x="5934" y="14014"/>
                  <a:pt x="6004" y="13983"/>
                  <a:pt x="6047" y="13933"/>
                </a:cubicBezTo>
                <a:cubicBezTo>
                  <a:pt x="6342" y="13587"/>
                  <a:pt x="6098" y="13193"/>
                  <a:pt x="5772" y="13193"/>
                </a:cubicBezTo>
                <a:lnTo>
                  <a:pt x="5634" y="13193"/>
                </a:lnTo>
                <a:lnTo>
                  <a:pt x="5634" y="12779"/>
                </a:lnTo>
                <a:cubicBezTo>
                  <a:pt x="5634" y="12102"/>
                  <a:pt x="5083" y="11550"/>
                  <a:pt x="4400" y="11550"/>
                </a:cubicBezTo>
                <a:lnTo>
                  <a:pt x="3441" y="11550"/>
                </a:lnTo>
                <a:lnTo>
                  <a:pt x="3441" y="10316"/>
                </a:lnTo>
                <a:cubicBezTo>
                  <a:pt x="3441" y="10090"/>
                  <a:pt x="3629" y="9909"/>
                  <a:pt x="3854" y="9909"/>
                </a:cubicBezTo>
                <a:lnTo>
                  <a:pt x="4563" y="9909"/>
                </a:lnTo>
                <a:lnTo>
                  <a:pt x="4563" y="10316"/>
                </a:lnTo>
                <a:cubicBezTo>
                  <a:pt x="4563" y="10549"/>
                  <a:pt x="4751" y="10729"/>
                  <a:pt x="4976" y="10729"/>
                </a:cubicBezTo>
                <a:lnTo>
                  <a:pt x="9356" y="10729"/>
                </a:lnTo>
                <a:cubicBezTo>
                  <a:pt x="9582" y="10729"/>
                  <a:pt x="9764" y="10549"/>
                  <a:pt x="9764" y="10316"/>
                </a:cubicBezTo>
                <a:lnTo>
                  <a:pt x="9764" y="9909"/>
                </a:lnTo>
                <a:lnTo>
                  <a:pt x="10522" y="9909"/>
                </a:lnTo>
                <a:cubicBezTo>
                  <a:pt x="10724" y="9909"/>
                  <a:pt x="10886" y="10072"/>
                  <a:pt x="10886" y="10272"/>
                </a:cubicBezTo>
                <a:lnTo>
                  <a:pt x="10886" y="11550"/>
                </a:lnTo>
                <a:lnTo>
                  <a:pt x="9796" y="11550"/>
                </a:lnTo>
                <a:cubicBezTo>
                  <a:pt x="9188" y="11550"/>
                  <a:pt x="8699" y="12039"/>
                  <a:pt x="8699" y="12647"/>
                </a:cubicBezTo>
                <a:lnTo>
                  <a:pt x="8699" y="13193"/>
                </a:lnTo>
                <a:lnTo>
                  <a:pt x="8461" y="13193"/>
                </a:lnTo>
                <a:cubicBezTo>
                  <a:pt x="8392" y="13193"/>
                  <a:pt x="8329" y="13225"/>
                  <a:pt x="8285" y="13274"/>
                </a:cubicBezTo>
                <a:cubicBezTo>
                  <a:pt x="7991" y="13619"/>
                  <a:pt x="8228" y="14014"/>
                  <a:pt x="8561" y="14014"/>
                </a:cubicBezTo>
                <a:lnTo>
                  <a:pt x="9758" y="14014"/>
                </a:lnTo>
                <a:cubicBezTo>
                  <a:pt x="9827" y="14014"/>
                  <a:pt x="9890" y="13983"/>
                  <a:pt x="9934" y="13933"/>
                </a:cubicBezTo>
                <a:cubicBezTo>
                  <a:pt x="10229" y="13587"/>
                  <a:pt x="9990" y="13193"/>
                  <a:pt x="9657" y="13193"/>
                </a:cubicBezTo>
                <a:lnTo>
                  <a:pt x="9520" y="13193"/>
                </a:lnTo>
                <a:lnTo>
                  <a:pt x="9520" y="12779"/>
                </a:lnTo>
                <a:cubicBezTo>
                  <a:pt x="9520" y="12554"/>
                  <a:pt x="9702" y="12372"/>
                  <a:pt x="9928" y="12372"/>
                </a:cubicBezTo>
                <a:lnTo>
                  <a:pt x="12396" y="12372"/>
                </a:lnTo>
                <a:cubicBezTo>
                  <a:pt x="12622" y="12372"/>
                  <a:pt x="12804" y="12554"/>
                  <a:pt x="12804" y="12779"/>
                </a:cubicBezTo>
                <a:lnTo>
                  <a:pt x="12804" y="13193"/>
                </a:lnTo>
                <a:lnTo>
                  <a:pt x="12679" y="13193"/>
                </a:lnTo>
                <a:cubicBezTo>
                  <a:pt x="12466" y="13193"/>
                  <a:pt x="12284" y="13349"/>
                  <a:pt x="12259" y="13557"/>
                </a:cubicBezTo>
                <a:cubicBezTo>
                  <a:pt x="12234" y="13807"/>
                  <a:pt x="12428" y="14014"/>
                  <a:pt x="12666" y="14014"/>
                </a:cubicBezTo>
                <a:lnTo>
                  <a:pt x="13750" y="14014"/>
                </a:lnTo>
                <a:cubicBezTo>
                  <a:pt x="13964" y="14014"/>
                  <a:pt x="14146" y="13858"/>
                  <a:pt x="14170" y="13650"/>
                </a:cubicBezTo>
                <a:cubicBezTo>
                  <a:pt x="14195" y="13399"/>
                  <a:pt x="14007" y="13193"/>
                  <a:pt x="13764" y="13193"/>
                </a:cubicBezTo>
                <a:lnTo>
                  <a:pt x="13625" y="13193"/>
                </a:lnTo>
                <a:lnTo>
                  <a:pt x="13625" y="12779"/>
                </a:lnTo>
                <a:cubicBezTo>
                  <a:pt x="13625" y="12102"/>
                  <a:pt x="13073" y="11550"/>
                  <a:pt x="12396" y="11550"/>
                </a:cubicBezTo>
                <a:lnTo>
                  <a:pt x="11707" y="11550"/>
                </a:lnTo>
                <a:lnTo>
                  <a:pt x="11707" y="10316"/>
                </a:lnTo>
                <a:cubicBezTo>
                  <a:pt x="11707" y="9639"/>
                  <a:pt x="11155" y="9088"/>
                  <a:pt x="10479" y="9088"/>
                </a:cubicBezTo>
                <a:lnTo>
                  <a:pt x="9695" y="9088"/>
                </a:lnTo>
                <a:cubicBezTo>
                  <a:pt x="9552" y="8681"/>
                  <a:pt x="9206" y="8374"/>
                  <a:pt x="8780" y="8292"/>
                </a:cubicBezTo>
                <a:cubicBezTo>
                  <a:pt x="8529" y="7859"/>
                  <a:pt x="8398" y="7370"/>
                  <a:pt x="8398" y="6870"/>
                </a:cubicBezTo>
                <a:lnTo>
                  <a:pt x="8398" y="6618"/>
                </a:lnTo>
                <a:cubicBezTo>
                  <a:pt x="8950" y="6355"/>
                  <a:pt x="9408" y="5916"/>
                  <a:pt x="9702" y="5377"/>
                </a:cubicBezTo>
                <a:cubicBezTo>
                  <a:pt x="10053" y="5866"/>
                  <a:pt x="10579" y="6217"/>
                  <a:pt x="11193" y="6343"/>
                </a:cubicBezTo>
                <a:cubicBezTo>
                  <a:pt x="11219" y="6349"/>
                  <a:pt x="11244" y="6349"/>
                  <a:pt x="11274" y="6349"/>
                </a:cubicBezTo>
                <a:cubicBezTo>
                  <a:pt x="11462" y="6349"/>
                  <a:pt x="11632" y="6217"/>
                  <a:pt x="11676" y="6017"/>
                </a:cubicBezTo>
                <a:cubicBezTo>
                  <a:pt x="11719" y="5797"/>
                  <a:pt x="11575" y="5577"/>
                  <a:pt x="11349" y="5534"/>
                </a:cubicBezTo>
                <a:cubicBezTo>
                  <a:pt x="10767" y="5421"/>
                  <a:pt x="10297" y="4983"/>
                  <a:pt x="10128" y="4419"/>
                </a:cubicBezTo>
                <a:cubicBezTo>
                  <a:pt x="10999" y="4312"/>
                  <a:pt x="11682" y="3560"/>
                  <a:pt x="11682" y="2652"/>
                </a:cubicBezTo>
                <a:lnTo>
                  <a:pt x="11682" y="1831"/>
                </a:lnTo>
                <a:cubicBezTo>
                  <a:pt x="11682" y="1304"/>
                  <a:pt x="11256" y="877"/>
                  <a:pt x="10724" y="877"/>
                </a:cubicBezTo>
                <a:lnTo>
                  <a:pt x="10041" y="877"/>
                </a:lnTo>
                <a:lnTo>
                  <a:pt x="10041" y="408"/>
                </a:lnTo>
                <a:cubicBezTo>
                  <a:pt x="10041" y="182"/>
                  <a:pt x="9859" y="0"/>
                  <a:pt x="96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3" name="Google Shape;683;p53"/>
          <p:cNvGrpSpPr/>
          <p:nvPr/>
        </p:nvGrpSpPr>
        <p:grpSpPr>
          <a:xfrm>
            <a:off x="7199971" y="2031959"/>
            <a:ext cx="377914" cy="361682"/>
            <a:chOff x="7231855" y="2336759"/>
            <a:chExt cx="377914" cy="361682"/>
          </a:xfrm>
        </p:grpSpPr>
        <p:sp>
          <p:nvSpPr>
            <p:cNvPr id="684" name="Google Shape;684;p53"/>
            <p:cNvSpPr/>
            <p:nvPr/>
          </p:nvSpPr>
          <p:spPr>
            <a:xfrm>
              <a:off x="7231855" y="2336759"/>
              <a:ext cx="377914" cy="361682"/>
            </a:xfrm>
            <a:custGeom>
              <a:avLst/>
              <a:gdLst/>
              <a:ahLst/>
              <a:cxnLst/>
              <a:rect l="l" t="t" r="r" b="b"/>
              <a:pathLst>
                <a:path w="14015" h="13413" extrusionOk="0">
                  <a:moveTo>
                    <a:pt x="11689" y="822"/>
                  </a:moveTo>
                  <a:cubicBezTo>
                    <a:pt x="11915" y="822"/>
                    <a:pt x="12097" y="1004"/>
                    <a:pt x="12097" y="1229"/>
                  </a:cubicBezTo>
                  <a:lnTo>
                    <a:pt x="12097" y="7935"/>
                  </a:lnTo>
                  <a:lnTo>
                    <a:pt x="1918" y="7935"/>
                  </a:lnTo>
                  <a:lnTo>
                    <a:pt x="1918" y="1229"/>
                  </a:lnTo>
                  <a:cubicBezTo>
                    <a:pt x="1918" y="1004"/>
                    <a:pt x="2100" y="822"/>
                    <a:pt x="2326" y="822"/>
                  </a:cubicBezTo>
                  <a:close/>
                  <a:moveTo>
                    <a:pt x="12233" y="8756"/>
                  </a:moveTo>
                  <a:lnTo>
                    <a:pt x="12999" y="10674"/>
                  </a:lnTo>
                  <a:lnTo>
                    <a:pt x="1015" y="10674"/>
                  </a:lnTo>
                  <a:lnTo>
                    <a:pt x="1787" y="8756"/>
                  </a:lnTo>
                  <a:close/>
                  <a:moveTo>
                    <a:pt x="13193" y="11495"/>
                  </a:moveTo>
                  <a:lnTo>
                    <a:pt x="13193" y="12178"/>
                  </a:lnTo>
                  <a:cubicBezTo>
                    <a:pt x="13193" y="12404"/>
                    <a:pt x="13011" y="12592"/>
                    <a:pt x="12785" y="12592"/>
                  </a:cubicBezTo>
                  <a:lnTo>
                    <a:pt x="1235" y="12592"/>
                  </a:lnTo>
                  <a:cubicBezTo>
                    <a:pt x="1003" y="12592"/>
                    <a:pt x="821" y="12404"/>
                    <a:pt x="821" y="12178"/>
                  </a:cubicBezTo>
                  <a:lnTo>
                    <a:pt x="821" y="11495"/>
                  </a:lnTo>
                  <a:close/>
                  <a:moveTo>
                    <a:pt x="2326" y="0"/>
                  </a:moveTo>
                  <a:cubicBezTo>
                    <a:pt x="1649" y="0"/>
                    <a:pt x="1097" y="552"/>
                    <a:pt x="1097" y="1229"/>
                  </a:cubicBezTo>
                  <a:lnTo>
                    <a:pt x="1097" y="8267"/>
                  </a:lnTo>
                  <a:lnTo>
                    <a:pt x="32" y="10931"/>
                  </a:lnTo>
                  <a:cubicBezTo>
                    <a:pt x="12" y="10981"/>
                    <a:pt x="0" y="11030"/>
                    <a:pt x="0" y="11087"/>
                  </a:cubicBezTo>
                  <a:lnTo>
                    <a:pt x="0" y="12178"/>
                  </a:lnTo>
                  <a:cubicBezTo>
                    <a:pt x="0" y="12861"/>
                    <a:pt x="552" y="13413"/>
                    <a:pt x="1235" y="13413"/>
                  </a:cubicBezTo>
                  <a:lnTo>
                    <a:pt x="12785" y="13413"/>
                  </a:lnTo>
                  <a:cubicBezTo>
                    <a:pt x="13462" y="13413"/>
                    <a:pt x="14014" y="12861"/>
                    <a:pt x="14014" y="12178"/>
                  </a:cubicBezTo>
                  <a:lnTo>
                    <a:pt x="14014" y="11087"/>
                  </a:lnTo>
                  <a:cubicBezTo>
                    <a:pt x="14014" y="11030"/>
                    <a:pt x="14008" y="10981"/>
                    <a:pt x="13989" y="10931"/>
                  </a:cubicBezTo>
                  <a:lnTo>
                    <a:pt x="12918" y="8267"/>
                  </a:lnTo>
                  <a:lnTo>
                    <a:pt x="12918" y="1229"/>
                  </a:lnTo>
                  <a:cubicBezTo>
                    <a:pt x="12918" y="552"/>
                    <a:pt x="12366" y="0"/>
                    <a:pt x="116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53"/>
            <p:cNvSpPr/>
            <p:nvPr/>
          </p:nvSpPr>
          <p:spPr>
            <a:xfrm>
              <a:off x="7338474" y="2381036"/>
              <a:ext cx="159902" cy="147606"/>
            </a:xfrm>
            <a:custGeom>
              <a:avLst/>
              <a:gdLst/>
              <a:ahLst/>
              <a:cxnLst/>
              <a:rect l="l" t="t" r="r" b="b"/>
              <a:pathLst>
                <a:path w="5930" h="5474" extrusionOk="0">
                  <a:moveTo>
                    <a:pt x="4113" y="2463"/>
                  </a:moveTo>
                  <a:cubicBezTo>
                    <a:pt x="4432" y="2463"/>
                    <a:pt x="4701" y="2677"/>
                    <a:pt x="4776" y="2984"/>
                  </a:cubicBezTo>
                  <a:lnTo>
                    <a:pt x="5097" y="4256"/>
                  </a:lnTo>
                  <a:cubicBezTo>
                    <a:pt x="5103" y="4282"/>
                    <a:pt x="5109" y="4306"/>
                    <a:pt x="5109" y="4331"/>
                  </a:cubicBezTo>
                  <a:cubicBezTo>
                    <a:pt x="5109" y="4507"/>
                    <a:pt x="4964" y="4650"/>
                    <a:pt x="4790" y="4650"/>
                  </a:cubicBezTo>
                  <a:cubicBezTo>
                    <a:pt x="4707" y="4650"/>
                    <a:pt x="4626" y="4607"/>
                    <a:pt x="4588" y="4537"/>
                  </a:cubicBezTo>
                  <a:lnTo>
                    <a:pt x="4030" y="3617"/>
                  </a:lnTo>
                  <a:cubicBezTo>
                    <a:pt x="3911" y="3409"/>
                    <a:pt x="3686" y="3284"/>
                    <a:pt x="3448" y="3284"/>
                  </a:cubicBezTo>
                  <a:lnTo>
                    <a:pt x="2658" y="3284"/>
                  </a:lnTo>
                  <a:cubicBezTo>
                    <a:pt x="2421" y="3284"/>
                    <a:pt x="2195" y="3409"/>
                    <a:pt x="2075" y="3617"/>
                  </a:cubicBezTo>
                  <a:lnTo>
                    <a:pt x="1518" y="4537"/>
                  </a:lnTo>
                  <a:cubicBezTo>
                    <a:pt x="1481" y="4607"/>
                    <a:pt x="1405" y="4650"/>
                    <a:pt x="1323" y="4650"/>
                  </a:cubicBezTo>
                  <a:cubicBezTo>
                    <a:pt x="1142" y="4650"/>
                    <a:pt x="1004" y="4507"/>
                    <a:pt x="1004" y="4331"/>
                  </a:cubicBezTo>
                  <a:cubicBezTo>
                    <a:pt x="1004" y="4306"/>
                    <a:pt x="1004" y="4282"/>
                    <a:pt x="1010" y="4256"/>
                  </a:cubicBezTo>
                  <a:lnTo>
                    <a:pt x="1330" y="2984"/>
                  </a:lnTo>
                  <a:cubicBezTo>
                    <a:pt x="1405" y="2677"/>
                    <a:pt x="1681" y="2463"/>
                    <a:pt x="1994" y="2463"/>
                  </a:cubicBezTo>
                  <a:close/>
                  <a:moveTo>
                    <a:pt x="452" y="1"/>
                  </a:moveTo>
                  <a:cubicBezTo>
                    <a:pt x="414" y="1"/>
                    <a:pt x="377" y="13"/>
                    <a:pt x="345" y="38"/>
                  </a:cubicBezTo>
                  <a:cubicBezTo>
                    <a:pt x="1" y="395"/>
                    <a:pt x="246" y="822"/>
                    <a:pt x="590" y="822"/>
                  </a:cubicBezTo>
                  <a:lnTo>
                    <a:pt x="2502" y="822"/>
                  </a:lnTo>
                  <a:cubicBezTo>
                    <a:pt x="2577" y="822"/>
                    <a:pt x="2646" y="884"/>
                    <a:pt x="2646" y="959"/>
                  </a:cubicBezTo>
                  <a:lnTo>
                    <a:pt x="2646" y="1642"/>
                  </a:lnTo>
                  <a:lnTo>
                    <a:pt x="1994" y="1642"/>
                  </a:lnTo>
                  <a:cubicBezTo>
                    <a:pt x="1299" y="1642"/>
                    <a:pt x="697" y="2113"/>
                    <a:pt x="533" y="2783"/>
                  </a:cubicBezTo>
                  <a:lnTo>
                    <a:pt x="214" y="4056"/>
                  </a:lnTo>
                  <a:cubicBezTo>
                    <a:pt x="189" y="4143"/>
                    <a:pt x="177" y="4236"/>
                    <a:pt x="177" y="4331"/>
                  </a:cubicBezTo>
                  <a:cubicBezTo>
                    <a:pt x="177" y="4961"/>
                    <a:pt x="692" y="5473"/>
                    <a:pt x="1320" y="5473"/>
                  </a:cubicBezTo>
                  <a:cubicBezTo>
                    <a:pt x="1342" y="5473"/>
                    <a:pt x="1364" y="5473"/>
                    <a:pt x="1386" y="5471"/>
                  </a:cubicBezTo>
                  <a:cubicBezTo>
                    <a:pt x="1736" y="5453"/>
                    <a:pt x="2051" y="5252"/>
                    <a:pt x="2233" y="4951"/>
                  </a:cubicBezTo>
                  <a:lnTo>
                    <a:pt x="2740" y="4106"/>
                  </a:lnTo>
                  <a:lnTo>
                    <a:pt x="3367" y="4106"/>
                  </a:lnTo>
                  <a:lnTo>
                    <a:pt x="3874" y="4951"/>
                  </a:lnTo>
                  <a:cubicBezTo>
                    <a:pt x="4056" y="5252"/>
                    <a:pt x="4376" y="5453"/>
                    <a:pt x="4727" y="5471"/>
                  </a:cubicBezTo>
                  <a:cubicBezTo>
                    <a:pt x="4749" y="5473"/>
                    <a:pt x="4771" y="5473"/>
                    <a:pt x="4793" y="5473"/>
                  </a:cubicBezTo>
                  <a:cubicBezTo>
                    <a:pt x="5420" y="5473"/>
                    <a:pt x="5930" y="4961"/>
                    <a:pt x="5930" y="4331"/>
                  </a:cubicBezTo>
                  <a:cubicBezTo>
                    <a:pt x="5930" y="4236"/>
                    <a:pt x="5918" y="4143"/>
                    <a:pt x="5892" y="4056"/>
                  </a:cubicBezTo>
                  <a:lnTo>
                    <a:pt x="5572" y="2783"/>
                  </a:lnTo>
                  <a:cubicBezTo>
                    <a:pt x="5409" y="2113"/>
                    <a:pt x="4808" y="1642"/>
                    <a:pt x="4113" y="1642"/>
                  </a:cubicBezTo>
                  <a:lnTo>
                    <a:pt x="3466" y="1642"/>
                  </a:lnTo>
                  <a:lnTo>
                    <a:pt x="3466" y="420"/>
                  </a:lnTo>
                  <a:cubicBezTo>
                    <a:pt x="3466" y="189"/>
                    <a:pt x="3272" y="1"/>
                    <a:pt x="30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 name="Google Shape;686;p53"/>
          <p:cNvGrpSpPr/>
          <p:nvPr/>
        </p:nvGrpSpPr>
        <p:grpSpPr>
          <a:xfrm>
            <a:off x="7199998" y="1415486"/>
            <a:ext cx="377861" cy="377888"/>
            <a:chOff x="7221392" y="1710632"/>
            <a:chExt cx="377861" cy="377888"/>
          </a:xfrm>
        </p:grpSpPr>
        <p:sp>
          <p:nvSpPr>
            <p:cNvPr id="687" name="Google Shape;687;p53"/>
            <p:cNvSpPr/>
            <p:nvPr/>
          </p:nvSpPr>
          <p:spPr>
            <a:xfrm>
              <a:off x="7221392" y="1710632"/>
              <a:ext cx="377861" cy="184575"/>
            </a:xfrm>
            <a:custGeom>
              <a:avLst/>
              <a:gdLst/>
              <a:ahLst/>
              <a:cxnLst/>
              <a:rect l="l" t="t" r="r" b="b"/>
              <a:pathLst>
                <a:path w="14013" h="6845" extrusionOk="0">
                  <a:moveTo>
                    <a:pt x="11004" y="2188"/>
                  </a:moveTo>
                  <a:lnTo>
                    <a:pt x="11004" y="4650"/>
                  </a:lnTo>
                  <a:lnTo>
                    <a:pt x="10128" y="4650"/>
                  </a:lnTo>
                  <a:lnTo>
                    <a:pt x="10128" y="2188"/>
                  </a:lnTo>
                  <a:close/>
                  <a:moveTo>
                    <a:pt x="13193" y="1335"/>
                  </a:moveTo>
                  <a:lnTo>
                    <a:pt x="13193" y="5477"/>
                  </a:lnTo>
                  <a:lnTo>
                    <a:pt x="11826" y="4794"/>
                  </a:lnTo>
                  <a:lnTo>
                    <a:pt x="11826" y="2018"/>
                  </a:lnTo>
                  <a:lnTo>
                    <a:pt x="13193" y="1335"/>
                  </a:lnTo>
                  <a:close/>
                  <a:moveTo>
                    <a:pt x="8899" y="820"/>
                  </a:moveTo>
                  <a:cubicBezTo>
                    <a:pt x="9124" y="820"/>
                    <a:pt x="9306" y="1002"/>
                    <a:pt x="9306" y="1228"/>
                  </a:cubicBezTo>
                  <a:lnTo>
                    <a:pt x="9306" y="5610"/>
                  </a:lnTo>
                  <a:cubicBezTo>
                    <a:pt x="9306" y="5835"/>
                    <a:pt x="9124" y="6023"/>
                    <a:pt x="8899" y="6023"/>
                  </a:cubicBezTo>
                  <a:lnTo>
                    <a:pt x="1235" y="6023"/>
                  </a:lnTo>
                  <a:cubicBezTo>
                    <a:pt x="1009" y="6023"/>
                    <a:pt x="821" y="5835"/>
                    <a:pt x="821" y="5610"/>
                  </a:cubicBezTo>
                  <a:lnTo>
                    <a:pt x="821" y="1228"/>
                  </a:lnTo>
                  <a:cubicBezTo>
                    <a:pt x="821" y="1002"/>
                    <a:pt x="1009" y="820"/>
                    <a:pt x="1235" y="820"/>
                  </a:cubicBezTo>
                  <a:close/>
                  <a:moveTo>
                    <a:pt x="1235" y="1"/>
                  </a:moveTo>
                  <a:cubicBezTo>
                    <a:pt x="551" y="1"/>
                    <a:pt x="0" y="551"/>
                    <a:pt x="0" y="1228"/>
                  </a:cubicBezTo>
                  <a:lnTo>
                    <a:pt x="0" y="5610"/>
                  </a:lnTo>
                  <a:cubicBezTo>
                    <a:pt x="0" y="6293"/>
                    <a:pt x="551" y="6845"/>
                    <a:pt x="1235" y="6845"/>
                  </a:cubicBezTo>
                  <a:lnTo>
                    <a:pt x="8899" y="6845"/>
                  </a:lnTo>
                  <a:cubicBezTo>
                    <a:pt x="9575" y="6845"/>
                    <a:pt x="10128" y="6293"/>
                    <a:pt x="10128" y="5610"/>
                  </a:cubicBezTo>
                  <a:lnTo>
                    <a:pt x="10128" y="5471"/>
                  </a:lnTo>
                  <a:lnTo>
                    <a:pt x="11319" y="5471"/>
                  </a:lnTo>
                  <a:lnTo>
                    <a:pt x="13425" y="6524"/>
                  </a:lnTo>
                  <a:cubicBezTo>
                    <a:pt x="13480" y="6556"/>
                    <a:pt x="13543" y="6568"/>
                    <a:pt x="13607" y="6568"/>
                  </a:cubicBezTo>
                  <a:cubicBezTo>
                    <a:pt x="13725" y="6568"/>
                    <a:pt x="13850" y="6512"/>
                    <a:pt x="13932" y="6405"/>
                  </a:cubicBezTo>
                  <a:cubicBezTo>
                    <a:pt x="13989" y="6330"/>
                    <a:pt x="14013" y="6243"/>
                    <a:pt x="14013" y="6148"/>
                  </a:cubicBezTo>
                  <a:lnTo>
                    <a:pt x="14013" y="690"/>
                  </a:lnTo>
                  <a:cubicBezTo>
                    <a:pt x="14013" y="589"/>
                    <a:pt x="13983" y="495"/>
                    <a:pt x="13920" y="420"/>
                  </a:cubicBezTo>
                  <a:cubicBezTo>
                    <a:pt x="13838" y="322"/>
                    <a:pt x="13720" y="272"/>
                    <a:pt x="13604" y="272"/>
                  </a:cubicBezTo>
                  <a:cubicBezTo>
                    <a:pt x="13542" y="272"/>
                    <a:pt x="13481" y="285"/>
                    <a:pt x="13425" y="313"/>
                  </a:cubicBezTo>
                  <a:lnTo>
                    <a:pt x="11319" y="1366"/>
                  </a:lnTo>
                  <a:lnTo>
                    <a:pt x="10128" y="1366"/>
                  </a:lnTo>
                  <a:lnTo>
                    <a:pt x="10128" y="1228"/>
                  </a:lnTo>
                  <a:cubicBezTo>
                    <a:pt x="10128" y="551"/>
                    <a:pt x="9575" y="1"/>
                    <a:pt x="88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53"/>
            <p:cNvSpPr/>
            <p:nvPr/>
          </p:nvSpPr>
          <p:spPr>
            <a:xfrm>
              <a:off x="7269363" y="1765560"/>
              <a:ext cx="35513" cy="73911"/>
            </a:xfrm>
            <a:custGeom>
              <a:avLst/>
              <a:gdLst/>
              <a:ahLst/>
              <a:cxnLst/>
              <a:rect l="l" t="t" r="r" b="b"/>
              <a:pathLst>
                <a:path w="1317" h="2741" extrusionOk="0">
                  <a:moveTo>
                    <a:pt x="276" y="0"/>
                  </a:moveTo>
                  <a:cubicBezTo>
                    <a:pt x="125" y="0"/>
                    <a:pt x="0" y="125"/>
                    <a:pt x="0" y="276"/>
                  </a:cubicBezTo>
                  <a:lnTo>
                    <a:pt x="0" y="2463"/>
                  </a:lnTo>
                  <a:cubicBezTo>
                    <a:pt x="0" y="2595"/>
                    <a:pt x="95" y="2708"/>
                    <a:pt x="226" y="2732"/>
                  </a:cubicBezTo>
                  <a:cubicBezTo>
                    <a:pt x="302" y="2739"/>
                    <a:pt x="442" y="2741"/>
                    <a:pt x="601" y="2741"/>
                  </a:cubicBezTo>
                  <a:cubicBezTo>
                    <a:pt x="743" y="2741"/>
                    <a:pt x="900" y="2739"/>
                    <a:pt x="1041" y="2739"/>
                  </a:cubicBezTo>
                  <a:cubicBezTo>
                    <a:pt x="1198" y="2732"/>
                    <a:pt x="1317" y="2613"/>
                    <a:pt x="1317" y="2463"/>
                  </a:cubicBezTo>
                  <a:cubicBezTo>
                    <a:pt x="1317" y="2312"/>
                    <a:pt x="1192" y="2187"/>
                    <a:pt x="1041" y="2187"/>
                  </a:cubicBezTo>
                  <a:cubicBezTo>
                    <a:pt x="871" y="2187"/>
                    <a:pt x="689" y="2193"/>
                    <a:pt x="546" y="2193"/>
                  </a:cubicBezTo>
                  <a:lnTo>
                    <a:pt x="546" y="276"/>
                  </a:lnTo>
                  <a:cubicBezTo>
                    <a:pt x="546" y="125"/>
                    <a:pt x="426" y="0"/>
                    <a:pt x="2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53"/>
            <p:cNvSpPr/>
            <p:nvPr/>
          </p:nvSpPr>
          <p:spPr>
            <a:xfrm>
              <a:off x="7315149" y="1765641"/>
              <a:ext cx="14750" cy="73695"/>
            </a:xfrm>
            <a:custGeom>
              <a:avLst/>
              <a:gdLst/>
              <a:ahLst/>
              <a:cxnLst/>
              <a:rect l="l" t="t" r="r" b="b"/>
              <a:pathLst>
                <a:path w="547" h="2733" extrusionOk="0">
                  <a:moveTo>
                    <a:pt x="274" y="0"/>
                  </a:moveTo>
                  <a:cubicBezTo>
                    <a:pt x="261" y="0"/>
                    <a:pt x="247" y="1"/>
                    <a:pt x="232" y="3"/>
                  </a:cubicBezTo>
                  <a:cubicBezTo>
                    <a:pt x="95" y="21"/>
                    <a:pt x="1" y="142"/>
                    <a:pt x="1" y="279"/>
                  </a:cubicBezTo>
                  <a:lnTo>
                    <a:pt x="1" y="2454"/>
                  </a:lnTo>
                  <a:cubicBezTo>
                    <a:pt x="1" y="2592"/>
                    <a:pt x="95" y="2711"/>
                    <a:pt x="232" y="2729"/>
                  </a:cubicBezTo>
                  <a:cubicBezTo>
                    <a:pt x="247" y="2731"/>
                    <a:pt x="261" y="2732"/>
                    <a:pt x="275" y="2732"/>
                  </a:cubicBezTo>
                  <a:cubicBezTo>
                    <a:pt x="426" y="2732"/>
                    <a:pt x="547" y="2610"/>
                    <a:pt x="547" y="2460"/>
                  </a:cubicBezTo>
                  <a:lnTo>
                    <a:pt x="547" y="273"/>
                  </a:lnTo>
                  <a:cubicBezTo>
                    <a:pt x="547" y="124"/>
                    <a:pt x="425" y="0"/>
                    <a:pt x="2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53"/>
            <p:cNvSpPr/>
            <p:nvPr/>
          </p:nvSpPr>
          <p:spPr>
            <a:xfrm>
              <a:off x="7406777" y="1765883"/>
              <a:ext cx="40070" cy="73884"/>
            </a:xfrm>
            <a:custGeom>
              <a:avLst/>
              <a:gdLst/>
              <a:ahLst/>
              <a:cxnLst/>
              <a:rect l="l" t="t" r="r" b="b"/>
              <a:pathLst>
                <a:path w="1486" h="2740" extrusionOk="0">
                  <a:moveTo>
                    <a:pt x="270" y="0"/>
                  </a:moveTo>
                  <a:cubicBezTo>
                    <a:pt x="119" y="0"/>
                    <a:pt x="1" y="125"/>
                    <a:pt x="1" y="276"/>
                  </a:cubicBezTo>
                  <a:lnTo>
                    <a:pt x="1" y="2464"/>
                  </a:lnTo>
                  <a:cubicBezTo>
                    <a:pt x="1" y="2621"/>
                    <a:pt x="119" y="2739"/>
                    <a:pt x="270" y="2739"/>
                  </a:cubicBezTo>
                  <a:lnTo>
                    <a:pt x="1184" y="2739"/>
                  </a:lnTo>
                  <a:cubicBezTo>
                    <a:pt x="1323" y="2739"/>
                    <a:pt x="1442" y="2645"/>
                    <a:pt x="1467" y="2508"/>
                  </a:cubicBezTo>
                  <a:cubicBezTo>
                    <a:pt x="1485" y="2338"/>
                    <a:pt x="1360" y="2193"/>
                    <a:pt x="1190" y="2193"/>
                  </a:cubicBezTo>
                  <a:lnTo>
                    <a:pt x="545" y="2193"/>
                  </a:lnTo>
                  <a:lnTo>
                    <a:pt x="545" y="1643"/>
                  </a:lnTo>
                  <a:lnTo>
                    <a:pt x="1115" y="1643"/>
                  </a:lnTo>
                  <a:cubicBezTo>
                    <a:pt x="1253" y="1643"/>
                    <a:pt x="1378" y="1548"/>
                    <a:pt x="1398" y="1411"/>
                  </a:cubicBezTo>
                  <a:cubicBezTo>
                    <a:pt x="1422" y="1241"/>
                    <a:pt x="1291" y="1097"/>
                    <a:pt x="1129" y="1097"/>
                  </a:cubicBezTo>
                  <a:lnTo>
                    <a:pt x="545" y="1097"/>
                  </a:lnTo>
                  <a:lnTo>
                    <a:pt x="545" y="552"/>
                  </a:lnTo>
                  <a:lnTo>
                    <a:pt x="1184" y="552"/>
                  </a:lnTo>
                  <a:cubicBezTo>
                    <a:pt x="1323" y="552"/>
                    <a:pt x="1442" y="452"/>
                    <a:pt x="1467" y="313"/>
                  </a:cubicBezTo>
                  <a:cubicBezTo>
                    <a:pt x="1485" y="145"/>
                    <a:pt x="1360" y="0"/>
                    <a:pt x="11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53"/>
            <p:cNvSpPr/>
            <p:nvPr/>
          </p:nvSpPr>
          <p:spPr>
            <a:xfrm>
              <a:off x="7339175" y="1765964"/>
              <a:ext cx="58676" cy="73803"/>
            </a:xfrm>
            <a:custGeom>
              <a:avLst/>
              <a:gdLst/>
              <a:ahLst/>
              <a:cxnLst/>
              <a:rect l="l" t="t" r="r" b="b"/>
              <a:pathLst>
                <a:path w="2176" h="2737" extrusionOk="0">
                  <a:moveTo>
                    <a:pt x="312" y="1"/>
                  </a:moveTo>
                  <a:cubicBezTo>
                    <a:pt x="282" y="1"/>
                    <a:pt x="250" y="6"/>
                    <a:pt x="220" y="17"/>
                  </a:cubicBezTo>
                  <a:cubicBezTo>
                    <a:pt x="75" y="66"/>
                    <a:pt x="0" y="223"/>
                    <a:pt x="50" y="361"/>
                  </a:cubicBezTo>
                  <a:lnTo>
                    <a:pt x="802" y="2523"/>
                  </a:lnTo>
                  <a:cubicBezTo>
                    <a:pt x="845" y="2649"/>
                    <a:pt x="966" y="2736"/>
                    <a:pt x="1103" y="2736"/>
                  </a:cubicBezTo>
                  <a:lnTo>
                    <a:pt x="1109" y="2736"/>
                  </a:lnTo>
                  <a:cubicBezTo>
                    <a:pt x="1241" y="2736"/>
                    <a:pt x="1366" y="2649"/>
                    <a:pt x="1409" y="2517"/>
                  </a:cubicBezTo>
                  <a:lnTo>
                    <a:pt x="2124" y="361"/>
                  </a:lnTo>
                  <a:cubicBezTo>
                    <a:pt x="2175" y="223"/>
                    <a:pt x="2094" y="66"/>
                    <a:pt x="1955" y="17"/>
                  </a:cubicBezTo>
                  <a:cubicBezTo>
                    <a:pt x="1927" y="8"/>
                    <a:pt x="1899" y="4"/>
                    <a:pt x="1870" y="4"/>
                  </a:cubicBezTo>
                  <a:cubicBezTo>
                    <a:pt x="1754" y="4"/>
                    <a:pt x="1645" y="75"/>
                    <a:pt x="1605" y="191"/>
                  </a:cubicBezTo>
                  <a:lnTo>
                    <a:pt x="1097" y="1715"/>
                  </a:lnTo>
                  <a:lnTo>
                    <a:pt x="570" y="185"/>
                  </a:lnTo>
                  <a:cubicBezTo>
                    <a:pt x="531" y="72"/>
                    <a:pt x="426" y="1"/>
                    <a:pt x="3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53"/>
            <p:cNvSpPr/>
            <p:nvPr/>
          </p:nvSpPr>
          <p:spPr>
            <a:xfrm>
              <a:off x="7266478" y="1918775"/>
              <a:ext cx="287851" cy="169745"/>
            </a:xfrm>
            <a:custGeom>
              <a:avLst/>
              <a:gdLst/>
              <a:ahLst/>
              <a:cxnLst/>
              <a:rect l="l" t="t" r="r" b="b"/>
              <a:pathLst>
                <a:path w="10675" h="6295" extrusionOk="0">
                  <a:moveTo>
                    <a:pt x="8162" y="821"/>
                  </a:moveTo>
                  <a:cubicBezTo>
                    <a:pt x="8371" y="821"/>
                    <a:pt x="8557" y="948"/>
                    <a:pt x="8638" y="1143"/>
                  </a:cubicBezTo>
                  <a:lnTo>
                    <a:pt x="9684" y="3775"/>
                  </a:lnTo>
                  <a:cubicBezTo>
                    <a:pt x="9797" y="4064"/>
                    <a:pt x="9853" y="4358"/>
                    <a:pt x="9853" y="4665"/>
                  </a:cubicBezTo>
                  <a:cubicBezTo>
                    <a:pt x="9853" y="5111"/>
                    <a:pt x="9490" y="5473"/>
                    <a:pt x="9045" y="5473"/>
                  </a:cubicBezTo>
                  <a:cubicBezTo>
                    <a:pt x="8863" y="5473"/>
                    <a:pt x="8687" y="5411"/>
                    <a:pt x="8543" y="5299"/>
                  </a:cubicBezTo>
                  <a:lnTo>
                    <a:pt x="6957" y="4058"/>
                  </a:lnTo>
                  <a:cubicBezTo>
                    <a:pt x="6888" y="4000"/>
                    <a:pt x="6795" y="3969"/>
                    <a:pt x="6708" y="3969"/>
                  </a:cubicBezTo>
                  <a:lnTo>
                    <a:pt x="3969" y="3969"/>
                  </a:lnTo>
                  <a:cubicBezTo>
                    <a:pt x="3874" y="3969"/>
                    <a:pt x="3787" y="4000"/>
                    <a:pt x="3711" y="4058"/>
                  </a:cubicBezTo>
                  <a:lnTo>
                    <a:pt x="2132" y="5299"/>
                  </a:lnTo>
                  <a:cubicBezTo>
                    <a:pt x="1988" y="5411"/>
                    <a:pt x="1812" y="5473"/>
                    <a:pt x="1631" y="5473"/>
                  </a:cubicBezTo>
                  <a:cubicBezTo>
                    <a:pt x="1186" y="5473"/>
                    <a:pt x="822" y="5111"/>
                    <a:pt x="822" y="4665"/>
                  </a:cubicBezTo>
                  <a:cubicBezTo>
                    <a:pt x="822" y="4358"/>
                    <a:pt x="879" y="4064"/>
                    <a:pt x="992" y="3775"/>
                  </a:cubicBezTo>
                  <a:lnTo>
                    <a:pt x="2037" y="1143"/>
                  </a:lnTo>
                  <a:cubicBezTo>
                    <a:pt x="2113" y="948"/>
                    <a:pt x="2298" y="821"/>
                    <a:pt x="2513" y="821"/>
                  </a:cubicBezTo>
                  <a:cubicBezTo>
                    <a:pt x="2532" y="821"/>
                    <a:pt x="2551" y="822"/>
                    <a:pt x="2571" y="824"/>
                  </a:cubicBezTo>
                  <a:cubicBezTo>
                    <a:pt x="2734" y="842"/>
                    <a:pt x="2878" y="937"/>
                    <a:pt x="2959" y="1081"/>
                  </a:cubicBezTo>
                  <a:lnTo>
                    <a:pt x="3098" y="1307"/>
                  </a:lnTo>
                  <a:cubicBezTo>
                    <a:pt x="3173" y="1431"/>
                    <a:pt x="3304" y="1507"/>
                    <a:pt x="3448" y="1507"/>
                  </a:cubicBezTo>
                  <a:lnTo>
                    <a:pt x="7227" y="1507"/>
                  </a:lnTo>
                  <a:cubicBezTo>
                    <a:pt x="7371" y="1507"/>
                    <a:pt x="7503" y="1431"/>
                    <a:pt x="7579" y="1307"/>
                  </a:cubicBezTo>
                  <a:lnTo>
                    <a:pt x="7709" y="1081"/>
                  </a:lnTo>
                  <a:cubicBezTo>
                    <a:pt x="7798" y="937"/>
                    <a:pt x="7941" y="842"/>
                    <a:pt x="8105" y="824"/>
                  </a:cubicBezTo>
                  <a:cubicBezTo>
                    <a:pt x="8124" y="822"/>
                    <a:pt x="8143" y="821"/>
                    <a:pt x="8162" y="821"/>
                  </a:cubicBezTo>
                  <a:close/>
                  <a:moveTo>
                    <a:pt x="2509" y="0"/>
                  </a:moveTo>
                  <a:cubicBezTo>
                    <a:pt x="1963" y="0"/>
                    <a:pt x="1478" y="332"/>
                    <a:pt x="1273" y="842"/>
                  </a:cubicBezTo>
                  <a:lnTo>
                    <a:pt x="226" y="3474"/>
                  </a:lnTo>
                  <a:cubicBezTo>
                    <a:pt x="76" y="3856"/>
                    <a:pt x="1" y="4252"/>
                    <a:pt x="1" y="4665"/>
                  </a:cubicBezTo>
                  <a:cubicBezTo>
                    <a:pt x="1" y="5562"/>
                    <a:pt x="729" y="6294"/>
                    <a:pt x="1631" y="6294"/>
                  </a:cubicBezTo>
                  <a:cubicBezTo>
                    <a:pt x="1994" y="6294"/>
                    <a:pt x="2352" y="6169"/>
                    <a:pt x="2639" y="5944"/>
                  </a:cubicBezTo>
                  <a:lnTo>
                    <a:pt x="4113" y="4790"/>
                  </a:lnTo>
                  <a:lnTo>
                    <a:pt x="6563" y="4790"/>
                  </a:lnTo>
                  <a:lnTo>
                    <a:pt x="8024" y="5932"/>
                  </a:lnTo>
                  <a:cubicBezTo>
                    <a:pt x="8261" y="6120"/>
                    <a:pt x="8543" y="6245"/>
                    <a:pt x="8844" y="6282"/>
                  </a:cubicBezTo>
                  <a:cubicBezTo>
                    <a:pt x="8912" y="6290"/>
                    <a:pt x="8979" y="6294"/>
                    <a:pt x="9045" y="6294"/>
                  </a:cubicBezTo>
                  <a:cubicBezTo>
                    <a:pt x="9946" y="6294"/>
                    <a:pt x="10674" y="5565"/>
                    <a:pt x="10674" y="4665"/>
                  </a:cubicBezTo>
                  <a:cubicBezTo>
                    <a:pt x="10674" y="4252"/>
                    <a:pt x="10599" y="3856"/>
                    <a:pt x="10449" y="3474"/>
                  </a:cubicBezTo>
                  <a:lnTo>
                    <a:pt x="9396" y="842"/>
                  </a:lnTo>
                  <a:cubicBezTo>
                    <a:pt x="9198" y="332"/>
                    <a:pt x="8713" y="0"/>
                    <a:pt x="8166" y="0"/>
                  </a:cubicBezTo>
                  <a:cubicBezTo>
                    <a:pt x="8141" y="0"/>
                    <a:pt x="8116" y="1"/>
                    <a:pt x="8092" y="2"/>
                  </a:cubicBezTo>
                  <a:cubicBezTo>
                    <a:pt x="7640" y="21"/>
                    <a:pt x="7234" y="278"/>
                    <a:pt x="7009" y="660"/>
                  </a:cubicBezTo>
                  <a:lnTo>
                    <a:pt x="6995" y="685"/>
                  </a:lnTo>
                  <a:lnTo>
                    <a:pt x="3680" y="685"/>
                  </a:lnTo>
                  <a:lnTo>
                    <a:pt x="3668" y="660"/>
                  </a:lnTo>
                  <a:cubicBezTo>
                    <a:pt x="3436" y="278"/>
                    <a:pt x="3035" y="21"/>
                    <a:pt x="2583" y="2"/>
                  </a:cubicBezTo>
                  <a:cubicBezTo>
                    <a:pt x="2558" y="1"/>
                    <a:pt x="2534" y="0"/>
                    <a:pt x="25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53"/>
            <p:cNvSpPr/>
            <p:nvPr/>
          </p:nvSpPr>
          <p:spPr>
            <a:xfrm>
              <a:off x="7465749" y="1981010"/>
              <a:ext cx="22165" cy="22327"/>
            </a:xfrm>
            <a:custGeom>
              <a:avLst/>
              <a:gdLst/>
              <a:ahLst/>
              <a:cxnLst/>
              <a:rect l="l" t="t" r="r" b="b"/>
              <a:pathLst>
                <a:path w="822" h="828" extrusionOk="0">
                  <a:moveTo>
                    <a:pt x="408" y="0"/>
                  </a:moveTo>
                  <a:cubicBezTo>
                    <a:pt x="183" y="0"/>
                    <a:pt x="1" y="188"/>
                    <a:pt x="1" y="414"/>
                  </a:cubicBezTo>
                  <a:cubicBezTo>
                    <a:pt x="1" y="640"/>
                    <a:pt x="183" y="828"/>
                    <a:pt x="408" y="828"/>
                  </a:cubicBezTo>
                  <a:cubicBezTo>
                    <a:pt x="640" y="828"/>
                    <a:pt x="822" y="640"/>
                    <a:pt x="822" y="414"/>
                  </a:cubicBezTo>
                  <a:cubicBezTo>
                    <a:pt x="822" y="188"/>
                    <a:pt x="640"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53"/>
            <p:cNvSpPr/>
            <p:nvPr/>
          </p:nvSpPr>
          <p:spPr>
            <a:xfrm>
              <a:off x="7421472" y="1981010"/>
              <a:ext cx="22165" cy="22327"/>
            </a:xfrm>
            <a:custGeom>
              <a:avLst/>
              <a:gdLst/>
              <a:ahLst/>
              <a:cxnLst/>
              <a:rect l="l" t="t" r="r" b="b"/>
              <a:pathLst>
                <a:path w="822" h="828" extrusionOk="0">
                  <a:moveTo>
                    <a:pt x="408" y="0"/>
                  </a:moveTo>
                  <a:cubicBezTo>
                    <a:pt x="182" y="0"/>
                    <a:pt x="0" y="188"/>
                    <a:pt x="0" y="414"/>
                  </a:cubicBezTo>
                  <a:cubicBezTo>
                    <a:pt x="0" y="640"/>
                    <a:pt x="182" y="828"/>
                    <a:pt x="408" y="828"/>
                  </a:cubicBezTo>
                  <a:cubicBezTo>
                    <a:pt x="639" y="828"/>
                    <a:pt x="821" y="640"/>
                    <a:pt x="821" y="414"/>
                  </a:cubicBezTo>
                  <a:cubicBezTo>
                    <a:pt x="821" y="188"/>
                    <a:pt x="639"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53"/>
            <p:cNvSpPr/>
            <p:nvPr/>
          </p:nvSpPr>
          <p:spPr>
            <a:xfrm>
              <a:off x="7332218" y="1981522"/>
              <a:ext cx="60402" cy="22192"/>
            </a:xfrm>
            <a:custGeom>
              <a:avLst/>
              <a:gdLst/>
              <a:ahLst/>
              <a:cxnLst/>
              <a:rect l="l" t="t" r="r" b="b"/>
              <a:pathLst>
                <a:path w="2240" h="823" extrusionOk="0">
                  <a:moveTo>
                    <a:pt x="446" y="1"/>
                  </a:moveTo>
                  <a:cubicBezTo>
                    <a:pt x="233" y="1"/>
                    <a:pt x="51" y="151"/>
                    <a:pt x="26" y="363"/>
                  </a:cubicBezTo>
                  <a:cubicBezTo>
                    <a:pt x="1" y="609"/>
                    <a:pt x="195" y="822"/>
                    <a:pt x="434" y="822"/>
                  </a:cubicBezTo>
                  <a:lnTo>
                    <a:pt x="1794" y="822"/>
                  </a:lnTo>
                  <a:cubicBezTo>
                    <a:pt x="2006" y="822"/>
                    <a:pt x="2188" y="664"/>
                    <a:pt x="2213" y="458"/>
                  </a:cubicBezTo>
                  <a:cubicBezTo>
                    <a:pt x="2239" y="207"/>
                    <a:pt x="2044" y="1"/>
                    <a:pt x="18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53"/>
          <p:cNvGrpSpPr/>
          <p:nvPr/>
        </p:nvGrpSpPr>
        <p:grpSpPr>
          <a:xfrm>
            <a:off x="7248238" y="3241555"/>
            <a:ext cx="281380" cy="378049"/>
            <a:chOff x="7248600" y="3505396"/>
            <a:chExt cx="281380" cy="378049"/>
          </a:xfrm>
        </p:grpSpPr>
        <p:sp>
          <p:nvSpPr>
            <p:cNvPr id="697" name="Google Shape;697;p53"/>
            <p:cNvSpPr/>
            <p:nvPr/>
          </p:nvSpPr>
          <p:spPr>
            <a:xfrm>
              <a:off x="7248600" y="3505396"/>
              <a:ext cx="281380" cy="378049"/>
            </a:xfrm>
            <a:custGeom>
              <a:avLst/>
              <a:gdLst/>
              <a:ahLst/>
              <a:cxnLst/>
              <a:rect l="l" t="t" r="r" b="b"/>
              <a:pathLst>
                <a:path w="10435" h="14020" extrusionOk="0">
                  <a:moveTo>
                    <a:pt x="5214" y="808"/>
                  </a:moveTo>
                  <a:cubicBezTo>
                    <a:pt x="6599" y="808"/>
                    <a:pt x="7822" y="1542"/>
                    <a:pt x="8473" y="2758"/>
                  </a:cubicBezTo>
                  <a:cubicBezTo>
                    <a:pt x="9125" y="3979"/>
                    <a:pt x="9055" y="5396"/>
                    <a:pt x="8291" y="6550"/>
                  </a:cubicBezTo>
                  <a:lnTo>
                    <a:pt x="5214" y="11155"/>
                  </a:lnTo>
                  <a:lnTo>
                    <a:pt x="2144" y="6550"/>
                  </a:lnTo>
                  <a:cubicBezTo>
                    <a:pt x="1378" y="5396"/>
                    <a:pt x="1309" y="3979"/>
                    <a:pt x="1962" y="2758"/>
                  </a:cubicBezTo>
                  <a:cubicBezTo>
                    <a:pt x="2613" y="1542"/>
                    <a:pt x="3836" y="808"/>
                    <a:pt x="5214" y="808"/>
                  </a:cubicBezTo>
                  <a:close/>
                  <a:moveTo>
                    <a:pt x="7897" y="10736"/>
                  </a:moveTo>
                  <a:cubicBezTo>
                    <a:pt x="8129" y="10736"/>
                    <a:pt x="8348" y="10854"/>
                    <a:pt x="8473" y="11056"/>
                  </a:cubicBezTo>
                  <a:lnTo>
                    <a:pt x="9394" y="12523"/>
                  </a:lnTo>
                  <a:cubicBezTo>
                    <a:pt x="9439" y="12590"/>
                    <a:pt x="9457" y="12673"/>
                    <a:pt x="9457" y="12754"/>
                  </a:cubicBezTo>
                  <a:cubicBezTo>
                    <a:pt x="9457" y="12998"/>
                    <a:pt x="9263" y="13199"/>
                    <a:pt x="9018" y="13199"/>
                  </a:cubicBezTo>
                  <a:lnTo>
                    <a:pt x="1422" y="13199"/>
                  </a:lnTo>
                  <a:cubicBezTo>
                    <a:pt x="1234" y="13199"/>
                    <a:pt x="1059" y="13079"/>
                    <a:pt x="996" y="12899"/>
                  </a:cubicBezTo>
                  <a:cubicBezTo>
                    <a:pt x="952" y="12772"/>
                    <a:pt x="970" y="12635"/>
                    <a:pt x="1040" y="12523"/>
                  </a:cubicBezTo>
                  <a:lnTo>
                    <a:pt x="1962" y="11056"/>
                  </a:lnTo>
                  <a:cubicBezTo>
                    <a:pt x="2087" y="10854"/>
                    <a:pt x="2300" y="10736"/>
                    <a:pt x="2538" y="10736"/>
                  </a:cubicBezTo>
                  <a:lnTo>
                    <a:pt x="3941" y="10736"/>
                  </a:lnTo>
                  <a:lnTo>
                    <a:pt x="4869" y="12133"/>
                  </a:lnTo>
                  <a:cubicBezTo>
                    <a:pt x="4926" y="12208"/>
                    <a:pt x="5002" y="12271"/>
                    <a:pt x="5089" y="12303"/>
                  </a:cubicBezTo>
                  <a:cubicBezTo>
                    <a:pt x="5130" y="12315"/>
                    <a:pt x="5171" y="12321"/>
                    <a:pt x="5211" y="12321"/>
                  </a:cubicBezTo>
                  <a:cubicBezTo>
                    <a:pt x="5351" y="12321"/>
                    <a:pt x="5481" y="12251"/>
                    <a:pt x="5558" y="12139"/>
                  </a:cubicBezTo>
                  <a:lnTo>
                    <a:pt x="6492" y="10736"/>
                  </a:lnTo>
                  <a:close/>
                  <a:moveTo>
                    <a:pt x="5214" y="0"/>
                  </a:moveTo>
                  <a:cubicBezTo>
                    <a:pt x="4362" y="0"/>
                    <a:pt x="3535" y="238"/>
                    <a:pt x="2827" y="677"/>
                  </a:cubicBezTo>
                  <a:cubicBezTo>
                    <a:pt x="2162" y="1097"/>
                    <a:pt x="1617" y="1685"/>
                    <a:pt x="1241" y="2388"/>
                  </a:cubicBezTo>
                  <a:cubicBezTo>
                    <a:pt x="865" y="3090"/>
                    <a:pt x="677" y="3874"/>
                    <a:pt x="701" y="4656"/>
                  </a:cubicBezTo>
                  <a:cubicBezTo>
                    <a:pt x="727" y="5491"/>
                    <a:pt x="990" y="6304"/>
                    <a:pt x="1459" y="7019"/>
                  </a:cubicBezTo>
                  <a:lnTo>
                    <a:pt x="3391" y="9914"/>
                  </a:lnTo>
                  <a:lnTo>
                    <a:pt x="2093" y="9914"/>
                  </a:lnTo>
                  <a:cubicBezTo>
                    <a:pt x="1849" y="9914"/>
                    <a:pt x="1629" y="10033"/>
                    <a:pt x="1497" y="10241"/>
                  </a:cubicBezTo>
                  <a:lnTo>
                    <a:pt x="345" y="12089"/>
                  </a:lnTo>
                  <a:cubicBezTo>
                    <a:pt x="0" y="12635"/>
                    <a:pt x="100" y="13411"/>
                    <a:pt x="790" y="13906"/>
                  </a:cubicBezTo>
                  <a:cubicBezTo>
                    <a:pt x="889" y="13976"/>
                    <a:pt x="1008" y="14019"/>
                    <a:pt x="1134" y="14019"/>
                  </a:cubicBezTo>
                  <a:lnTo>
                    <a:pt x="9301" y="14019"/>
                  </a:lnTo>
                  <a:cubicBezTo>
                    <a:pt x="9425" y="14019"/>
                    <a:pt x="9544" y="13976"/>
                    <a:pt x="9645" y="13906"/>
                  </a:cubicBezTo>
                  <a:cubicBezTo>
                    <a:pt x="10334" y="13411"/>
                    <a:pt x="10435" y="12635"/>
                    <a:pt x="10090" y="12089"/>
                  </a:cubicBezTo>
                  <a:lnTo>
                    <a:pt x="9168" y="10617"/>
                  </a:lnTo>
                  <a:cubicBezTo>
                    <a:pt x="8893" y="10178"/>
                    <a:pt x="8416" y="9914"/>
                    <a:pt x="7897" y="9914"/>
                  </a:cubicBezTo>
                  <a:lnTo>
                    <a:pt x="7044" y="9914"/>
                  </a:lnTo>
                  <a:lnTo>
                    <a:pt x="8974" y="7019"/>
                  </a:lnTo>
                  <a:cubicBezTo>
                    <a:pt x="9445" y="6304"/>
                    <a:pt x="9708" y="5491"/>
                    <a:pt x="9732" y="4656"/>
                  </a:cubicBezTo>
                  <a:cubicBezTo>
                    <a:pt x="9758" y="3874"/>
                    <a:pt x="9570" y="3090"/>
                    <a:pt x="9194" y="2388"/>
                  </a:cubicBezTo>
                  <a:cubicBezTo>
                    <a:pt x="8818" y="1685"/>
                    <a:pt x="8273" y="1097"/>
                    <a:pt x="7608" y="677"/>
                  </a:cubicBezTo>
                  <a:cubicBezTo>
                    <a:pt x="6900" y="238"/>
                    <a:pt x="6073" y="0"/>
                    <a:pt x="52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53"/>
            <p:cNvSpPr/>
            <p:nvPr/>
          </p:nvSpPr>
          <p:spPr>
            <a:xfrm>
              <a:off x="7311779" y="3571945"/>
              <a:ext cx="155022" cy="103303"/>
            </a:xfrm>
            <a:custGeom>
              <a:avLst/>
              <a:gdLst/>
              <a:ahLst/>
              <a:cxnLst/>
              <a:rect l="l" t="t" r="r" b="b"/>
              <a:pathLst>
                <a:path w="5749" h="3831" extrusionOk="0">
                  <a:moveTo>
                    <a:pt x="3937" y="822"/>
                  </a:moveTo>
                  <a:cubicBezTo>
                    <a:pt x="4250" y="822"/>
                    <a:pt x="4525" y="1036"/>
                    <a:pt x="4601" y="1336"/>
                  </a:cubicBezTo>
                  <a:lnTo>
                    <a:pt x="4921" y="2609"/>
                  </a:lnTo>
                  <a:cubicBezTo>
                    <a:pt x="4927" y="2633"/>
                    <a:pt x="4927" y="2665"/>
                    <a:pt x="4927" y="2690"/>
                  </a:cubicBezTo>
                  <a:cubicBezTo>
                    <a:pt x="4927" y="2865"/>
                    <a:pt x="4783" y="3010"/>
                    <a:pt x="4611" y="3010"/>
                  </a:cubicBezTo>
                  <a:cubicBezTo>
                    <a:pt x="4604" y="3010"/>
                    <a:pt x="4596" y="3010"/>
                    <a:pt x="4588" y="3009"/>
                  </a:cubicBezTo>
                  <a:cubicBezTo>
                    <a:pt x="4513" y="3003"/>
                    <a:pt x="4444" y="2959"/>
                    <a:pt x="4406" y="2896"/>
                  </a:cubicBezTo>
                  <a:lnTo>
                    <a:pt x="3854" y="1976"/>
                  </a:lnTo>
                  <a:cubicBezTo>
                    <a:pt x="3730" y="1768"/>
                    <a:pt x="3504" y="1643"/>
                    <a:pt x="3266" y="1643"/>
                  </a:cubicBezTo>
                  <a:lnTo>
                    <a:pt x="2483" y="1643"/>
                  </a:lnTo>
                  <a:cubicBezTo>
                    <a:pt x="2245" y="1643"/>
                    <a:pt x="2019" y="1768"/>
                    <a:pt x="1893" y="1976"/>
                  </a:cubicBezTo>
                  <a:lnTo>
                    <a:pt x="1342" y="2896"/>
                  </a:lnTo>
                  <a:cubicBezTo>
                    <a:pt x="1297" y="2965"/>
                    <a:pt x="1222" y="3009"/>
                    <a:pt x="1141" y="3009"/>
                  </a:cubicBezTo>
                  <a:cubicBezTo>
                    <a:pt x="966" y="3009"/>
                    <a:pt x="822" y="2865"/>
                    <a:pt x="822" y="2690"/>
                  </a:cubicBezTo>
                  <a:cubicBezTo>
                    <a:pt x="822" y="2665"/>
                    <a:pt x="822" y="2633"/>
                    <a:pt x="828" y="2609"/>
                  </a:cubicBezTo>
                  <a:lnTo>
                    <a:pt x="1147" y="1336"/>
                  </a:lnTo>
                  <a:cubicBezTo>
                    <a:pt x="1222" y="1036"/>
                    <a:pt x="1499" y="822"/>
                    <a:pt x="1812" y="822"/>
                  </a:cubicBezTo>
                  <a:close/>
                  <a:moveTo>
                    <a:pt x="1812" y="1"/>
                  </a:moveTo>
                  <a:cubicBezTo>
                    <a:pt x="1123" y="1"/>
                    <a:pt x="521" y="466"/>
                    <a:pt x="351" y="1142"/>
                  </a:cubicBezTo>
                  <a:lnTo>
                    <a:pt x="32" y="2413"/>
                  </a:lnTo>
                  <a:cubicBezTo>
                    <a:pt x="13" y="2502"/>
                    <a:pt x="1" y="2595"/>
                    <a:pt x="1" y="2690"/>
                  </a:cubicBezTo>
                  <a:cubicBezTo>
                    <a:pt x="1" y="3316"/>
                    <a:pt x="515" y="3830"/>
                    <a:pt x="1141" y="3830"/>
                  </a:cubicBezTo>
                  <a:cubicBezTo>
                    <a:pt x="1511" y="3830"/>
                    <a:pt x="1855" y="3636"/>
                    <a:pt x="2043" y="3316"/>
                  </a:cubicBezTo>
                  <a:lnTo>
                    <a:pt x="2558" y="2465"/>
                  </a:lnTo>
                  <a:lnTo>
                    <a:pt x="3191" y="2465"/>
                  </a:lnTo>
                  <a:lnTo>
                    <a:pt x="3704" y="3316"/>
                  </a:lnTo>
                  <a:cubicBezTo>
                    <a:pt x="3892" y="3636"/>
                    <a:pt x="4238" y="3830"/>
                    <a:pt x="4607" y="3830"/>
                  </a:cubicBezTo>
                  <a:cubicBezTo>
                    <a:pt x="5234" y="3830"/>
                    <a:pt x="5748" y="3316"/>
                    <a:pt x="5748" y="2690"/>
                  </a:cubicBezTo>
                  <a:cubicBezTo>
                    <a:pt x="5748" y="2595"/>
                    <a:pt x="5735" y="2502"/>
                    <a:pt x="5717" y="2413"/>
                  </a:cubicBezTo>
                  <a:lnTo>
                    <a:pt x="5396" y="1142"/>
                  </a:lnTo>
                  <a:cubicBezTo>
                    <a:pt x="5228" y="472"/>
                    <a:pt x="4626" y="1"/>
                    <a:pt x="39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 name="Google Shape;699;p53"/>
          <p:cNvGrpSpPr/>
          <p:nvPr/>
        </p:nvGrpSpPr>
        <p:grpSpPr>
          <a:xfrm>
            <a:off x="6391183" y="3975435"/>
            <a:ext cx="377914" cy="259781"/>
            <a:chOff x="6407481" y="4224795"/>
            <a:chExt cx="377914" cy="259781"/>
          </a:xfrm>
        </p:grpSpPr>
        <p:sp>
          <p:nvSpPr>
            <p:cNvPr id="700" name="Google Shape;700;p53"/>
            <p:cNvSpPr/>
            <p:nvPr/>
          </p:nvSpPr>
          <p:spPr>
            <a:xfrm>
              <a:off x="6449034" y="4380464"/>
              <a:ext cx="57840" cy="66711"/>
            </a:xfrm>
            <a:custGeom>
              <a:avLst/>
              <a:gdLst/>
              <a:ahLst/>
              <a:cxnLst/>
              <a:rect l="l" t="t" r="r" b="b"/>
              <a:pathLst>
                <a:path w="2145" h="2474" extrusionOk="0">
                  <a:moveTo>
                    <a:pt x="1073" y="971"/>
                  </a:moveTo>
                  <a:lnTo>
                    <a:pt x="1248" y="1454"/>
                  </a:lnTo>
                  <a:lnTo>
                    <a:pt x="891" y="1454"/>
                  </a:lnTo>
                  <a:lnTo>
                    <a:pt x="1073" y="971"/>
                  </a:lnTo>
                  <a:close/>
                  <a:moveTo>
                    <a:pt x="1073" y="1"/>
                  </a:moveTo>
                  <a:cubicBezTo>
                    <a:pt x="941" y="1"/>
                    <a:pt x="828" y="82"/>
                    <a:pt x="778" y="201"/>
                  </a:cubicBezTo>
                  <a:lnTo>
                    <a:pt x="772" y="207"/>
                  </a:lnTo>
                  <a:lnTo>
                    <a:pt x="50" y="2099"/>
                  </a:lnTo>
                  <a:cubicBezTo>
                    <a:pt x="1" y="2243"/>
                    <a:pt x="70" y="2400"/>
                    <a:pt x="214" y="2457"/>
                  </a:cubicBezTo>
                  <a:cubicBezTo>
                    <a:pt x="244" y="2468"/>
                    <a:pt x="275" y="2473"/>
                    <a:pt x="306" y="2473"/>
                  </a:cubicBezTo>
                  <a:cubicBezTo>
                    <a:pt x="417" y="2473"/>
                    <a:pt x="526" y="2406"/>
                    <a:pt x="565" y="2294"/>
                  </a:cubicBezTo>
                  <a:lnTo>
                    <a:pt x="678" y="2000"/>
                  </a:lnTo>
                  <a:lnTo>
                    <a:pt x="1461" y="2000"/>
                  </a:lnTo>
                  <a:lnTo>
                    <a:pt x="1568" y="2287"/>
                  </a:lnTo>
                  <a:cubicBezTo>
                    <a:pt x="1612" y="2398"/>
                    <a:pt x="1719" y="2474"/>
                    <a:pt x="1832" y="2474"/>
                  </a:cubicBezTo>
                  <a:cubicBezTo>
                    <a:pt x="1848" y="2474"/>
                    <a:pt x="1865" y="2472"/>
                    <a:pt x="1881" y="2469"/>
                  </a:cubicBezTo>
                  <a:cubicBezTo>
                    <a:pt x="2051" y="2431"/>
                    <a:pt x="2144" y="2257"/>
                    <a:pt x="2081" y="2099"/>
                  </a:cubicBezTo>
                  <a:lnTo>
                    <a:pt x="1367" y="207"/>
                  </a:lnTo>
                  <a:lnTo>
                    <a:pt x="1367" y="201"/>
                  </a:lnTo>
                  <a:cubicBezTo>
                    <a:pt x="1317" y="82"/>
                    <a:pt x="1198"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53"/>
            <p:cNvSpPr/>
            <p:nvPr/>
          </p:nvSpPr>
          <p:spPr>
            <a:xfrm>
              <a:off x="6690209" y="4381273"/>
              <a:ext cx="50209" cy="66469"/>
            </a:xfrm>
            <a:custGeom>
              <a:avLst/>
              <a:gdLst/>
              <a:ahLst/>
              <a:cxnLst/>
              <a:rect l="l" t="t" r="r" b="b"/>
              <a:pathLst>
                <a:path w="1862" h="2465" extrusionOk="0">
                  <a:moveTo>
                    <a:pt x="816" y="547"/>
                  </a:moveTo>
                  <a:cubicBezTo>
                    <a:pt x="1279" y="547"/>
                    <a:pt x="1317" y="1073"/>
                    <a:pt x="1317" y="1230"/>
                  </a:cubicBezTo>
                  <a:cubicBezTo>
                    <a:pt x="1317" y="1568"/>
                    <a:pt x="1166" y="1906"/>
                    <a:pt x="828" y="1912"/>
                  </a:cubicBezTo>
                  <a:lnTo>
                    <a:pt x="545" y="1912"/>
                  </a:lnTo>
                  <a:lnTo>
                    <a:pt x="545" y="547"/>
                  </a:lnTo>
                  <a:close/>
                  <a:moveTo>
                    <a:pt x="270" y="1"/>
                  </a:moveTo>
                  <a:cubicBezTo>
                    <a:pt x="119" y="1"/>
                    <a:pt x="1" y="121"/>
                    <a:pt x="1" y="271"/>
                  </a:cubicBezTo>
                  <a:lnTo>
                    <a:pt x="1" y="2182"/>
                  </a:lnTo>
                  <a:cubicBezTo>
                    <a:pt x="1" y="2219"/>
                    <a:pt x="1" y="2251"/>
                    <a:pt x="13" y="2282"/>
                  </a:cubicBezTo>
                  <a:cubicBezTo>
                    <a:pt x="56" y="2395"/>
                    <a:pt x="163" y="2464"/>
                    <a:pt x="270" y="2464"/>
                  </a:cubicBezTo>
                  <a:cubicBezTo>
                    <a:pt x="289" y="2464"/>
                    <a:pt x="683" y="2464"/>
                    <a:pt x="834" y="2458"/>
                  </a:cubicBezTo>
                  <a:cubicBezTo>
                    <a:pt x="1429" y="2445"/>
                    <a:pt x="1861" y="1932"/>
                    <a:pt x="1861" y="1230"/>
                  </a:cubicBezTo>
                  <a:cubicBezTo>
                    <a:pt x="1861" y="497"/>
                    <a:pt x="1441" y="1"/>
                    <a:pt x="8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53"/>
            <p:cNvSpPr/>
            <p:nvPr/>
          </p:nvSpPr>
          <p:spPr>
            <a:xfrm>
              <a:off x="6560426" y="4262249"/>
              <a:ext cx="72024" cy="66684"/>
            </a:xfrm>
            <a:custGeom>
              <a:avLst/>
              <a:gdLst/>
              <a:ahLst/>
              <a:cxnLst/>
              <a:rect l="l" t="t" r="r" b="b"/>
              <a:pathLst>
                <a:path w="2671" h="2473" extrusionOk="0">
                  <a:moveTo>
                    <a:pt x="1329" y="0"/>
                  </a:moveTo>
                  <a:cubicBezTo>
                    <a:pt x="1316" y="0"/>
                    <a:pt x="1304" y="1"/>
                    <a:pt x="1291" y="3"/>
                  </a:cubicBezTo>
                  <a:cubicBezTo>
                    <a:pt x="1178" y="23"/>
                    <a:pt x="1091" y="110"/>
                    <a:pt x="1065" y="217"/>
                  </a:cubicBezTo>
                  <a:lnTo>
                    <a:pt x="758" y="1206"/>
                  </a:lnTo>
                  <a:lnTo>
                    <a:pt x="564" y="223"/>
                  </a:lnTo>
                  <a:cubicBezTo>
                    <a:pt x="542" y="92"/>
                    <a:pt x="430" y="3"/>
                    <a:pt x="302" y="3"/>
                  </a:cubicBezTo>
                  <a:cubicBezTo>
                    <a:pt x="283" y="3"/>
                    <a:pt x="263" y="5"/>
                    <a:pt x="244" y="9"/>
                  </a:cubicBezTo>
                  <a:cubicBezTo>
                    <a:pt x="93" y="35"/>
                    <a:pt x="0" y="179"/>
                    <a:pt x="32" y="329"/>
                  </a:cubicBezTo>
                  <a:lnTo>
                    <a:pt x="402" y="2216"/>
                  </a:lnTo>
                  <a:cubicBezTo>
                    <a:pt x="402" y="2228"/>
                    <a:pt x="408" y="2241"/>
                    <a:pt x="414" y="2253"/>
                  </a:cubicBezTo>
                  <a:cubicBezTo>
                    <a:pt x="452" y="2363"/>
                    <a:pt x="550" y="2446"/>
                    <a:pt x="663" y="2446"/>
                  </a:cubicBezTo>
                  <a:cubicBezTo>
                    <a:pt x="678" y="2446"/>
                    <a:pt x="693" y="2444"/>
                    <a:pt x="709" y="2441"/>
                  </a:cubicBezTo>
                  <a:lnTo>
                    <a:pt x="715" y="2441"/>
                  </a:lnTo>
                  <a:cubicBezTo>
                    <a:pt x="730" y="2444"/>
                    <a:pt x="745" y="2446"/>
                    <a:pt x="760" y="2446"/>
                  </a:cubicBezTo>
                  <a:cubicBezTo>
                    <a:pt x="873" y="2446"/>
                    <a:pt x="971" y="2363"/>
                    <a:pt x="1009" y="2253"/>
                  </a:cubicBezTo>
                  <a:cubicBezTo>
                    <a:pt x="1009" y="2247"/>
                    <a:pt x="1016" y="2247"/>
                    <a:pt x="1016" y="2241"/>
                  </a:cubicBezTo>
                  <a:lnTo>
                    <a:pt x="1334" y="1206"/>
                  </a:lnTo>
                  <a:lnTo>
                    <a:pt x="1655" y="2241"/>
                  </a:lnTo>
                  <a:cubicBezTo>
                    <a:pt x="1655" y="2247"/>
                    <a:pt x="1655" y="2253"/>
                    <a:pt x="1661" y="2253"/>
                  </a:cubicBezTo>
                  <a:cubicBezTo>
                    <a:pt x="1704" y="2378"/>
                    <a:pt x="1823" y="2467"/>
                    <a:pt x="1956" y="2473"/>
                  </a:cubicBezTo>
                  <a:lnTo>
                    <a:pt x="1962" y="2473"/>
                  </a:lnTo>
                  <a:cubicBezTo>
                    <a:pt x="2094" y="2467"/>
                    <a:pt x="2213" y="2378"/>
                    <a:pt x="2256" y="2253"/>
                  </a:cubicBezTo>
                  <a:cubicBezTo>
                    <a:pt x="2262" y="2241"/>
                    <a:pt x="2262" y="2228"/>
                    <a:pt x="2268" y="2216"/>
                  </a:cubicBezTo>
                  <a:lnTo>
                    <a:pt x="2638" y="335"/>
                  </a:lnTo>
                  <a:cubicBezTo>
                    <a:pt x="2670" y="185"/>
                    <a:pt x="2575" y="41"/>
                    <a:pt x="2425" y="9"/>
                  </a:cubicBezTo>
                  <a:cubicBezTo>
                    <a:pt x="2406" y="5"/>
                    <a:pt x="2388" y="3"/>
                    <a:pt x="2369" y="3"/>
                  </a:cubicBezTo>
                  <a:cubicBezTo>
                    <a:pt x="2241" y="3"/>
                    <a:pt x="2128" y="96"/>
                    <a:pt x="2106" y="223"/>
                  </a:cubicBezTo>
                  <a:lnTo>
                    <a:pt x="1912" y="1206"/>
                  </a:lnTo>
                  <a:lnTo>
                    <a:pt x="1598" y="197"/>
                  </a:lnTo>
                  <a:cubicBezTo>
                    <a:pt x="1558" y="78"/>
                    <a:pt x="1452" y="0"/>
                    <a:pt x="13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53"/>
            <p:cNvSpPr/>
            <p:nvPr/>
          </p:nvSpPr>
          <p:spPr>
            <a:xfrm>
              <a:off x="6571401" y="4380868"/>
              <a:ext cx="50209" cy="66550"/>
            </a:xfrm>
            <a:custGeom>
              <a:avLst/>
              <a:gdLst/>
              <a:ahLst/>
              <a:cxnLst/>
              <a:rect l="l" t="t" r="r" b="b"/>
              <a:pathLst>
                <a:path w="1862" h="2468" extrusionOk="0">
                  <a:moveTo>
                    <a:pt x="972" y="0"/>
                  </a:moveTo>
                  <a:cubicBezTo>
                    <a:pt x="872" y="0"/>
                    <a:pt x="766" y="14"/>
                    <a:pt x="658" y="47"/>
                  </a:cubicBezTo>
                  <a:cubicBezTo>
                    <a:pt x="383" y="128"/>
                    <a:pt x="189" y="348"/>
                    <a:pt x="145" y="617"/>
                  </a:cubicBezTo>
                  <a:cubicBezTo>
                    <a:pt x="114" y="868"/>
                    <a:pt x="220" y="1114"/>
                    <a:pt x="433" y="1251"/>
                  </a:cubicBezTo>
                  <a:cubicBezTo>
                    <a:pt x="446" y="1264"/>
                    <a:pt x="458" y="1270"/>
                    <a:pt x="470" y="1276"/>
                  </a:cubicBezTo>
                  <a:cubicBezTo>
                    <a:pt x="484" y="1276"/>
                    <a:pt x="747" y="1395"/>
                    <a:pt x="1048" y="1508"/>
                  </a:cubicBezTo>
                  <a:cubicBezTo>
                    <a:pt x="1103" y="1527"/>
                    <a:pt x="1291" y="1609"/>
                    <a:pt x="1273" y="1727"/>
                  </a:cubicBezTo>
                  <a:cubicBezTo>
                    <a:pt x="1254" y="1821"/>
                    <a:pt x="1135" y="1915"/>
                    <a:pt x="973" y="1915"/>
                  </a:cubicBezTo>
                  <a:cubicBezTo>
                    <a:pt x="791" y="1915"/>
                    <a:pt x="621" y="1846"/>
                    <a:pt x="508" y="1721"/>
                  </a:cubicBezTo>
                  <a:cubicBezTo>
                    <a:pt x="455" y="1662"/>
                    <a:pt x="381" y="1632"/>
                    <a:pt x="307" y="1632"/>
                  </a:cubicBezTo>
                  <a:cubicBezTo>
                    <a:pt x="241" y="1632"/>
                    <a:pt x="176" y="1655"/>
                    <a:pt x="126" y="1702"/>
                  </a:cubicBezTo>
                  <a:cubicBezTo>
                    <a:pt x="13" y="1809"/>
                    <a:pt x="1" y="1979"/>
                    <a:pt x="108" y="2091"/>
                  </a:cubicBezTo>
                  <a:cubicBezTo>
                    <a:pt x="320" y="2329"/>
                    <a:pt x="634" y="2467"/>
                    <a:pt x="973" y="2467"/>
                  </a:cubicBezTo>
                  <a:cubicBezTo>
                    <a:pt x="1392" y="2467"/>
                    <a:pt x="1743" y="2197"/>
                    <a:pt x="1812" y="1821"/>
                  </a:cubicBezTo>
                  <a:cubicBezTo>
                    <a:pt x="1861" y="1545"/>
                    <a:pt x="1737" y="1175"/>
                    <a:pt x="1236" y="993"/>
                  </a:cubicBezTo>
                  <a:cubicBezTo>
                    <a:pt x="1003" y="906"/>
                    <a:pt x="791" y="819"/>
                    <a:pt x="721" y="787"/>
                  </a:cubicBezTo>
                  <a:cubicBezTo>
                    <a:pt x="684" y="756"/>
                    <a:pt x="684" y="718"/>
                    <a:pt x="690" y="693"/>
                  </a:cubicBezTo>
                  <a:cubicBezTo>
                    <a:pt x="690" y="668"/>
                    <a:pt x="715" y="599"/>
                    <a:pt x="815" y="568"/>
                  </a:cubicBezTo>
                  <a:cubicBezTo>
                    <a:pt x="869" y="552"/>
                    <a:pt x="919" y="546"/>
                    <a:pt x="966" y="546"/>
                  </a:cubicBezTo>
                  <a:cubicBezTo>
                    <a:pt x="1131" y="546"/>
                    <a:pt x="1244" y="623"/>
                    <a:pt x="1273" y="643"/>
                  </a:cubicBezTo>
                  <a:cubicBezTo>
                    <a:pt x="1326" y="713"/>
                    <a:pt x="1407" y="750"/>
                    <a:pt x="1489" y="750"/>
                  </a:cubicBezTo>
                  <a:cubicBezTo>
                    <a:pt x="1533" y="750"/>
                    <a:pt x="1577" y="740"/>
                    <a:pt x="1618" y="718"/>
                  </a:cubicBezTo>
                  <a:cubicBezTo>
                    <a:pt x="1749" y="643"/>
                    <a:pt x="1800" y="480"/>
                    <a:pt x="1725" y="348"/>
                  </a:cubicBezTo>
                  <a:cubicBezTo>
                    <a:pt x="1650" y="200"/>
                    <a:pt x="1349" y="0"/>
                    <a:pt x="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53"/>
            <p:cNvSpPr/>
            <p:nvPr/>
          </p:nvSpPr>
          <p:spPr>
            <a:xfrm>
              <a:off x="6407481" y="4224795"/>
              <a:ext cx="377914" cy="259781"/>
            </a:xfrm>
            <a:custGeom>
              <a:avLst/>
              <a:gdLst/>
              <a:ahLst/>
              <a:cxnLst/>
              <a:rect l="l" t="t" r="r" b="b"/>
              <a:pathLst>
                <a:path w="14015" h="9634" extrusionOk="0">
                  <a:moveTo>
                    <a:pt x="8811" y="822"/>
                  </a:moveTo>
                  <a:lnTo>
                    <a:pt x="8811" y="4406"/>
                  </a:lnTo>
                  <a:lnTo>
                    <a:pt x="5227" y="4406"/>
                  </a:lnTo>
                  <a:lnTo>
                    <a:pt x="5227" y="822"/>
                  </a:lnTo>
                  <a:close/>
                  <a:moveTo>
                    <a:pt x="4406" y="5228"/>
                  </a:moveTo>
                  <a:lnTo>
                    <a:pt x="4406" y="8812"/>
                  </a:lnTo>
                  <a:lnTo>
                    <a:pt x="821" y="8812"/>
                  </a:lnTo>
                  <a:lnTo>
                    <a:pt x="821" y="5228"/>
                  </a:lnTo>
                  <a:close/>
                  <a:moveTo>
                    <a:pt x="8811" y="5228"/>
                  </a:moveTo>
                  <a:lnTo>
                    <a:pt x="8811" y="8812"/>
                  </a:lnTo>
                  <a:lnTo>
                    <a:pt x="5227" y="8812"/>
                  </a:lnTo>
                  <a:lnTo>
                    <a:pt x="5227" y="5228"/>
                  </a:lnTo>
                  <a:close/>
                  <a:moveTo>
                    <a:pt x="13193" y="5228"/>
                  </a:moveTo>
                  <a:lnTo>
                    <a:pt x="13193" y="8812"/>
                  </a:lnTo>
                  <a:lnTo>
                    <a:pt x="9609" y="8812"/>
                  </a:lnTo>
                  <a:lnTo>
                    <a:pt x="9609" y="5228"/>
                  </a:lnTo>
                  <a:close/>
                  <a:moveTo>
                    <a:pt x="4819" y="1"/>
                  </a:moveTo>
                  <a:cubicBezTo>
                    <a:pt x="4588" y="1"/>
                    <a:pt x="4406" y="183"/>
                    <a:pt x="4406" y="408"/>
                  </a:cubicBezTo>
                  <a:lnTo>
                    <a:pt x="4406" y="4406"/>
                  </a:lnTo>
                  <a:lnTo>
                    <a:pt x="408" y="4406"/>
                  </a:lnTo>
                  <a:cubicBezTo>
                    <a:pt x="182" y="4406"/>
                    <a:pt x="0" y="4588"/>
                    <a:pt x="0" y="4814"/>
                  </a:cubicBezTo>
                  <a:lnTo>
                    <a:pt x="0" y="9226"/>
                  </a:lnTo>
                  <a:cubicBezTo>
                    <a:pt x="0" y="9451"/>
                    <a:pt x="182" y="9633"/>
                    <a:pt x="408" y="9633"/>
                  </a:cubicBezTo>
                  <a:lnTo>
                    <a:pt x="13607" y="9633"/>
                  </a:lnTo>
                  <a:cubicBezTo>
                    <a:pt x="13832" y="9633"/>
                    <a:pt x="14014" y="9451"/>
                    <a:pt x="14014" y="9226"/>
                  </a:cubicBezTo>
                  <a:lnTo>
                    <a:pt x="14014" y="4820"/>
                  </a:lnTo>
                  <a:cubicBezTo>
                    <a:pt x="14014" y="4588"/>
                    <a:pt x="13832" y="4406"/>
                    <a:pt x="13607" y="4406"/>
                  </a:cubicBezTo>
                  <a:lnTo>
                    <a:pt x="9633" y="4406"/>
                  </a:lnTo>
                  <a:lnTo>
                    <a:pt x="9633" y="408"/>
                  </a:lnTo>
                  <a:cubicBezTo>
                    <a:pt x="9633" y="183"/>
                    <a:pt x="9451" y="1"/>
                    <a:pt x="9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 name="Google Shape;705;p53"/>
          <p:cNvGrpSpPr/>
          <p:nvPr/>
        </p:nvGrpSpPr>
        <p:grpSpPr>
          <a:xfrm>
            <a:off x="6391183" y="3241663"/>
            <a:ext cx="377914" cy="377941"/>
            <a:chOff x="6407481" y="3515157"/>
            <a:chExt cx="377914" cy="377941"/>
          </a:xfrm>
        </p:grpSpPr>
        <p:sp>
          <p:nvSpPr>
            <p:cNvPr id="706" name="Google Shape;706;p53"/>
            <p:cNvSpPr/>
            <p:nvPr/>
          </p:nvSpPr>
          <p:spPr>
            <a:xfrm>
              <a:off x="6407481" y="3515157"/>
              <a:ext cx="377914" cy="377941"/>
            </a:xfrm>
            <a:custGeom>
              <a:avLst/>
              <a:gdLst/>
              <a:ahLst/>
              <a:cxnLst/>
              <a:rect l="l" t="t" r="r" b="b"/>
              <a:pathLst>
                <a:path w="14015" h="14016" extrusionOk="0">
                  <a:moveTo>
                    <a:pt x="5308" y="822"/>
                  </a:moveTo>
                  <a:cubicBezTo>
                    <a:pt x="6135" y="822"/>
                    <a:pt x="6812" y="1499"/>
                    <a:pt x="6812" y="2326"/>
                  </a:cubicBezTo>
                  <a:cubicBezTo>
                    <a:pt x="6812" y="3160"/>
                    <a:pt x="6135" y="3831"/>
                    <a:pt x="5308" y="3831"/>
                  </a:cubicBezTo>
                  <a:cubicBezTo>
                    <a:pt x="4475" y="3831"/>
                    <a:pt x="3798" y="3160"/>
                    <a:pt x="3798" y="2326"/>
                  </a:cubicBezTo>
                  <a:cubicBezTo>
                    <a:pt x="3798" y="1499"/>
                    <a:pt x="4475" y="822"/>
                    <a:pt x="5308" y="822"/>
                  </a:cubicBezTo>
                  <a:close/>
                  <a:moveTo>
                    <a:pt x="6299" y="4432"/>
                  </a:moveTo>
                  <a:lnTo>
                    <a:pt x="7321" y="8268"/>
                  </a:lnTo>
                  <a:lnTo>
                    <a:pt x="6474" y="8268"/>
                  </a:lnTo>
                  <a:lnTo>
                    <a:pt x="5502" y="4646"/>
                  </a:lnTo>
                  <a:cubicBezTo>
                    <a:pt x="5785" y="4620"/>
                    <a:pt x="6054" y="4545"/>
                    <a:pt x="6299" y="4432"/>
                  </a:cubicBezTo>
                  <a:close/>
                  <a:moveTo>
                    <a:pt x="2870" y="9089"/>
                  </a:moveTo>
                  <a:cubicBezTo>
                    <a:pt x="3103" y="9089"/>
                    <a:pt x="3284" y="9271"/>
                    <a:pt x="3284" y="9497"/>
                  </a:cubicBezTo>
                  <a:lnTo>
                    <a:pt x="3284" y="9910"/>
                  </a:lnTo>
                  <a:lnTo>
                    <a:pt x="2464" y="9910"/>
                  </a:lnTo>
                  <a:lnTo>
                    <a:pt x="2464" y="9497"/>
                  </a:lnTo>
                  <a:cubicBezTo>
                    <a:pt x="2464" y="9271"/>
                    <a:pt x="2644" y="9089"/>
                    <a:pt x="2870" y="9089"/>
                  </a:cubicBezTo>
                  <a:close/>
                  <a:moveTo>
                    <a:pt x="11137" y="9089"/>
                  </a:moveTo>
                  <a:cubicBezTo>
                    <a:pt x="11368" y="9089"/>
                    <a:pt x="11550" y="9271"/>
                    <a:pt x="11550" y="9497"/>
                  </a:cubicBezTo>
                  <a:lnTo>
                    <a:pt x="11550" y="9910"/>
                  </a:lnTo>
                  <a:lnTo>
                    <a:pt x="10729" y="9910"/>
                  </a:lnTo>
                  <a:lnTo>
                    <a:pt x="10729" y="9497"/>
                  </a:lnTo>
                  <a:cubicBezTo>
                    <a:pt x="10729" y="9271"/>
                    <a:pt x="10911" y="9089"/>
                    <a:pt x="11137" y="9089"/>
                  </a:cubicBezTo>
                  <a:close/>
                  <a:moveTo>
                    <a:pt x="7828" y="9089"/>
                  </a:moveTo>
                  <a:cubicBezTo>
                    <a:pt x="8053" y="9089"/>
                    <a:pt x="8241" y="9271"/>
                    <a:pt x="8241" y="9497"/>
                  </a:cubicBezTo>
                  <a:lnTo>
                    <a:pt x="8241" y="11551"/>
                  </a:lnTo>
                  <a:lnTo>
                    <a:pt x="5773" y="11551"/>
                  </a:lnTo>
                  <a:lnTo>
                    <a:pt x="5773" y="9497"/>
                  </a:lnTo>
                  <a:cubicBezTo>
                    <a:pt x="5773" y="9271"/>
                    <a:pt x="5961" y="9089"/>
                    <a:pt x="6187" y="9089"/>
                  </a:cubicBezTo>
                  <a:close/>
                  <a:moveTo>
                    <a:pt x="12785" y="10732"/>
                  </a:moveTo>
                  <a:cubicBezTo>
                    <a:pt x="13011" y="10732"/>
                    <a:pt x="13193" y="10912"/>
                    <a:pt x="13193" y="11138"/>
                  </a:cubicBezTo>
                  <a:lnTo>
                    <a:pt x="13193" y="12786"/>
                  </a:lnTo>
                  <a:cubicBezTo>
                    <a:pt x="13193" y="13012"/>
                    <a:pt x="13011" y="13194"/>
                    <a:pt x="12785" y="13194"/>
                  </a:cubicBezTo>
                  <a:lnTo>
                    <a:pt x="1229" y="13194"/>
                  </a:lnTo>
                  <a:cubicBezTo>
                    <a:pt x="1003" y="13194"/>
                    <a:pt x="821" y="13012"/>
                    <a:pt x="821" y="12786"/>
                  </a:cubicBezTo>
                  <a:lnTo>
                    <a:pt x="821" y="11138"/>
                  </a:lnTo>
                  <a:cubicBezTo>
                    <a:pt x="821" y="10912"/>
                    <a:pt x="1003" y="10732"/>
                    <a:pt x="1229" y="10732"/>
                  </a:cubicBezTo>
                  <a:lnTo>
                    <a:pt x="4952" y="10732"/>
                  </a:lnTo>
                  <a:lnTo>
                    <a:pt x="4952" y="11959"/>
                  </a:lnTo>
                  <a:cubicBezTo>
                    <a:pt x="4952" y="12191"/>
                    <a:pt x="5140" y="12373"/>
                    <a:pt x="5365" y="12373"/>
                  </a:cubicBezTo>
                  <a:lnTo>
                    <a:pt x="8649" y="12373"/>
                  </a:lnTo>
                  <a:cubicBezTo>
                    <a:pt x="8875" y="12373"/>
                    <a:pt x="9063" y="12191"/>
                    <a:pt x="9063" y="11959"/>
                  </a:cubicBezTo>
                  <a:lnTo>
                    <a:pt x="9063" y="10732"/>
                  </a:lnTo>
                  <a:close/>
                  <a:moveTo>
                    <a:pt x="5308" y="1"/>
                  </a:moveTo>
                  <a:cubicBezTo>
                    <a:pt x="4024" y="1"/>
                    <a:pt x="2977" y="1042"/>
                    <a:pt x="2977" y="2326"/>
                  </a:cubicBezTo>
                  <a:cubicBezTo>
                    <a:pt x="2977" y="3373"/>
                    <a:pt x="3673" y="4264"/>
                    <a:pt x="4625" y="4551"/>
                  </a:cubicBezTo>
                  <a:lnTo>
                    <a:pt x="5653" y="8387"/>
                  </a:lnTo>
                  <a:cubicBezTo>
                    <a:pt x="5239" y="8588"/>
                    <a:pt x="4952" y="9008"/>
                    <a:pt x="4952" y="9497"/>
                  </a:cubicBezTo>
                  <a:lnTo>
                    <a:pt x="4952" y="9910"/>
                  </a:lnTo>
                  <a:lnTo>
                    <a:pt x="4105" y="9910"/>
                  </a:lnTo>
                  <a:lnTo>
                    <a:pt x="4105" y="9497"/>
                  </a:lnTo>
                  <a:cubicBezTo>
                    <a:pt x="4105" y="8820"/>
                    <a:pt x="3554" y="8268"/>
                    <a:pt x="2870" y="8268"/>
                  </a:cubicBezTo>
                  <a:cubicBezTo>
                    <a:pt x="2193" y="8268"/>
                    <a:pt x="1643" y="8820"/>
                    <a:pt x="1643" y="9497"/>
                  </a:cubicBezTo>
                  <a:lnTo>
                    <a:pt x="1643" y="9910"/>
                  </a:lnTo>
                  <a:lnTo>
                    <a:pt x="1229" y="9910"/>
                  </a:lnTo>
                  <a:cubicBezTo>
                    <a:pt x="552" y="9910"/>
                    <a:pt x="0" y="10461"/>
                    <a:pt x="0" y="11138"/>
                  </a:cubicBezTo>
                  <a:lnTo>
                    <a:pt x="0" y="12786"/>
                  </a:lnTo>
                  <a:cubicBezTo>
                    <a:pt x="0" y="13463"/>
                    <a:pt x="552" y="14015"/>
                    <a:pt x="1229" y="14015"/>
                  </a:cubicBezTo>
                  <a:lnTo>
                    <a:pt x="12785" y="14015"/>
                  </a:lnTo>
                  <a:cubicBezTo>
                    <a:pt x="13462" y="14015"/>
                    <a:pt x="14014" y="13463"/>
                    <a:pt x="14014" y="12786"/>
                  </a:cubicBezTo>
                  <a:lnTo>
                    <a:pt x="14014" y="11138"/>
                  </a:lnTo>
                  <a:cubicBezTo>
                    <a:pt x="14014" y="10461"/>
                    <a:pt x="13462" y="9910"/>
                    <a:pt x="12785" y="9910"/>
                  </a:cubicBezTo>
                  <a:lnTo>
                    <a:pt x="12372" y="9910"/>
                  </a:lnTo>
                  <a:lnTo>
                    <a:pt x="12372" y="9497"/>
                  </a:lnTo>
                  <a:cubicBezTo>
                    <a:pt x="12372" y="8820"/>
                    <a:pt x="11820" y="8268"/>
                    <a:pt x="11137" y="8268"/>
                  </a:cubicBezTo>
                  <a:cubicBezTo>
                    <a:pt x="10460" y="8268"/>
                    <a:pt x="9909" y="8820"/>
                    <a:pt x="9909" y="9497"/>
                  </a:cubicBezTo>
                  <a:lnTo>
                    <a:pt x="9909" y="9910"/>
                  </a:lnTo>
                  <a:lnTo>
                    <a:pt x="9063" y="9910"/>
                  </a:lnTo>
                  <a:lnTo>
                    <a:pt x="9063" y="9497"/>
                  </a:lnTo>
                  <a:cubicBezTo>
                    <a:pt x="9063" y="8945"/>
                    <a:pt x="8693" y="8475"/>
                    <a:pt x="8186" y="8317"/>
                  </a:cubicBezTo>
                  <a:lnTo>
                    <a:pt x="7006" y="3912"/>
                  </a:lnTo>
                  <a:cubicBezTo>
                    <a:pt x="7396" y="3498"/>
                    <a:pt x="7634" y="2940"/>
                    <a:pt x="7634" y="2326"/>
                  </a:cubicBezTo>
                  <a:cubicBezTo>
                    <a:pt x="7634" y="1042"/>
                    <a:pt x="6587" y="1"/>
                    <a:pt x="53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53"/>
            <p:cNvSpPr/>
            <p:nvPr/>
          </p:nvSpPr>
          <p:spPr>
            <a:xfrm>
              <a:off x="6451757" y="3826630"/>
              <a:ext cx="22165" cy="22165"/>
            </a:xfrm>
            <a:custGeom>
              <a:avLst/>
              <a:gdLst/>
              <a:ahLst/>
              <a:cxnLst/>
              <a:rect l="l" t="t" r="r" b="b"/>
              <a:pathLst>
                <a:path w="822" h="822" extrusionOk="0">
                  <a:moveTo>
                    <a:pt x="408" y="0"/>
                  </a:moveTo>
                  <a:cubicBezTo>
                    <a:pt x="183" y="0"/>
                    <a:pt x="1" y="182"/>
                    <a:pt x="1" y="408"/>
                  </a:cubicBezTo>
                  <a:cubicBezTo>
                    <a:pt x="1" y="640"/>
                    <a:pt x="183" y="822"/>
                    <a:pt x="408" y="822"/>
                  </a:cubicBezTo>
                  <a:cubicBezTo>
                    <a:pt x="640" y="822"/>
                    <a:pt x="822" y="640"/>
                    <a:pt x="822" y="408"/>
                  </a:cubicBezTo>
                  <a:cubicBezTo>
                    <a:pt x="822" y="182"/>
                    <a:pt x="640"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53"/>
            <p:cNvSpPr/>
            <p:nvPr/>
          </p:nvSpPr>
          <p:spPr>
            <a:xfrm>
              <a:off x="6496007" y="3826630"/>
              <a:ext cx="22165" cy="22165"/>
            </a:xfrm>
            <a:custGeom>
              <a:avLst/>
              <a:gdLst/>
              <a:ahLst/>
              <a:cxnLst/>
              <a:rect l="l" t="t" r="r" b="b"/>
              <a:pathLst>
                <a:path w="822" h="822" extrusionOk="0">
                  <a:moveTo>
                    <a:pt x="408" y="0"/>
                  </a:moveTo>
                  <a:cubicBezTo>
                    <a:pt x="183" y="0"/>
                    <a:pt x="1" y="182"/>
                    <a:pt x="1" y="408"/>
                  </a:cubicBezTo>
                  <a:cubicBezTo>
                    <a:pt x="1" y="640"/>
                    <a:pt x="183" y="822"/>
                    <a:pt x="408" y="822"/>
                  </a:cubicBezTo>
                  <a:cubicBezTo>
                    <a:pt x="640" y="822"/>
                    <a:pt x="822" y="640"/>
                    <a:pt x="822" y="408"/>
                  </a:cubicBezTo>
                  <a:cubicBezTo>
                    <a:pt x="822" y="182"/>
                    <a:pt x="640"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53"/>
            <p:cNvSpPr/>
            <p:nvPr/>
          </p:nvSpPr>
          <p:spPr>
            <a:xfrm>
              <a:off x="6718926" y="3826630"/>
              <a:ext cx="22165" cy="22165"/>
            </a:xfrm>
            <a:custGeom>
              <a:avLst/>
              <a:gdLst/>
              <a:ahLst/>
              <a:cxnLst/>
              <a:rect l="l" t="t" r="r" b="b"/>
              <a:pathLst>
                <a:path w="822" h="822" extrusionOk="0">
                  <a:moveTo>
                    <a:pt x="414" y="0"/>
                  </a:moveTo>
                  <a:cubicBezTo>
                    <a:pt x="182" y="0"/>
                    <a:pt x="0" y="182"/>
                    <a:pt x="0" y="408"/>
                  </a:cubicBezTo>
                  <a:cubicBezTo>
                    <a:pt x="0" y="640"/>
                    <a:pt x="182" y="822"/>
                    <a:pt x="414" y="822"/>
                  </a:cubicBezTo>
                  <a:cubicBezTo>
                    <a:pt x="640" y="822"/>
                    <a:pt x="822" y="640"/>
                    <a:pt x="822" y="408"/>
                  </a:cubicBezTo>
                  <a:cubicBezTo>
                    <a:pt x="822" y="182"/>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53"/>
            <p:cNvSpPr/>
            <p:nvPr/>
          </p:nvSpPr>
          <p:spPr>
            <a:xfrm>
              <a:off x="6674677" y="3826630"/>
              <a:ext cx="22138" cy="22165"/>
            </a:xfrm>
            <a:custGeom>
              <a:avLst/>
              <a:gdLst/>
              <a:ahLst/>
              <a:cxnLst/>
              <a:rect l="l" t="t" r="r" b="b"/>
              <a:pathLst>
                <a:path w="821" h="822" extrusionOk="0">
                  <a:moveTo>
                    <a:pt x="407" y="0"/>
                  </a:moveTo>
                  <a:cubicBezTo>
                    <a:pt x="181" y="0"/>
                    <a:pt x="0" y="182"/>
                    <a:pt x="0" y="408"/>
                  </a:cubicBezTo>
                  <a:cubicBezTo>
                    <a:pt x="0" y="640"/>
                    <a:pt x="181" y="822"/>
                    <a:pt x="407" y="822"/>
                  </a:cubicBezTo>
                  <a:cubicBezTo>
                    <a:pt x="640" y="822"/>
                    <a:pt x="820" y="640"/>
                    <a:pt x="820" y="408"/>
                  </a:cubicBezTo>
                  <a:cubicBezTo>
                    <a:pt x="820" y="182"/>
                    <a:pt x="640" y="0"/>
                    <a:pt x="4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 name="Google Shape;711;p53"/>
          <p:cNvGrpSpPr/>
          <p:nvPr/>
        </p:nvGrpSpPr>
        <p:grpSpPr>
          <a:xfrm>
            <a:off x="6391197" y="2646923"/>
            <a:ext cx="377888" cy="377914"/>
            <a:chOff x="6396991" y="2941261"/>
            <a:chExt cx="377888" cy="377914"/>
          </a:xfrm>
        </p:grpSpPr>
        <p:sp>
          <p:nvSpPr>
            <p:cNvPr id="712" name="Google Shape;712;p53"/>
            <p:cNvSpPr/>
            <p:nvPr/>
          </p:nvSpPr>
          <p:spPr>
            <a:xfrm>
              <a:off x="6442104" y="3060797"/>
              <a:ext cx="287851" cy="214075"/>
            </a:xfrm>
            <a:custGeom>
              <a:avLst/>
              <a:gdLst/>
              <a:ahLst/>
              <a:cxnLst/>
              <a:rect l="l" t="t" r="r" b="b"/>
              <a:pathLst>
                <a:path w="10675" h="7939" extrusionOk="0">
                  <a:moveTo>
                    <a:pt x="5334" y="820"/>
                  </a:moveTo>
                  <a:cubicBezTo>
                    <a:pt x="5635" y="820"/>
                    <a:pt x="5886" y="1063"/>
                    <a:pt x="5886" y="1372"/>
                  </a:cubicBezTo>
                  <a:cubicBezTo>
                    <a:pt x="5886" y="1673"/>
                    <a:pt x="5635" y="1916"/>
                    <a:pt x="5334" y="1916"/>
                  </a:cubicBezTo>
                  <a:cubicBezTo>
                    <a:pt x="5033" y="1916"/>
                    <a:pt x="4790" y="1673"/>
                    <a:pt x="4790" y="1372"/>
                  </a:cubicBezTo>
                  <a:cubicBezTo>
                    <a:pt x="4790" y="1063"/>
                    <a:pt x="5033" y="820"/>
                    <a:pt x="5334" y="820"/>
                  </a:cubicBezTo>
                  <a:close/>
                  <a:moveTo>
                    <a:pt x="5334" y="2737"/>
                  </a:moveTo>
                  <a:cubicBezTo>
                    <a:pt x="5968" y="2737"/>
                    <a:pt x="6494" y="3220"/>
                    <a:pt x="6563" y="3834"/>
                  </a:cubicBezTo>
                  <a:lnTo>
                    <a:pt x="4113" y="3834"/>
                  </a:lnTo>
                  <a:cubicBezTo>
                    <a:pt x="4181" y="3220"/>
                    <a:pt x="4701" y="2737"/>
                    <a:pt x="5334" y="2737"/>
                  </a:cubicBezTo>
                  <a:close/>
                  <a:moveTo>
                    <a:pt x="9439" y="4655"/>
                  </a:moveTo>
                  <a:cubicBezTo>
                    <a:pt x="9671" y="4655"/>
                    <a:pt x="9853" y="4837"/>
                    <a:pt x="9853" y="5063"/>
                  </a:cubicBezTo>
                  <a:lnTo>
                    <a:pt x="9853" y="6704"/>
                  </a:lnTo>
                  <a:cubicBezTo>
                    <a:pt x="9853" y="6930"/>
                    <a:pt x="9671" y="7118"/>
                    <a:pt x="9439" y="7118"/>
                  </a:cubicBezTo>
                  <a:lnTo>
                    <a:pt x="1229" y="7118"/>
                  </a:lnTo>
                  <a:cubicBezTo>
                    <a:pt x="1004" y="7118"/>
                    <a:pt x="822" y="6930"/>
                    <a:pt x="822" y="6704"/>
                  </a:cubicBezTo>
                  <a:lnTo>
                    <a:pt x="822" y="5063"/>
                  </a:lnTo>
                  <a:cubicBezTo>
                    <a:pt x="822" y="4837"/>
                    <a:pt x="1004" y="4655"/>
                    <a:pt x="1229" y="4655"/>
                  </a:cubicBezTo>
                  <a:close/>
                  <a:moveTo>
                    <a:pt x="5334" y="0"/>
                  </a:moveTo>
                  <a:cubicBezTo>
                    <a:pt x="4581" y="0"/>
                    <a:pt x="3969" y="617"/>
                    <a:pt x="3969" y="1372"/>
                  </a:cubicBezTo>
                  <a:cubicBezTo>
                    <a:pt x="3969" y="1691"/>
                    <a:pt x="4081" y="1985"/>
                    <a:pt x="4263" y="2217"/>
                  </a:cubicBezTo>
                  <a:cubicBezTo>
                    <a:pt x="3711" y="2555"/>
                    <a:pt x="3335" y="3151"/>
                    <a:pt x="3286" y="3834"/>
                  </a:cubicBezTo>
                  <a:lnTo>
                    <a:pt x="1229" y="3834"/>
                  </a:lnTo>
                  <a:cubicBezTo>
                    <a:pt x="553" y="3834"/>
                    <a:pt x="1" y="4386"/>
                    <a:pt x="1" y="5063"/>
                  </a:cubicBezTo>
                  <a:lnTo>
                    <a:pt x="1" y="6704"/>
                  </a:lnTo>
                  <a:cubicBezTo>
                    <a:pt x="1" y="7388"/>
                    <a:pt x="553" y="7939"/>
                    <a:pt x="1229" y="7939"/>
                  </a:cubicBezTo>
                  <a:lnTo>
                    <a:pt x="9439" y="7939"/>
                  </a:lnTo>
                  <a:cubicBezTo>
                    <a:pt x="10122" y="7939"/>
                    <a:pt x="10674" y="7388"/>
                    <a:pt x="10674" y="6704"/>
                  </a:cubicBezTo>
                  <a:lnTo>
                    <a:pt x="10674" y="5063"/>
                  </a:lnTo>
                  <a:cubicBezTo>
                    <a:pt x="10674" y="4386"/>
                    <a:pt x="10122" y="3834"/>
                    <a:pt x="9439" y="3834"/>
                  </a:cubicBezTo>
                  <a:lnTo>
                    <a:pt x="7384" y="3834"/>
                  </a:lnTo>
                  <a:cubicBezTo>
                    <a:pt x="7339" y="3151"/>
                    <a:pt x="6957" y="2555"/>
                    <a:pt x="6407" y="2217"/>
                  </a:cubicBezTo>
                  <a:cubicBezTo>
                    <a:pt x="6613" y="1960"/>
                    <a:pt x="6726" y="1627"/>
                    <a:pt x="6700" y="1271"/>
                  </a:cubicBezTo>
                  <a:cubicBezTo>
                    <a:pt x="6656" y="600"/>
                    <a:pt x="6112" y="56"/>
                    <a:pt x="5441" y="4"/>
                  </a:cubicBezTo>
                  <a:cubicBezTo>
                    <a:pt x="5405" y="2"/>
                    <a:pt x="5370" y="0"/>
                    <a:pt x="53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53"/>
            <p:cNvSpPr/>
            <p:nvPr/>
          </p:nvSpPr>
          <p:spPr>
            <a:xfrm>
              <a:off x="6396991" y="2941261"/>
              <a:ext cx="377888" cy="377914"/>
            </a:xfrm>
            <a:custGeom>
              <a:avLst/>
              <a:gdLst/>
              <a:ahLst/>
              <a:cxnLst/>
              <a:rect l="l" t="t" r="r" b="b"/>
              <a:pathLst>
                <a:path w="14014" h="14015" extrusionOk="0">
                  <a:moveTo>
                    <a:pt x="7195" y="821"/>
                  </a:moveTo>
                  <a:lnTo>
                    <a:pt x="6600" y="2308"/>
                  </a:lnTo>
                  <a:cubicBezTo>
                    <a:pt x="6500" y="2571"/>
                    <a:pt x="6249" y="2733"/>
                    <a:pt x="5966" y="2733"/>
                  </a:cubicBezTo>
                  <a:lnTo>
                    <a:pt x="822" y="2733"/>
                  </a:lnTo>
                  <a:lnTo>
                    <a:pt x="822" y="1504"/>
                  </a:lnTo>
                  <a:cubicBezTo>
                    <a:pt x="822" y="1128"/>
                    <a:pt x="1129" y="821"/>
                    <a:pt x="1505" y="821"/>
                  </a:cubicBezTo>
                  <a:lnTo>
                    <a:pt x="1642" y="821"/>
                  </a:lnTo>
                  <a:lnTo>
                    <a:pt x="1642" y="1492"/>
                  </a:lnTo>
                  <a:cubicBezTo>
                    <a:pt x="1642" y="1706"/>
                    <a:pt x="1800" y="1886"/>
                    <a:pt x="2006" y="1912"/>
                  </a:cubicBezTo>
                  <a:cubicBezTo>
                    <a:pt x="2021" y="1914"/>
                    <a:pt x="2037" y="1914"/>
                    <a:pt x="2052" y="1914"/>
                  </a:cubicBezTo>
                  <a:cubicBezTo>
                    <a:pt x="2282" y="1914"/>
                    <a:pt x="2463" y="1734"/>
                    <a:pt x="2463" y="1504"/>
                  </a:cubicBezTo>
                  <a:lnTo>
                    <a:pt x="2463" y="821"/>
                  </a:lnTo>
                  <a:lnTo>
                    <a:pt x="3285" y="821"/>
                  </a:lnTo>
                  <a:lnTo>
                    <a:pt x="3285" y="1492"/>
                  </a:lnTo>
                  <a:cubicBezTo>
                    <a:pt x="3285" y="1706"/>
                    <a:pt x="3441" y="1886"/>
                    <a:pt x="3649" y="1912"/>
                  </a:cubicBezTo>
                  <a:cubicBezTo>
                    <a:pt x="3664" y="1914"/>
                    <a:pt x="3679" y="1914"/>
                    <a:pt x="3694" y="1914"/>
                  </a:cubicBezTo>
                  <a:cubicBezTo>
                    <a:pt x="3923" y="1914"/>
                    <a:pt x="4106" y="1734"/>
                    <a:pt x="4106" y="1504"/>
                  </a:cubicBezTo>
                  <a:lnTo>
                    <a:pt x="4106" y="821"/>
                  </a:lnTo>
                  <a:lnTo>
                    <a:pt x="4927" y="821"/>
                  </a:lnTo>
                  <a:lnTo>
                    <a:pt x="4927" y="1492"/>
                  </a:lnTo>
                  <a:cubicBezTo>
                    <a:pt x="4927" y="1706"/>
                    <a:pt x="5083" y="1886"/>
                    <a:pt x="5290" y="1912"/>
                  </a:cubicBezTo>
                  <a:cubicBezTo>
                    <a:pt x="5305" y="1914"/>
                    <a:pt x="5320" y="1914"/>
                    <a:pt x="5335" y="1914"/>
                  </a:cubicBezTo>
                  <a:cubicBezTo>
                    <a:pt x="5565" y="1914"/>
                    <a:pt x="5748" y="1734"/>
                    <a:pt x="5748" y="1504"/>
                  </a:cubicBezTo>
                  <a:lnTo>
                    <a:pt x="5748" y="821"/>
                  </a:lnTo>
                  <a:close/>
                  <a:moveTo>
                    <a:pt x="12510" y="821"/>
                  </a:moveTo>
                  <a:cubicBezTo>
                    <a:pt x="12886" y="821"/>
                    <a:pt x="13194" y="1128"/>
                    <a:pt x="13194" y="1504"/>
                  </a:cubicBezTo>
                  <a:lnTo>
                    <a:pt x="13194" y="12510"/>
                  </a:lnTo>
                  <a:cubicBezTo>
                    <a:pt x="13194" y="12886"/>
                    <a:pt x="12886" y="13193"/>
                    <a:pt x="12510" y="13193"/>
                  </a:cubicBezTo>
                  <a:lnTo>
                    <a:pt x="1505" y="13193"/>
                  </a:lnTo>
                  <a:cubicBezTo>
                    <a:pt x="1129" y="13193"/>
                    <a:pt x="822" y="12886"/>
                    <a:pt x="822" y="12510"/>
                  </a:cubicBezTo>
                  <a:lnTo>
                    <a:pt x="822" y="3554"/>
                  </a:lnTo>
                  <a:lnTo>
                    <a:pt x="5966" y="3554"/>
                  </a:lnTo>
                  <a:cubicBezTo>
                    <a:pt x="6588" y="3554"/>
                    <a:pt x="7132" y="3184"/>
                    <a:pt x="7365" y="2608"/>
                  </a:cubicBezTo>
                  <a:lnTo>
                    <a:pt x="8080" y="821"/>
                  </a:lnTo>
                  <a:close/>
                  <a:moveTo>
                    <a:pt x="1505" y="0"/>
                  </a:moveTo>
                  <a:cubicBezTo>
                    <a:pt x="678" y="0"/>
                    <a:pt x="1" y="671"/>
                    <a:pt x="1" y="1504"/>
                  </a:cubicBezTo>
                  <a:lnTo>
                    <a:pt x="1" y="12510"/>
                  </a:lnTo>
                  <a:cubicBezTo>
                    <a:pt x="1" y="13337"/>
                    <a:pt x="678" y="14014"/>
                    <a:pt x="1505" y="14014"/>
                  </a:cubicBezTo>
                  <a:lnTo>
                    <a:pt x="12510" y="14014"/>
                  </a:lnTo>
                  <a:cubicBezTo>
                    <a:pt x="13344" y="14014"/>
                    <a:pt x="14014" y="13337"/>
                    <a:pt x="14014" y="12510"/>
                  </a:cubicBezTo>
                  <a:lnTo>
                    <a:pt x="14014" y="1504"/>
                  </a:lnTo>
                  <a:cubicBezTo>
                    <a:pt x="14014" y="671"/>
                    <a:pt x="13344" y="0"/>
                    <a:pt x="125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53"/>
            <p:cNvSpPr/>
            <p:nvPr/>
          </p:nvSpPr>
          <p:spPr>
            <a:xfrm>
              <a:off x="6574933" y="3208457"/>
              <a:ext cx="22165" cy="22165"/>
            </a:xfrm>
            <a:custGeom>
              <a:avLst/>
              <a:gdLst/>
              <a:ahLst/>
              <a:cxnLst/>
              <a:rect l="l" t="t" r="r" b="b"/>
              <a:pathLst>
                <a:path w="822" h="822" extrusionOk="0">
                  <a:moveTo>
                    <a:pt x="408" y="1"/>
                  </a:moveTo>
                  <a:cubicBezTo>
                    <a:pt x="183" y="1"/>
                    <a:pt x="1" y="183"/>
                    <a:pt x="1" y="408"/>
                  </a:cubicBezTo>
                  <a:cubicBezTo>
                    <a:pt x="1" y="634"/>
                    <a:pt x="183" y="822"/>
                    <a:pt x="408" y="822"/>
                  </a:cubicBezTo>
                  <a:cubicBezTo>
                    <a:pt x="634" y="822"/>
                    <a:pt x="822" y="634"/>
                    <a:pt x="822" y="408"/>
                  </a:cubicBezTo>
                  <a:cubicBezTo>
                    <a:pt x="822" y="183"/>
                    <a:pt x="634"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53"/>
            <p:cNvSpPr/>
            <p:nvPr/>
          </p:nvSpPr>
          <p:spPr>
            <a:xfrm>
              <a:off x="6530684" y="3208457"/>
              <a:ext cx="22138" cy="22165"/>
            </a:xfrm>
            <a:custGeom>
              <a:avLst/>
              <a:gdLst/>
              <a:ahLst/>
              <a:cxnLst/>
              <a:rect l="l" t="t" r="r" b="b"/>
              <a:pathLst>
                <a:path w="821" h="822" extrusionOk="0">
                  <a:moveTo>
                    <a:pt x="407" y="1"/>
                  </a:moveTo>
                  <a:cubicBezTo>
                    <a:pt x="181" y="1"/>
                    <a:pt x="1" y="183"/>
                    <a:pt x="1" y="408"/>
                  </a:cubicBezTo>
                  <a:cubicBezTo>
                    <a:pt x="1" y="634"/>
                    <a:pt x="181" y="822"/>
                    <a:pt x="407" y="822"/>
                  </a:cubicBezTo>
                  <a:cubicBezTo>
                    <a:pt x="632" y="822"/>
                    <a:pt x="820" y="634"/>
                    <a:pt x="820" y="408"/>
                  </a:cubicBezTo>
                  <a:cubicBezTo>
                    <a:pt x="820" y="183"/>
                    <a:pt x="632" y="1"/>
                    <a:pt x="4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53"/>
            <p:cNvSpPr/>
            <p:nvPr/>
          </p:nvSpPr>
          <p:spPr>
            <a:xfrm>
              <a:off x="6486407" y="3208457"/>
              <a:ext cx="22165" cy="22165"/>
            </a:xfrm>
            <a:custGeom>
              <a:avLst/>
              <a:gdLst/>
              <a:ahLst/>
              <a:cxnLst/>
              <a:rect l="l" t="t" r="r" b="b"/>
              <a:pathLst>
                <a:path w="822" h="822" extrusionOk="0">
                  <a:moveTo>
                    <a:pt x="408" y="1"/>
                  </a:moveTo>
                  <a:cubicBezTo>
                    <a:pt x="182" y="1"/>
                    <a:pt x="0" y="183"/>
                    <a:pt x="0" y="408"/>
                  </a:cubicBezTo>
                  <a:cubicBezTo>
                    <a:pt x="0" y="634"/>
                    <a:pt x="182" y="822"/>
                    <a:pt x="408" y="822"/>
                  </a:cubicBezTo>
                  <a:cubicBezTo>
                    <a:pt x="633" y="822"/>
                    <a:pt x="821" y="634"/>
                    <a:pt x="821" y="408"/>
                  </a:cubicBezTo>
                  <a:cubicBezTo>
                    <a:pt x="821" y="183"/>
                    <a:pt x="633"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53"/>
            <p:cNvSpPr/>
            <p:nvPr/>
          </p:nvSpPr>
          <p:spPr>
            <a:xfrm>
              <a:off x="6619237" y="3208457"/>
              <a:ext cx="22165" cy="22165"/>
            </a:xfrm>
            <a:custGeom>
              <a:avLst/>
              <a:gdLst/>
              <a:ahLst/>
              <a:cxnLst/>
              <a:rect l="l" t="t" r="r" b="b"/>
              <a:pathLst>
                <a:path w="822" h="822" extrusionOk="0">
                  <a:moveTo>
                    <a:pt x="408" y="1"/>
                  </a:moveTo>
                  <a:cubicBezTo>
                    <a:pt x="182" y="1"/>
                    <a:pt x="0" y="183"/>
                    <a:pt x="0" y="408"/>
                  </a:cubicBezTo>
                  <a:cubicBezTo>
                    <a:pt x="0" y="634"/>
                    <a:pt x="182" y="822"/>
                    <a:pt x="408" y="822"/>
                  </a:cubicBezTo>
                  <a:cubicBezTo>
                    <a:pt x="639" y="822"/>
                    <a:pt x="821" y="634"/>
                    <a:pt x="821" y="408"/>
                  </a:cubicBezTo>
                  <a:cubicBezTo>
                    <a:pt x="821" y="183"/>
                    <a:pt x="639"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53"/>
            <p:cNvSpPr/>
            <p:nvPr/>
          </p:nvSpPr>
          <p:spPr>
            <a:xfrm>
              <a:off x="6663513" y="3208457"/>
              <a:ext cx="22138" cy="22165"/>
            </a:xfrm>
            <a:custGeom>
              <a:avLst/>
              <a:gdLst/>
              <a:ahLst/>
              <a:cxnLst/>
              <a:rect l="l" t="t" r="r" b="b"/>
              <a:pathLst>
                <a:path w="821" h="822" extrusionOk="0">
                  <a:moveTo>
                    <a:pt x="407" y="1"/>
                  </a:moveTo>
                  <a:cubicBezTo>
                    <a:pt x="181" y="1"/>
                    <a:pt x="1" y="183"/>
                    <a:pt x="1" y="408"/>
                  </a:cubicBezTo>
                  <a:cubicBezTo>
                    <a:pt x="1" y="634"/>
                    <a:pt x="181" y="822"/>
                    <a:pt x="407" y="822"/>
                  </a:cubicBezTo>
                  <a:cubicBezTo>
                    <a:pt x="640" y="822"/>
                    <a:pt x="821" y="634"/>
                    <a:pt x="821" y="408"/>
                  </a:cubicBezTo>
                  <a:cubicBezTo>
                    <a:pt x="821" y="183"/>
                    <a:pt x="640" y="1"/>
                    <a:pt x="4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 name="Google Shape;719;p53"/>
          <p:cNvGrpSpPr/>
          <p:nvPr/>
        </p:nvGrpSpPr>
        <p:grpSpPr>
          <a:xfrm>
            <a:off x="6406742" y="2015699"/>
            <a:ext cx="346797" cy="377941"/>
            <a:chOff x="6417943" y="2304617"/>
            <a:chExt cx="346797" cy="377941"/>
          </a:xfrm>
        </p:grpSpPr>
        <p:sp>
          <p:nvSpPr>
            <p:cNvPr id="720" name="Google Shape;720;p53"/>
            <p:cNvSpPr/>
            <p:nvPr/>
          </p:nvSpPr>
          <p:spPr>
            <a:xfrm>
              <a:off x="6417943" y="2304617"/>
              <a:ext cx="346797" cy="377941"/>
            </a:xfrm>
            <a:custGeom>
              <a:avLst/>
              <a:gdLst/>
              <a:ahLst/>
              <a:cxnLst/>
              <a:rect l="l" t="t" r="r" b="b"/>
              <a:pathLst>
                <a:path w="12861" h="14016" extrusionOk="0">
                  <a:moveTo>
                    <a:pt x="6430" y="822"/>
                  </a:moveTo>
                  <a:cubicBezTo>
                    <a:pt x="7754" y="822"/>
                    <a:pt x="8969" y="1305"/>
                    <a:pt x="9903" y="2107"/>
                  </a:cubicBezTo>
                  <a:lnTo>
                    <a:pt x="9320" y="2690"/>
                  </a:lnTo>
                  <a:cubicBezTo>
                    <a:pt x="8524" y="2032"/>
                    <a:pt x="7509" y="1644"/>
                    <a:pt x="6430" y="1644"/>
                  </a:cubicBezTo>
                  <a:cubicBezTo>
                    <a:pt x="5353" y="1644"/>
                    <a:pt x="4338" y="2032"/>
                    <a:pt x="3542" y="2690"/>
                  </a:cubicBezTo>
                  <a:lnTo>
                    <a:pt x="2959" y="2107"/>
                  </a:lnTo>
                  <a:cubicBezTo>
                    <a:pt x="3893" y="1305"/>
                    <a:pt x="5108" y="822"/>
                    <a:pt x="6430" y="822"/>
                  </a:cubicBezTo>
                  <a:close/>
                  <a:moveTo>
                    <a:pt x="6430" y="2465"/>
                  </a:moveTo>
                  <a:cubicBezTo>
                    <a:pt x="7810" y="2465"/>
                    <a:pt x="9057" y="3235"/>
                    <a:pt x="9690" y="4426"/>
                  </a:cubicBezTo>
                  <a:cubicBezTo>
                    <a:pt x="9439" y="4513"/>
                    <a:pt x="9239" y="4695"/>
                    <a:pt x="9126" y="4927"/>
                  </a:cubicBezTo>
                  <a:lnTo>
                    <a:pt x="8073" y="4927"/>
                  </a:lnTo>
                  <a:cubicBezTo>
                    <a:pt x="7685" y="4420"/>
                    <a:pt x="7077" y="4107"/>
                    <a:pt x="6430" y="4107"/>
                  </a:cubicBezTo>
                  <a:cubicBezTo>
                    <a:pt x="5785" y="4107"/>
                    <a:pt x="5177" y="4420"/>
                    <a:pt x="4789" y="4927"/>
                  </a:cubicBezTo>
                  <a:lnTo>
                    <a:pt x="3736" y="4927"/>
                  </a:lnTo>
                  <a:cubicBezTo>
                    <a:pt x="3624" y="4695"/>
                    <a:pt x="3422" y="4513"/>
                    <a:pt x="3172" y="4426"/>
                  </a:cubicBezTo>
                  <a:cubicBezTo>
                    <a:pt x="3806" y="3235"/>
                    <a:pt x="5053" y="2465"/>
                    <a:pt x="6430" y="2465"/>
                  </a:cubicBezTo>
                  <a:close/>
                  <a:moveTo>
                    <a:pt x="6430" y="4927"/>
                  </a:moveTo>
                  <a:cubicBezTo>
                    <a:pt x="6870" y="4927"/>
                    <a:pt x="7277" y="5166"/>
                    <a:pt x="7497" y="5548"/>
                  </a:cubicBezTo>
                  <a:cubicBezTo>
                    <a:pt x="7572" y="5673"/>
                    <a:pt x="7703" y="5748"/>
                    <a:pt x="7853" y="5780"/>
                  </a:cubicBezTo>
                  <a:lnTo>
                    <a:pt x="9033" y="5780"/>
                  </a:lnTo>
                  <a:lnTo>
                    <a:pt x="9033" y="6570"/>
                  </a:lnTo>
                  <a:lnTo>
                    <a:pt x="7847" y="6570"/>
                  </a:lnTo>
                  <a:cubicBezTo>
                    <a:pt x="7703" y="6570"/>
                    <a:pt x="7572" y="6651"/>
                    <a:pt x="7497" y="6777"/>
                  </a:cubicBezTo>
                  <a:cubicBezTo>
                    <a:pt x="7390" y="6965"/>
                    <a:pt x="7234" y="7116"/>
                    <a:pt x="7052" y="7221"/>
                  </a:cubicBezTo>
                  <a:cubicBezTo>
                    <a:pt x="6919" y="7296"/>
                    <a:pt x="6844" y="7434"/>
                    <a:pt x="6844" y="7579"/>
                  </a:cubicBezTo>
                  <a:lnTo>
                    <a:pt x="6844" y="8763"/>
                  </a:lnTo>
                  <a:lnTo>
                    <a:pt x="6017" y="8763"/>
                  </a:lnTo>
                  <a:lnTo>
                    <a:pt x="6017" y="7579"/>
                  </a:lnTo>
                  <a:cubicBezTo>
                    <a:pt x="6017" y="7434"/>
                    <a:pt x="5942" y="7296"/>
                    <a:pt x="5817" y="7228"/>
                  </a:cubicBezTo>
                  <a:cubicBezTo>
                    <a:pt x="5629" y="7122"/>
                    <a:pt x="5472" y="6965"/>
                    <a:pt x="5365" y="6777"/>
                  </a:cubicBezTo>
                  <a:cubicBezTo>
                    <a:pt x="5290" y="6651"/>
                    <a:pt x="5159" y="6570"/>
                    <a:pt x="5009" y="6570"/>
                  </a:cubicBezTo>
                  <a:lnTo>
                    <a:pt x="3830" y="6570"/>
                  </a:lnTo>
                  <a:lnTo>
                    <a:pt x="3830" y="5748"/>
                  </a:lnTo>
                  <a:lnTo>
                    <a:pt x="5009" y="5748"/>
                  </a:lnTo>
                  <a:cubicBezTo>
                    <a:pt x="5159" y="5748"/>
                    <a:pt x="5290" y="5673"/>
                    <a:pt x="5365" y="5548"/>
                  </a:cubicBezTo>
                  <a:cubicBezTo>
                    <a:pt x="5585" y="5166"/>
                    <a:pt x="5993" y="4927"/>
                    <a:pt x="6430" y="4927"/>
                  </a:cubicBezTo>
                  <a:close/>
                  <a:moveTo>
                    <a:pt x="4789" y="7391"/>
                  </a:moveTo>
                  <a:cubicBezTo>
                    <a:pt x="4908" y="7547"/>
                    <a:pt x="5047" y="7686"/>
                    <a:pt x="5197" y="7805"/>
                  </a:cubicBezTo>
                  <a:lnTo>
                    <a:pt x="5197" y="8776"/>
                  </a:lnTo>
                  <a:cubicBezTo>
                    <a:pt x="4902" y="8838"/>
                    <a:pt x="4677" y="9089"/>
                    <a:pt x="4651" y="9396"/>
                  </a:cubicBezTo>
                  <a:cubicBezTo>
                    <a:pt x="4024" y="9051"/>
                    <a:pt x="3511" y="8531"/>
                    <a:pt x="3172" y="7892"/>
                  </a:cubicBezTo>
                  <a:cubicBezTo>
                    <a:pt x="3422" y="7811"/>
                    <a:pt x="3624" y="7629"/>
                    <a:pt x="3736" y="7391"/>
                  </a:cubicBezTo>
                  <a:close/>
                  <a:moveTo>
                    <a:pt x="9126" y="7391"/>
                  </a:moveTo>
                  <a:cubicBezTo>
                    <a:pt x="9239" y="7629"/>
                    <a:pt x="9439" y="7811"/>
                    <a:pt x="9690" y="7892"/>
                  </a:cubicBezTo>
                  <a:cubicBezTo>
                    <a:pt x="9351" y="8531"/>
                    <a:pt x="8837" y="9051"/>
                    <a:pt x="8211" y="9396"/>
                  </a:cubicBezTo>
                  <a:cubicBezTo>
                    <a:pt x="8186" y="9089"/>
                    <a:pt x="7960" y="8838"/>
                    <a:pt x="7665" y="8776"/>
                  </a:cubicBezTo>
                  <a:lnTo>
                    <a:pt x="7665" y="7805"/>
                  </a:lnTo>
                  <a:cubicBezTo>
                    <a:pt x="7816" y="7686"/>
                    <a:pt x="7954" y="7547"/>
                    <a:pt x="8073" y="7391"/>
                  </a:cubicBezTo>
                  <a:close/>
                  <a:moveTo>
                    <a:pt x="2383" y="2690"/>
                  </a:moveTo>
                  <a:lnTo>
                    <a:pt x="2965" y="3273"/>
                  </a:lnTo>
                  <a:cubicBezTo>
                    <a:pt x="2626" y="3674"/>
                    <a:pt x="2357" y="4137"/>
                    <a:pt x="2175" y="4652"/>
                  </a:cubicBezTo>
                  <a:cubicBezTo>
                    <a:pt x="2151" y="4727"/>
                    <a:pt x="2144" y="4814"/>
                    <a:pt x="2163" y="4897"/>
                  </a:cubicBezTo>
                  <a:cubicBezTo>
                    <a:pt x="2213" y="5085"/>
                    <a:pt x="2383" y="5204"/>
                    <a:pt x="2565" y="5204"/>
                  </a:cubicBezTo>
                  <a:lnTo>
                    <a:pt x="2872" y="5204"/>
                  </a:lnTo>
                  <a:cubicBezTo>
                    <a:pt x="2947" y="5204"/>
                    <a:pt x="3008" y="5266"/>
                    <a:pt x="3008" y="5341"/>
                  </a:cubicBezTo>
                  <a:lnTo>
                    <a:pt x="3008" y="6983"/>
                  </a:lnTo>
                  <a:cubicBezTo>
                    <a:pt x="3008" y="7058"/>
                    <a:pt x="2947" y="7122"/>
                    <a:pt x="2872" y="7122"/>
                  </a:cubicBezTo>
                  <a:lnTo>
                    <a:pt x="2571" y="7122"/>
                  </a:lnTo>
                  <a:cubicBezTo>
                    <a:pt x="2489" y="7122"/>
                    <a:pt x="2407" y="7140"/>
                    <a:pt x="2339" y="7183"/>
                  </a:cubicBezTo>
                  <a:cubicBezTo>
                    <a:pt x="2175" y="7296"/>
                    <a:pt x="2113" y="7498"/>
                    <a:pt x="2175" y="7666"/>
                  </a:cubicBezTo>
                  <a:cubicBezTo>
                    <a:pt x="2351" y="8169"/>
                    <a:pt x="2620" y="8638"/>
                    <a:pt x="2965" y="9045"/>
                  </a:cubicBezTo>
                  <a:lnTo>
                    <a:pt x="2383" y="9635"/>
                  </a:lnTo>
                  <a:cubicBezTo>
                    <a:pt x="1579" y="8701"/>
                    <a:pt x="1091" y="7484"/>
                    <a:pt x="1091" y="6162"/>
                  </a:cubicBezTo>
                  <a:cubicBezTo>
                    <a:pt x="1091" y="4834"/>
                    <a:pt x="1579" y="3624"/>
                    <a:pt x="2383" y="2690"/>
                  </a:cubicBezTo>
                  <a:close/>
                  <a:moveTo>
                    <a:pt x="10480" y="2690"/>
                  </a:moveTo>
                  <a:cubicBezTo>
                    <a:pt x="11281" y="3624"/>
                    <a:pt x="11770" y="4834"/>
                    <a:pt x="11770" y="6162"/>
                  </a:cubicBezTo>
                  <a:cubicBezTo>
                    <a:pt x="11770" y="7484"/>
                    <a:pt x="11281" y="8701"/>
                    <a:pt x="10480" y="9635"/>
                  </a:cubicBezTo>
                  <a:lnTo>
                    <a:pt x="9897" y="9045"/>
                  </a:lnTo>
                  <a:cubicBezTo>
                    <a:pt x="10242" y="8638"/>
                    <a:pt x="10511" y="8169"/>
                    <a:pt x="10687" y="7666"/>
                  </a:cubicBezTo>
                  <a:cubicBezTo>
                    <a:pt x="10749" y="7498"/>
                    <a:pt x="10687" y="7296"/>
                    <a:pt x="10523" y="7183"/>
                  </a:cubicBezTo>
                  <a:cubicBezTo>
                    <a:pt x="10454" y="7140"/>
                    <a:pt x="10373" y="7122"/>
                    <a:pt x="10292" y="7122"/>
                  </a:cubicBezTo>
                  <a:lnTo>
                    <a:pt x="9991" y="7122"/>
                  </a:lnTo>
                  <a:cubicBezTo>
                    <a:pt x="9916" y="7122"/>
                    <a:pt x="9852" y="7058"/>
                    <a:pt x="9852" y="6983"/>
                  </a:cubicBezTo>
                  <a:lnTo>
                    <a:pt x="9852" y="5341"/>
                  </a:lnTo>
                  <a:cubicBezTo>
                    <a:pt x="9852" y="5266"/>
                    <a:pt x="9916" y="5204"/>
                    <a:pt x="9991" y="5204"/>
                  </a:cubicBezTo>
                  <a:lnTo>
                    <a:pt x="10292" y="5204"/>
                  </a:lnTo>
                  <a:cubicBezTo>
                    <a:pt x="10373" y="5204"/>
                    <a:pt x="10454" y="5178"/>
                    <a:pt x="10523" y="5135"/>
                  </a:cubicBezTo>
                  <a:cubicBezTo>
                    <a:pt x="10687" y="5028"/>
                    <a:pt x="10749" y="4828"/>
                    <a:pt x="10687" y="4658"/>
                  </a:cubicBezTo>
                  <a:cubicBezTo>
                    <a:pt x="10505" y="4145"/>
                    <a:pt x="10236" y="3674"/>
                    <a:pt x="9897" y="3273"/>
                  </a:cubicBezTo>
                  <a:lnTo>
                    <a:pt x="10480" y="2690"/>
                  </a:lnTo>
                  <a:close/>
                  <a:moveTo>
                    <a:pt x="7390" y="9584"/>
                  </a:moveTo>
                  <a:lnTo>
                    <a:pt x="7390" y="10017"/>
                  </a:lnTo>
                  <a:cubicBezTo>
                    <a:pt x="7390" y="10110"/>
                    <a:pt x="7416" y="10199"/>
                    <a:pt x="7465" y="10267"/>
                  </a:cubicBezTo>
                  <a:cubicBezTo>
                    <a:pt x="7546" y="10380"/>
                    <a:pt x="7671" y="10437"/>
                    <a:pt x="7798" y="10437"/>
                  </a:cubicBezTo>
                  <a:cubicBezTo>
                    <a:pt x="7847" y="10437"/>
                    <a:pt x="7891" y="10431"/>
                    <a:pt x="7935" y="10417"/>
                  </a:cubicBezTo>
                  <a:cubicBezTo>
                    <a:pt x="8437" y="10237"/>
                    <a:pt x="8906" y="9966"/>
                    <a:pt x="9320" y="9628"/>
                  </a:cubicBezTo>
                  <a:lnTo>
                    <a:pt x="9903" y="10211"/>
                  </a:lnTo>
                  <a:cubicBezTo>
                    <a:pt x="8969" y="11013"/>
                    <a:pt x="7754" y="11496"/>
                    <a:pt x="6430" y="11496"/>
                  </a:cubicBezTo>
                  <a:cubicBezTo>
                    <a:pt x="5108" y="11496"/>
                    <a:pt x="3893" y="11013"/>
                    <a:pt x="2959" y="10211"/>
                  </a:cubicBezTo>
                  <a:lnTo>
                    <a:pt x="3542" y="9628"/>
                  </a:lnTo>
                  <a:cubicBezTo>
                    <a:pt x="3956" y="9966"/>
                    <a:pt x="4425" y="10237"/>
                    <a:pt x="4920" y="10411"/>
                  </a:cubicBezTo>
                  <a:cubicBezTo>
                    <a:pt x="4968" y="10430"/>
                    <a:pt x="5016" y="10439"/>
                    <a:pt x="5064" y="10439"/>
                  </a:cubicBezTo>
                  <a:cubicBezTo>
                    <a:pt x="5098" y="10439"/>
                    <a:pt x="5132" y="10435"/>
                    <a:pt x="5165" y="10425"/>
                  </a:cubicBezTo>
                  <a:cubicBezTo>
                    <a:pt x="5353" y="10374"/>
                    <a:pt x="5472" y="10211"/>
                    <a:pt x="5472" y="10029"/>
                  </a:cubicBezTo>
                  <a:lnTo>
                    <a:pt x="5472" y="9584"/>
                  </a:lnTo>
                  <a:close/>
                  <a:moveTo>
                    <a:pt x="9965" y="11207"/>
                  </a:moveTo>
                  <a:lnTo>
                    <a:pt x="11063" y="11846"/>
                  </a:lnTo>
                  <a:cubicBezTo>
                    <a:pt x="11564" y="12141"/>
                    <a:pt x="11909" y="12636"/>
                    <a:pt x="12009" y="13194"/>
                  </a:cubicBezTo>
                  <a:lnTo>
                    <a:pt x="853" y="13194"/>
                  </a:lnTo>
                  <a:cubicBezTo>
                    <a:pt x="954" y="12636"/>
                    <a:pt x="1298" y="12141"/>
                    <a:pt x="1799" y="11846"/>
                  </a:cubicBezTo>
                  <a:lnTo>
                    <a:pt x="2896" y="11207"/>
                  </a:lnTo>
                  <a:cubicBezTo>
                    <a:pt x="3924" y="11929"/>
                    <a:pt x="5146" y="12317"/>
                    <a:pt x="6430" y="12317"/>
                  </a:cubicBezTo>
                  <a:cubicBezTo>
                    <a:pt x="7716" y="12317"/>
                    <a:pt x="8938" y="11929"/>
                    <a:pt x="9965" y="11207"/>
                  </a:cubicBezTo>
                  <a:close/>
                  <a:moveTo>
                    <a:pt x="6430" y="1"/>
                  </a:moveTo>
                  <a:cubicBezTo>
                    <a:pt x="4789" y="1"/>
                    <a:pt x="3242" y="640"/>
                    <a:pt x="2076" y="1806"/>
                  </a:cubicBezTo>
                  <a:cubicBezTo>
                    <a:pt x="916" y="2966"/>
                    <a:pt x="271" y="4513"/>
                    <a:pt x="271" y="6162"/>
                  </a:cubicBezTo>
                  <a:cubicBezTo>
                    <a:pt x="271" y="7805"/>
                    <a:pt x="916" y="9352"/>
                    <a:pt x="2076" y="10518"/>
                  </a:cubicBezTo>
                  <a:cubicBezTo>
                    <a:pt x="2125" y="10562"/>
                    <a:pt x="2169" y="10605"/>
                    <a:pt x="2219" y="10650"/>
                  </a:cubicBezTo>
                  <a:lnTo>
                    <a:pt x="1385" y="11139"/>
                  </a:lnTo>
                  <a:cubicBezTo>
                    <a:pt x="527" y="11640"/>
                    <a:pt x="0" y="12561"/>
                    <a:pt x="0" y="13552"/>
                  </a:cubicBezTo>
                  <a:lnTo>
                    <a:pt x="0" y="13608"/>
                  </a:lnTo>
                  <a:cubicBezTo>
                    <a:pt x="0" y="13833"/>
                    <a:pt x="182" y="14015"/>
                    <a:pt x="408" y="14015"/>
                  </a:cubicBezTo>
                  <a:lnTo>
                    <a:pt x="12455" y="14015"/>
                  </a:lnTo>
                  <a:cubicBezTo>
                    <a:pt x="12680" y="14015"/>
                    <a:pt x="12861" y="13833"/>
                    <a:pt x="12861" y="13608"/>
                  </a:cubicBezTo>
                  <a:lnTo>
                    <a:pt x="12861" y="13552"/>
                  </a:lnTo>
                  <a:cubicBezTo>
                    <a:pt x="12861" y="12561"/>
                    <a:pt x="12334" y="11640"/>
                    <a:pt x="11477" y="11139"/>
                  </a:cubicBezTo>
                  <a:lnTo>
                    <a:pt x="10642" y="10650"/>
                  </a:lnTo>
                  <a:cubicBezTo>
                    <a:pt x="10693" y="10605"/>
                    <a:pt x="10737" y="10562"/>
                    <a:pt x="10786" y="10518"/>
                  </a:cubicBezTo>
                  <a:cubicBezTo>
                    <a:pt x="11946" y="9352"/>
                    <a:pt x="12591" y="7805"/>
                    <a:pt x="12591" y="6162"/>
                  </a:cubicBezTo>
                  <a:cubicBezTo>
                    <a:pt x="12591" y="4513"/>
                    <a:pt x="11946" y="2966"/>
                    <a:pt x="10786" y="1806"/>
                  </a:cubicBezTo>
                  <a:cubicBezTo>
                    <a:pt x="9621" y="640"/>
                    <a:pt x="8073" y="1"/>
                    <a:pt x="64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53"/>
            <p:cNvSpPr/>
            <p:nvPr/>
          </p:nvSpPr>
          <p:spPr>
            <a:xfrm>
              <a:off x="6580380" y="2459612"/>
              <a:ext cx="22111" cy="22165"/>
            </a:xfrm>
            <a:custGeom>
              <a:avLst/>
              <a:gdLst/>
              <a:ahLst/>
              <a:cxnLst/>
              <a:rect l="l" t="t" r="r" b="b"/>
              <a:pathLst>
                <a:path w="820" h="822" extrusionOk="0">
                  <a:moveTo>
                    <a:pt x="406" y="0"/>
                  </a:moveTo>
                  <a:cubicBezTo>
                    <a:pt x="181" y="0"/>
                    <a:pt x="0" y="188"/>
                    <a:pt x="0" y="414"/>
                  </a:cubicBezTo>
                  <a:cubicBezTo>
                    <a:pt x="0" y="640"/>
                    <a:pt x="181" y="822"/>
                    <a:pt x="406" y="822"/>
                  </a:cubicBezTo>
                  <a:cubicBezTo>
                    <a:pt x="632" y="822"/>
                    <a:pt x="820" y="640"/>
                    <a:pt x="820" y="414"/>
                  </a:cubicBezTo>
                  <a:cubicBezTo>
                    <a:pt x="820" y="188"/>
                    <a:pt x="632" y="0"/>
                    <a:pt x="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 name="Google Shape;722;p53"/>
          <p:cNvGrpSpPr/>
          <p:nvPr/>
        </p:nvGrpSpPr>
        <p:grpSpPr>
          <a:xfrm>
            <a:off x="6391183" y="1415297"/>
            <a:ext cx="377914" cy="378076"/>
            <a:chOff x="6407481" y="1709796"/>
            <a:chExt cx="377914" cy="378076"/>
          </a:xfrm>
        </p:grpSpPr>
        <p:sp>
          <p:nvSpPr>
            <p:cNvPr id="723" name="Google Shape;723;p53"/>
            <p:cNvSpPr/>
            <p:nvPr/>
          </p:nvSpPr>
          <p:spPr>
            <a:xfrm>
              <a:off x="6407481" y="1709796"/>
              <a:ext cx="377914" cy="378076"/>
            </a:xfrm>
            <a:custGeom>
              <a:avLst/>
              <a:gdLst/>
              <a:ahLst/>
              <a:cxnLst/>
              <a:rect l="l" t="t" r="r" b="b"/>
              <a:pathLst>
                <a:path w="14015" h="14021" extrusionOk="0">
                  <a:moveTo>
                    <a:pt x="8649" y="821"/>
                  </a:moveTo>
                  <a:cubicBezTo>
                    <a:pt x="9025" y="821"/>
                    <a:pt x="9332" y="1128"/>
                    <a:pt x="9332" y="1510"/>
                  </a:cubicBezTo>
                  <a:lnTo>
                    <a:pt x="9332" y="4273"/>
                  </a:lnTo>
                  <a:cubicBezTo>
                    <a:pt x="9332" y="4499"/>
                    <a:pt x="9520" y="4681"/>
                    <a:pt x="9745" y="4681"/>
                  </a:cubicBezTo>
                  <a:lnTo>
                    <a:pt x="12510" y="4681"/>
                  </a:lnTo>
                  <a:cubicBezTo>
                    <a:pt x="12886" y="4681"/>
                    <a:pt x="13193" y="4988"/>
                    <a:pt x="13193" y="5364"/>
                  </a:cubicBezTo>
                  <a:lnTo>
                    <a:pt x="13193" y="8655"/>
                  </a:lnTo>
                  <a:cubicBezTo>
                    <a:pt x="13193" y="9031"/>
                    <a:pt x="12886" y="9338"/>
                    <a:pt x="12510" y="9338"/>
                  </a:cubicBezTo>
                  <a:lnTo>
                    <a:pt x="9745" y="9338"/>
                  </a:lnTo>
                  <a:cubicBezTo>
                    <a:pt x="9520" y="9338"/>
                    <a:pt x="9332" y="9520"/>
                    <a:pt x="9332" y="9745"/>
                  </a:cubicBezTo>
                  <a:lnTo>
                    <a:pt x="9332" y="12509"/>
                  </a:lnTo>
                  <a:cubicBezTo>
                    <a:pt x="9332" y="12892"/>
                    <a:pt x="9025" y="13199"/>
                    <a:pt x="8649" y="13199"/>
                  </a:cubicBezTo>
                  <a:lnTo>
                    <a:pt x="5365" y="13199"/>
                  </a:lnTo>
                  <a:cubicBezTo>
                    <a:pt x="4989" y="13199"/>
                    <a:pt x="4682" y="12892"/>
                    <a:pt x="4682" y="12509"/>
                  </a:cubicBezTo>
                  <a:lnTo>
                    <a:pt x="4682" y="9745"/>
                  </a:lnTo>
                  <a:cubicBezTo>
                    <a:pt x="4682" y="9520"/>
                    <a:pt x="4494" y="9338"/>
                    <a:pt x="4269" y="9338"/>
                  </a:cubicBezTo>
                  <a:lnTo>
                    <a:pt x="1504" y="9338"/>
                  </a:lnTo>
                  <a:cubicBezTo>
                    <a:pt x="1128" y="9338"/>
                    <a:pt x="821" y="9031"/>
                    <a:pt x="821" y="8655"/>
                  </a:cubicBezTo>
                  <a:lnTo>
                    <a:pt x="821" y="5364"/>
                  </a:lnTo>
                  <a:cubicBezTo>
                    <a:pt x="821" y="4988"/>
                    <a:pt x="1128" y="4681"/>
                    <a:pt x="1504" y="4681"/>
                  </a:cubicBezTo>
                  <a:lnTo>
                    <a:pt x="4269" y="4681"/>
                  </a:lnTo>
                  <a:cubicBezTo>
                    <a:pt x="4494" y="4681"/>
                    <a:pt x="4682" y="4499"/>
                    <a:pt x="4682" y="4273"/>
                  </a:cubicBezTo>
                  <a:lnTo>
                    <a:pt x="4682" y="1510"/>
                  </a:lnTo>
                  <a:cubicBezTo>
                    <a:pt x="4682" y="1128"/>
                    <a:pt x="4989" y="821"/>
                    <a:pt x="5365" y="821"/>
                  </a:cubicBezTo>
                  <a:close/>
                  <a:moveTo>
                    <a:pt x="5365" y="0"/>
                  </a:moveTo>
                  <a:cubicBezTo>
                    <a:pt x="4532" y="0"/>
                    <a:pt x="3861" y="677"/>
                    <a:pt x="3861" y="1510"/>
                  </a:cubicBezTo>
                  <a:lnTo>
                    <a:pt x="3861" y="3860"/>
                  </a:lnTo>
                  <a:lnTo>
                    <a:pt x="1504" y="3860"/>
                  </a:lnTo>
                  <a:cubicBezTo>
                    <a:pt x="671" y="3860"/>
                    <a:pt x="0" y="4537"/>
                    <a:pt x="0" y="5364"/>
                  </a:cubicBezTo>
                  <a:lnTo>
                    <a:pt x="0" y="8655"/>
                  </a:lnTo>
                  <a:cubicBezTo>
                    <a:pt x="0" y="9482"/>
                    <a:pt x="671" y="10159"/>
                    <a:pt x="1504" y="10159"/>
                  </a:cubicBezTo>
                  <a:lnTo>
                    <a:pt x="3861" y="10159"/>
                  </a:lnTo>
                  <a:lnTo>
                    <a:pt x="3861" y="12509"/>
                  </a:lnTo>
                  <a:cubicBezTo>
                    <a:pt x="3861" y="13343"/>
                    <a:pt x="4532" y="14020"/>
                    <a:pt x="5365" y="14020"/>
                  </a:cubicBezTo>
                  <a:lnTo>
                    <a:pt x="8649" y="14020"/>
                  </a:lnTo>
                  <a:cubicBezTo>
                    <a:pt x="9482" y="14020"/>
                    <a:pt x="10153" y="13343"/>
                    <a:pt x="10153" y="12509"/>
                  </a:cubicBezTo>
                  <a:lnTo>
                    <a:pt x="10153" y="10159"/>
                  </a:lnTo>
                  <a:lnTo>
                    <a:pt x="12510" y="10159"/>
                  </a:lnTo>
                  <a:cubicBezTo>
                    <a:pt x="13343" y="10159"/>
                    <a:pt x="14014" y="9482"/>
                    <a:pt x="14014" y="8655"/>
                  </a:cubicBezTo>
                  <a:lnTo>
                    <a:pt x="14014" y="5364"/>
                  </a:lnTo>
                  <a:cubicBezTo>
                    <a:pt x="14014" y="4537"/>
                    <a:pt x="13343" y="3860"/>
                    <a:pt x="12510" y="3860"/>
                  </a:cubicBezTo>
                  <a:lnTo>
                    <a:pt x="10153" y="3860"/>
                  </a:lnTo>
                  <a:lnTo>
                    <a:pt x="10153" y="1510"/>
                  </a:lnTo>
                  <a:cubicBezTo>
                    <a:pt x="10153" y="677"/>
                    <a:pt x="9482" y="0"/>
                    <a:pt x="86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53"/>
            <p:cNvSpPr/>
            <p:nvPr/>
          </p:nvSpPr>
          <p:spPr>
            <a:xfrm>
              <a:off x="6552795" y="1754181"/>
              <a:ext cx="87232" cy="66469"/>
            </a:xfrm>
            <a:custGeom>
              <a:avLst/>
              <a:gdLst/>
              <a:ahLst/>
              <a:cxnLst/>
              <a:rect l="l" t="t" r="r" b="b"/>
              <a:pathLst>
                <a:path w="3235" h="2465" extrusionOk="0">
                  <a:moveTo>
                    <a:pt x="1617" y="1149"/>
                  </a:moveTo>
                  <a:lnTo>
                    <a:pt x="1944" y="1638"/>
                  </a:lnTo>
                  <a:lnTo>
                    <a:pt x="1292" y="1638"/>
                  </a:lnTo>
                  <a:lnTo>
                    <a:pt x="1617" y="1149"/>
                  </a:lnTo>
                  <a:close/>
                  <a:moveTo>
                    <a:pt x="1619" y="0"/>
                  </a:moveTo>
                  <a:cubicBezTo>
                    <a:pt x="1488" y="0"/>
                    <a:pt x="1358" y="61"/>
                    <a:pt x="1279" y="183"/>
                  </a:cubicBezTo>
                  <a:lnTo>
                    <a:pt x="182" y="1826"/>
                  </a:lnTo>
                  <a:cubicBezTo>
                    <a:pt x="0" y="2095"/>
                    <a:pt x="196" y="2465"/>
                    <a:pt x="521" y="2465"/>
                  </a:cubicBezTo>
                  <a:lnTo>
                    <a:pt x="2715" y="2465"/>
                  </a:lnTo>
                  <a:cubicBezTo>
                    <a:pt x="3040" y="2465"/>
                    <a:pt x="3234" y="2095"/>
                    <a:pt x="3054" y="1826"/>
                  </a:cubicBezTo>
                  <a:lnTo>
                    <a:pt x="1963" y="183"/>
                  </a:lnTo>
                  <a:cubicBezTo>
                    <a:pt x="1881" y="61"/>
                    <a:pt x="1750" y="0"/>
                    <a:pt x="16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53"/>
            <p:cNvSpPr/>
            <p:nvPr/>
          </p:nvSpPr>
          <p:spPr>
            <a:xfrm>
              <a:off x="6552795" y="1976938"/>
              <a:ext cx="87232" cy="66496"/>
            </a:xfrm>
            <a:custGeom>
              <a:avLst/>
              <a:gdLst/>
              <a:ahLst/>
              <a:cxnLst/>
              <a:rect l="l" t="t" r="r" b="b"/>
              <a:pathLst>
                <a:path w="3235" h="2466" extrusionOk="0">
                  <a:moveTo>
                    <a:pt x="1944" y="822"/>
                  </a:moveTo>
                  <a:lnTo>
                    <a:pt x="1617" y="1317"/>
                  </a:lnTo>
                  <a:lnTo>
                    <a:pt x="1292" y="822"/>
                  </a:lnTo>
                  <a:close/>
                  <a:moveTo>
                    <a:pt x="521" y="1"/>
                  </a:moveTo>
                  <a:cubicBezTo>
                    <a:pt x="196" y="1"/>
                    <a:pt x="0" y="371"/>
                    <a:pt x="182" y="640"/>
                  </a:cubicBezTo>
                  <a:lnTo>
                    <a:pt x="1279" y="2283"/>
                  </a:lnTo>
                  <a:cubicBezTo>
                    <a:pt x="1358" y="2405"/>
                    <a:pt x="1488" y="2465"/>
                    <a:pt x="1619" y="2465"/>
                  </a:cubicBezTo>
                  <a:cubicBezTo>
                    <a:pt x="1750" y="2465"/>
                    <a:pt x="1881" y="2405"/>
                    <a:pt x="1963" y="2283"/>
                  </a:cubicBezTo>
                  <a:lnTo>
                    <a:pt x="3054" y="640"/>
                  </a:lnTo>
                  <a:cubicBezTo>
                    <a:pt x="3234" y="371"/>
                    <a:pt x="3040" y="1"/>
                    <a:pt x="27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53"/>
            <p:cNvSpPr/>
            <p:nvPr/>
          </p:nvSpPr>
          <p:spPr>
            <a:xfrm>
              <a:off x="6450058" y="1858131"/>
              <a:ext cx="68114" cy="81353"/>
            </a:xfrm>
            <a:custGeom>
              <a:avLst/>
              <a:gdLst/>
              <a:ahLst/>
              <a:cxnLst/>
              <a:rect l="l" t="t" r="r" b="b"/>
              <a:pathLst>
                <a:path w="2526" h="3017" extrusionOk="0">
                  <a:moveTo>
                    <a:pt x="1705" y="1179"/>
                  </a:moveTo>
                  <a:lnTo>
                    <a:pt x="1705" y="1838"/>
                  </a:lnTo>
                  <a:lnTo>
                    <a:pt x="1216" y="1505"/>
                  </a:lnTo>
                  <a:lnTo>
                    <a:pt x="1705" y="1179"/>
                  </a:lnTo>
                  <a:close/>
                  <a:moveTo>
                    <a:pt x="2115" y="1"/>
                  </a:moveTo>
                  <a:cubicBezTo>
                    <a:pt x="2039" y="1"/>
                    <a:pt x="1960" y="22"/>
                    <a:pt x="1887" y="70"/>
                  </a:cubicBezTo>
                  <a:lnTo>
                    <a:pt x="246" y="1167"/>
                  </a:lnTo>
                  <a:cubicBezTo>
                    <a:pt x="0" y="1329"/>
                    <a:pt x="0" y="1687"/>
                    <a:pt x="246" y="1850"/>
                  </a:cubicBezTo>
                  <a:lnTo>
                    <a:pt x="1887" y="2946"/>
                  </a:lnTo>
                  <a:cubicBezTo>
                    <a:pt x="1960" y="2994"/>
                    <a:pt x="2039" y="3016"/>
                    <a:pt x="2115" y="3016"/>
                  </a:cubicBezTo>
                  <a:cubicBezTo>
                    <a:pt x="2330" y="3016"/>
                    <a:pt x="2526" y="2847"/>
                    <a:pt x="2526" y="2602"/>
                  </a:cubicBezTo>
                  <a:lnTo>
                    <a:pt x="2526" y="415"/>
                  </a:lnTo>
                  <a:cubicBezTo>
                    <a:pt x="2526" y="170"/>
                    <a:pt x="2330" y="1"/>
                    <a:pt x="21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53"/>
            <p:cNvSpPr/>
            <p:nvPr/>
          </p:nvSpPr>
          <p:spPr>
            <a:xfrm>
              <a:off x="6674677" y="1858131"/>
              <a:ext cx="68114" cy="81353"/>
            </a:xfrm>
            <a:custGeom>
              <a:avLst/>
              <a:gdLst/>
              <a:ahLst/>
              <a:cxnLst/>
              <a:rect l="l" t="t" r="r" b="b"/>
              <a:pathLst>
                <a:path w="2526" h="3017" extrusionOk="0">
                  <a:moveTo>
                    <a:pt x="820" y="1179"/>
                  </a:moveTo>
                  <a:lnTo>
                    <a:pt x="1309" y="1505"/>
                  </a:lnTo>
                  <a:lnTo>
                    <a:pt x="820" y="1838"/>
                  </a:lnTo>
                  <a:lnTo>
                    <a:pt x="820" y="1179"/>
                  </a:lnTo>
                  <a:close/>
                  <a:moveTo>
                    <a:pt x="411" y="1"/>
                  </a:moveTo>
                  <a:cubicBezTo>
                    <a:pt x="197" y="1"/>
                    <a:pt x="0" y="170"/>
                    <a:pt x="0" y="415"/>
                  </a:cubicBezTo>
                  <a:lnTo>
                    <a:pt x="0" y="2602"/>
                  </a:lnTo>
                  <a:cubicBezTo>
                    <a:pt x="0" y="2847"/>
                    <a:pt x="197" y="3016"/>
                    <a:pt x="411" y="3016"/>
                  </a:cubicBezTo>
                  <a:cubicBezTo>
                    <a:pt x="488" y="3016"/>
                    <a:pt x="567" y="2994"/>
                    <a:pt x="640" y="2946"/>
                  </a:cubicBezTo>
                  <a:lnTo>
                    <a:pt x="2281" y="1850"/>
                  </a:lnTo>
                  <a:cubicBezTo>
                    <a:pt x="2526" y="1687"/>
                    <a:pt x="2526" y="1329"/>
                    <a:pt x="2281" y="1167"/>
                  </a:cubicBezTo>
                  <a:lnTo>
                    <a:pt x="640" y="70"/>
                  </a:lnTo>
                  <a:cubicBezTo>
                    <a:pt x="567" y="22"/>
                    <a:pt x="488" y="1"/>
                    <a:pt x="4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53"/>
            <p:cNvSpPr/>
            <p:nvPr/>
          </p:nvSpPr>
          <p:spPr>
            <a:xfrm>
              <a:off x="6540984" y="1843462"/>
              <a:ext cx="110880" cy="110718"/>
            </a:xfrm>
            <a:custGeom>
              <a:avLst/>
              <a:gdLst/>
              <a:ahLst/>
              <a:cxnLst/>
              <a:rect l="l" t="t" r="r" b="b"/>
              <a:pathLst>
                <a:path w="4112" h="4106" extrusionOk="0">
                  <a:moveTo>
                    <a:pt x="2055" y="821"/>
                  </a:moveTo>
                  <a:cubicBezTo>
                    <a:pt x="2732" y="821"/>
                    <a:pt x="3290" y="1373"/>
                    <a:pt x="3290" y="2049"/>
                  </a:cubicBezTo>
                  <a:cubicBezTo>
                    <a:pt x="3290" y="2732"/>
                    <a:pt x="2732" y="3284"/>
                    <a:pt x="2055" y="3284"/>
                  </a:cubicBezTo>
                  <a:cubicBezTo>
                    <a:pt x="1379" y="3284"/>
                    <a:pt x="822" y="2732"/>
                    <a:pt x="822" y="2049"/>
                  </a:cubicBezTo>
                  <a:cubicBezTo>
                    <a:pt x="822" y="1373"/>
                    <a:pt x="1379" y="821"/>
                    <a:pt x="2055" y="821"/>
                  </a:cubicBezTo>
                  <a:close/>
                  <a:moveTo>
                    <a:pt x="2055" y="1"/>
                  </a:moveTo>
                  <a:cubicBezTo>
                    <a:pt x="921" y="1"/>
                    <a:pt x="1" y="921"/>
                    <a:pt x="1" y="2049"/>
                  </a:cubicBezTo>
                  <a:cubicBezTo>
                    <a:pt x="1" y="3184"/>
                    <a:pt x="921" y="4106"/>
                    <a:pt x="2055" y="4106"/>
                  </a:cubicBezTo>
                  <a:cubicBezTo>
                    <a:pt x="3191" y="4106"/>
                    <a:pt x="4112" y="3184"/>
                    <a:pt x="4112" y="2049"/>
                  </a:cubicBezTo>
                  <a:cubicBezTo>
                    <a:pt x="4112" y="921"/>
                    <a:pt x="3191" y="1"/>
                    <a:pt x="20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53"/>
            <p:cNvSpPr/>
            <p:nvPr/>
          </p:nvSpPr>
          <p:spPr>
            <a:xfrm>
              <a:off x="6585450" y="1887711"/>
              <a:ext cx="22138" cy="22192"/>
            </a:xfrm>
            <a:custGeom>
              <a:avLst/>
              <a:gdLst/>
              <a:ahLst/>
              <a:cxnLst/>
              <a:rect l="l" t="t" r="r" b="b"/>
              <a:pathLst>
                <a:path w="821" h="823" extrusionOk="0">
                  <a:moveTo>
                    <a:pt x="406" y="1"/>
                  </a:moveTo>
                  <a:cubicBezTo>
                    <a:pt x="181" y="1"/>
                    <a:pt x="0" y="183"/>
                    <a:pt x="0" y="408"/>
                  </a:cubicBezTo>
                  <a:cubicBezTo>
                    <a:pt x="0" y="640"/>
                    <a:pt x="181" y="822"/>
                    <a:pt x="406" y="822"/>
                  </a:cubicBezTo>
                  <a:cubicBezTo>
                    <a:pt x="632" y="822"/>
                    <a:pt x="820" y="640"/>
                    <a:pt x="820" y="408"/>
                  </a:cubicBezTo>
                  <a:cubicBezTo>
                    <a:pt x="820" y="183"/>
                    <a:pt x="632" y="1"/>
                    <a:pt x="4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0" name="Google Shape;730;p53"/>
          <p:cNvSpPr/>
          <p:nvPr/>
        </p:nvSpPr>
        <p:spPr>
          <a:xfrm>
            <a:off x="5623781" y="3241717"/>
            <a:ext cx="287824" cy="377888"/>
          </a:xfrm>
          <a:custGeom>
            <a:avLst/>
            <a:gdLst/>
            <a:ahLst/>
            <a:cxnLst/>
            <a:rect l="l" t="t" r="r" b="b"/>
            <a:pathLst>
              <a:path w="10674" h="14014" extrusionOk="0">
                <a:moveTo>
                  <a:pt x="6161" y="820"/>
                </a:moveTo>
                <a:cubicBezTo>
                  <a:pt x="6838" y="820"/>
                  <a:pt x="7390" y="1372"/>
                  <a:pt x="7390" y="2049"/>
                </a:cubicBezTo>
                <a:lnTo>
                  <a:pt x="7390" y="2732"/>
                </a:lnTo>
                <a:lnTo>
                  <a:pt x="3284" y="2732"/>
                </a:lnTo>
                <a:lnTo>
                  <a:pt x="3284" y="2049"/>
                </a:lnTo>
                <a:cubicBezTo>
                  <a:pt x="3284" y="1372"/>
                  <a:pt x="3836" y="820"/>
                  <a:pt x="4519" y="820"/>
                </a:cubicBezTo>
                <a:close/>
                <a:moveTo>
                  <a:pt x="7082" y="3553"/>
                </a:moveTo>
                <a:cubicBezTo>
                  <a:pt x="6662" y="4068"/>
                  <a:pt x="6029" y="4375"/>
                  <a:pt x="5340" y="4375"/>
                </a:cubicBezTo>
                <a:cubicBezTo>
                  <a:pt x="4651" y="4375"/>
                  <a:pt x="4018" y="4068"/>
                  <a:pt x="3598" y="3553"/>
                </a:cubicBezTo>
                <a:close/>
                <a:moveTo>
                  <a:pt x="2464" y="4105"/>
                </a:moveTo>
                <a:lnTo>
                  <a:pt x="2464" y="5471"/>
                </a:lnTo>
                <a:lnTo>
                  <a:pt x="1780" y="5471"/>
                </a:lnTo>
                <a:cubicBezTo>
                  <a:pt x="1705" y="5471"/>
                  <a:pt x="1643" y="5408"/>
                  <a:pt x="1643" y="5333"/>
                </a:cubicBezTo>
                <a:lnTo>
                  <a:pt x="1643" y="4242"/>
                </a:lnTo>
                <a:cubicBezTo>
                  <a:pt x="1643" y="4167"/>
                  <a:pt x="1705" y="4105"/>
                  <a:pt x="1780" y="4105"/>
                </a:cubicBezTo>
                <a:close/>
                <a:moveTo>
                  <a:pt x="8895" y="4105"/>
                </a:moveTo>
                <a:cubicBezTo>
                  <a:pt x="8976" y="4105"/>
                  <a:pt x="9031" y="4167"/>
                  <a:pt x="9031" y="4242"/>
                </a:cubicBezTo>
                <a:lnTo>
                  <a:pt x="9031" y="5333"/>
                </a:lnTo>
                <a:cubicBezTo>
                  <a:pt x="9031" y="5408"/>
                  <a:pt x="8976" y="5471"/>
                  <a:pt x="8895" y="5471"/>
                </a:cubicBezTo>
                <a:lnTo>
                  <a:pt x="8210" y="5471"/>
                </a:lnTo>
                <a:lnTo>
                  <a:pt x="8210" y="4105"/>
                </a:lnTo>
                <a:close/>
                <a:moveTo>
                  <a:pt x="1643" y="6286"/>
                </a:moveTo>
                <a:cubicBezTo>
                  <a:pt x="1687" y="6292"/>
                  <a:pt x="1730" y="6292"/>
                  <a:pt x="1780" y="6292"/>
                </a:cubicBezTo>
                <a:lnTo>
                  <a:pt x="2464" y="6292"/>
                </a:lnTo>
                <a:lnTo>
                  <a:pt x="2464" y="6431"/>
                </a:lnTo>
                <a:cubicBezTo>
                  <a:pt x="2464" y="6668"/>
                  <a:pt x="2494" y="6894"/>
                  <a:pt x="2545" y="7114"/>
                </a:cubicBezTo>
                <a:lnTo>
                  <a:pt x="2057" y="7114"/>
                </a:lnTo>
                <a:cubicBezTo>
                  <a:pt x="1825" y="7114"/>
                  <a:pt x="1643" y="6932"/>
                  <a:pt x="1643" y="6706"/>
                </a:cubicBezTo>
                <a:lnTo>
                  <a:pt x="1643" y="6286"/>
                </a:lnTo>
                <a:close/>
                <a:moveTo>
                  <a:pt x="7390" y="4418"/>
                </a:moveTo>
                <a:lnTo>
                  <a:pt x="7390" y="6399"/>
                </a:lnTo>
                <a:cubicBezTo>
                  <a:pt x="7390" y="7470"/>
                  <a:pt x="6525" y="8416"/>
                  <a:pt x="5459" y="8479"/>
                </a:cubicBezTo>
                <a:cubicBezTo>
                  <a:pt x="5421" y="8481"/>
                  <a:pt x="5382" y="8483"/>
                  <a:pt x="5345" y="8483"/>
                </a:cubicBezTo>
                <a:cubicBezTo>
                  <a:pt x="4802" y="8483"/>
                  <a:pt x="4311" y="8274"/>
                  <a:pt x="3943" y="7935"/>
                </a:cubicBezTo>
                <a:lnTo>
                  <a:pt x="4782" y="7935"/>
                </a:lnTo>
                <a:cubicBezTo>
                  <a:pt x="4990" y="7935"/>
                  <a:pt x="5178" y="7785"/>
                  <a:pt x="5196" y="7571"/>
                </a:cubicBezTo>
                <a:cubicBezTo>
                  <a:pt x="5227" y="7326"/>
                  <a:pt x="5033" y="7114"/>
                  <a:pt x="4788" y="7114"/>
                </a:cubicBezTo>
                <a:lnTo>
                  <a:pt x="3404" y="7114"/>
                </a:lnTo>
                <a:cubicBezTo>
                  <a:pt x="3329" y="6900"/>
                  <a:pt x="3284" y="6668"/>
                  <a:pt x="3284" y="6431"/>
                </a:cubicBezTo>
                <a:lnTo>
                  <a:pt x="3284" y="4418"/>
                </a:lnTo>
                <a:cubicBezTo>
                  <a:pt x="3836" y="4913"/>
                  <a:pt x="4563" y="5196"/>
                  <a:pt x="5340" y="5196"/>
                </a:cubicBezTo>
                <a:cubicBezTo>
                  <a:pt x="6112" y="5196"/>
                  <a:pt x="6838" y="4913"/>
                  <a:pt x="7390" y="4418"/>
                </a:cubicBezTo>
                <a:close/>
                <a:moveTo>
                  <a:pt x="5886" y="9251"/>
                </a:moveTo>
                <a:lnTo>
                  <a:pt x="5886" y="10116"/>
                </a:lnTo>
                <a:cubicBezTo>
                  <a:pt x="5886" y="10397"/>
                  <a:pt x="5673" y="10642"/>
                  <a:pt x="5390" y="10672"/>
                </a:cubicBezTo>
                <a:cubicBezTo>
                  <a:pt x="5375" y="10674"/>
                  <a:pt x="5360" y="10674"/>
                  <a:pt x="5345" y="10674"/>
                </a:cubicBezTo>
                <a:cubicBezTo>
                  <a:pt x="5040" y="10674"/>
                  <a:pt x="4788" y="10426"/>
                  <a:pt x="4788" y="10128"/>
                </a:cubicBezTo>
                <a:lnTo>
                  <a:pt x="4788" y="9251"/>
                </a:lnTo>
                <a:cubicBezTo>
                  <a:pt x="4970" y="9289"/>
                  <a:pt x="5152" y="9307"/>
                  <a:pt x="5340" y="9307"/>
                </a:cubicBezTo>
                <a:cubicBezTo>
                  <a:pt x="5528" y="9307"/>
                  <a:pt x="5710" y="9289"/>
                  <a:pt x="5886" y="9251"/>
                </a:cubicBezTo>
                <a:close/>
                <a:moveTo>
                  <a:pt x="8073" y="10128"/>
                </a:moveTo>
                <a:cubicBezTo>
                  <a:pt x="9057" y="10128"/>
                  <a:pt x="9853" y="10924"/>
                  <a:pt x="9853" y="11907"/>
                </a:cubicBezTo>
                <a:lnTo>
                  <a:pt x="9853" y="13192"/>
                </a:lnTo>
                <a:lnTo>
                  <a:pt x="8762" y="13192"/>
                </a:lnTo>
                <a:lnTo>
                  <a:pt x="8762" y="12465"/>
                </a:lnTo>
                <a:cubicBezTo>
                  <a:pt x="8762" y="12252"/>
                  <a:pt x="8606" y="12064"/>
                  <a:pt x="8398" y="12046"/>
                </a:cubicBezTo>
                <a:cubicBezTo>
                  <a:pt x="8380" y="12044"/>
                  <a:pt x="8362" y="12042"/>
                  <a:pt x="8345" y="12042"/>
                </a:cubicBezTo>
                <a:cubicBezTo>
                  <a:pt x="8120" y="12042"/>
                  <a:pt x="7941" y="12226"/>
                  <a:pt x="7941" y="12453"/>
                </a:cubicBezTo>
                <a:lnTo>
                  <a:pt x="7941" y="13192"/>
                </a:lnTo>
                <a:lnTo>
                  <a:pt x="2739" y="13192"/>
                </a:lnTo>
                <a:lnTo>
                  <a:pt x="2739" y="12465"/>
                </a:lnTo>
                <a:cubicBezTo>
                  <a:pt x="2739" y="12252"/>
                  <a:pt x="2583" y="12064"/>
                  <a:pt x="2375" y="12046"/>
                </a:cubicBezTo>
                <a:cubicBezTo>
                  <a:pt x="2358" y="12044"/>
                  <a:pt x="2340" y="12042"/>
                  <a:pt x="2322" y="12042"/>
                </a:cubicBezTo>
                <a:cubicBezTo>
                  <a:pt x="2097" y="12042"/>
                  <a:pt x="1918" y="12226"/>
                  <a:pt x="1918" y="12453"/>
                </a:cubicBezTo>
                <a:lnTo>
                  <a:pt x="1918" y="13192"/>
                </a:lnTo>
                <a:lnTo>
                  <a:pt x="822" y="13192"/>
                </a:lnTo>
                <a:lnTo>
                  <a:pt x="822" y="11907"/>
                </a:lnTo>
                <a:cubicBezTo>
                  <a:pt x="822" y="10924"/>
                  <a:pt x="1617" y="10128"/>
                  <a:pt x="2601" y="10128"/>
                </a:cubicBezTo>
                <a:lnTo>
                  <a:pt x="3968" y="10128"/>
                </a:lnTo>
                <a:cubicBezTo>
                  <a:pt x="3968" y="10880"/>
                  <a:pt x="4582" y="11494"/>
                  <a:pt x="5340" y="11494"/>
                </a:cubicBezTo>
                <a:cubicBezTo>
                  <a:pt x="6092" y="11494"/>
                  <a:pt x="6706" y="10880"/>
                  <a:pt x="6706" y="10128"/>
                </a:cubicBezTo>
                <a:close/>
                <a:moveTo>
                  <a:pt x="4224" y="1"/>
                </a:moveTo>
                <a:cubicBezTo>
                  <a:pt x="3254" y="1"/>
                  <a:pt x="2464" y="783"/>
                  <a:pt x="2464" y="1754"/>
                </a:cubicBezTo>
                <a:lnTo>
                  <a:pt x="2464" y="3284"/>
                </a:lnTo>
                <a:lnTo>
                  <a:pt x="1643" y="3284"/>
                </a:lnTo>
                <a:cubicBezTo>
                  <a:pt x="1192" y="3284"/>
                  <a:pt x="822" y="3648"/>
                  <a:pt x="822" y="4105"/>
                </a:cubicBezTo>
                <a:lnTo>
                  <a:pt x="822" y="6706"/>
                </a:lnTo>
                <a:cubicBezTo>
                  <a:pt x="822" y="7383"/>
                  <a:pt x="1374" y="7935"/>
                  <a:pt x="2057" y="7935"/>
                </a:cubicBezTo>
                <a:lnTo>
                  <a:pt x="2890" y="7935"/>
                </a:lnTo>
                <a:cubicBezTo>
                  <a:pt x="3153" y="8361"/>
                  <a:pt x="3529" y="8717"/>
                  <a:pt x="3968" y="8956"/>
                </a:cubicBezTo>
                <a:lnTo>
                  <a:pt x="3968" y="9307"/>
                </a:lnTo>
                <a:lnTo>
                  <a:pt x="2601" y="9307"/>
                </a:lnTo>
                <a:cubicBezTo>
                  <a:pt x="1166" y="9307"/>
                  <a:pt x="0" y="10466"/>
                  <a:pt x="0" y="11907"/>
                </a:cubicBezTo>
                <a:lnTo>
                  <a:pt x="0" y="13600"/>
                </a:lnTo>
                <a:cubicBezTo>
                  <a:pt x="0" y="13825"/>
                  <a:pt x="182" y="14013"/>
                  <a:pt x="408" y="14013"/>
                </a:cubicBezTo>
                <a:lnTo>
                  <a:pt x="10266" y="14013"/>
                </a:lnTo>
                <a:cubicBezTo>
                  <a:pt x="10492" y="14013"/>
                  <a:pt x="10674" y="13825"/>
                  <a:pt x="10674" y="13600"/>
                </a:cubicBezTo>
                <a:lnTo>
                  <a:pt x="10674" y="11907"/>
                </a:lnTo>
                <a:cubicBezTo>
                  <a:pt x="10674" y="10466"/>
                  <a:pt x="9514" y="9307"/>
                  <a:pt x="8073" y="9307"/>
                </a:cubicBezTo>
                <a:lnTo>
                  <a:pt x="6706" y="9307"/>
                </a:lnTo>
                <a:lnTo>
                  <a:pt x="6706" y="8956"/>
                </a:lnTo>
                <a:cubicBezTo>
                  <a:pt x="7602" y="8467"/>
                  <a:pt x="8210" y="7521"/>
                  <a:pt x="8210" y="6431"/>
                </a:cubicBezTo>
                <a:lnTo>
                  <a:pt x="8210" y="6292"/>
                </a:lnTo>
                <a:lnTo>
                  <a:pt x="8895" y="6292"/>
                </a:lnTo>
                <a:cubicBezTo>
                  <a:pt x="9427" y="6292"/>
                  <a:pt x="9853" y="5867"/>
                  <a:pt x="9853" y="5333"/>
                </a:cubicBezTo>
                <a:lnTo>
                  <a:pt x="9853" y="4048"/>
                </a:lnTo>
                <a:cubicBezTo>
                  <a:pt x="9853" y="3623"/>
                  <a:pt x="9514" y="3284"/>
                  <a:pt x="9089" y="3284"/>
                </a:cubicBezTo>
                <a:lnTo>
                  <a:pt x="8210" y="3284"/>
                </a:lnTo>
                <a:lnTo>
                  <a:pt x="8210" y="1642"/>
                </a:lnTo>
                <a:cubicBezTo>
                  <a:pt x="8210" y="733"/>
                  <a:pt x="7478" y="1"/>
                  <a:pt x="65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1" name="Google Shape;731;p53"/>
          <p:cNvGrpSpPr/>
          <p:nvPr/>
        </p:nvGrpSpPr>
        <p:grpSpPr>
          <a:xfrm>
            <a:off x="5578075" y="3857301"/>
            <a:ext cx="379236" cy="377914"/>
            <a:chOff x="5613685" y="4130876"/>
            <a:chExt cx="379236" cy="377914"/>
          </a:xfrm>
        </p:grpSpPr>
        <p:sp>
          <p:nvSpPr>
            <p:cNvPr id="732" name="Google Shape;732;p53"/>
            <p:cNvSpPr/>
            <p:nvPr/>
          </p:nvSpPr>
          <p:spPr>
            <a:xfrm>
              <a:off x="5613685" y="4226736"/>
              <a:ext cx="112094" cy="282054"/>
            </a:xfrm>
            <a:custGeom>
              <a:avLst/>
              <a:gdLst/>
              <a:ahLst/>
              <a:cxnLst/>
              <a:rect l="l" t="t" r="r" b="b"/>
              <a:pathLst>
                <a:path w="4157" h="10460" extrusionOk="0">
                  <a:moveTo>
                    <a:pt x="2082" y="994"/>
                  </a:moveTo>
                  <a:lnTo>
                    <a:pt x="3014" y="1934"/>
                  </a:lnTo>
                  <a:lnTo>
                    <a:pt x="2533" y="6296"/>
                  </a:lnTo>
                  <a:lnTo>
                    <a:pt x="1623" y="6296"/>
                  </a:lnTo>
                  <a:lnTo>
                    <a:pt x="1142" y="1934"/>
                  </a:lnTo>
                  <a:lnTo>
                    <a:pt x="2082" y="994"/>
                  </a:lnTo>
                  <a:close/>
                  <a:moveTo>
                    <a:pt x="2488" y="7117"/>
                  </a:moveTo>
                  <a:lnTo>
                    <a:pt x="2488" y="9229"/>
                  </a:lnTo>
                  <a:cubicBezTo>
                    <a:pt x="2488" y="9454"/>
                    <a:pt x="2300" y="9639"/>
                    <a:pt x="2074" y="9639"/>
                  </a:cubicBezTo>
                  <a:cubicBezTo>
                    <a:pt x="2060" y="9639"/>
                    <a:pt x="2045" y="9638"/>
                    <a:pt x="2031" y="9636"/>
                  </a:cubicBezTo>
                  <a:cubicBezTo>
                    <a:pt x="1825" y="9612"/>
                    <a:pt x="1668" y="9424"/>
                    <a:pt x="1668" y="9217"/>
                  </a:cubicBezTo>
                  <a:lnTo>
                    <a:pt x="1668" y="7117"/>
                  </a:lnTo>
                  <a:close/>
                  <a:moveTo>
                    <a:pt x="2078" y="1"/>
                  </a:moveTo>
                  <a:cubicBezTo>
                    <a:pt x="1973" y="1"/>
                    <a:pt x="1868" y="41"/>
                    <a:pt x="1787" y="123"/>
                  </a:cubicBezTo>
                  <a:lnTo>
                    <a:pt x="420" y="1490"/>
                  </a:lnTo>
                  <a:cubicBezTo>
                    <a:pt x="332" y="1577"/>
                    <a:pt x="289" y="1702"/>
                    <a:pt x="301" y="1828"/>
                  </a:cubicBezTo>
                  <a:lnTo>
                    <a:pt x="796" y="6296"/>
                  </a:lnTo>
                  <a:lnTo>
                    <a:pt x="445" y="6296"/>
                  </a:lnTo>
                  <a:cubicBezTo>
                    <a:pt x="239" y="6296"/>
                    <a:pt x="51" y="6454"/>
                    <a:pt x="26" y="6660"/>
                  </a:cubicBezTo>
                  <a:cubicBezTo>
                    <a:pt x="0" y="6911"/>
                    <a:pt x="194" y="7117"/>
                    <a:pt x="439" y="7117"/>
                  </a:cubicBezTo>
                  <a:lnTo>
                    <a:pt x="847" y="7117"/>
                  </a:lnTo>
                  <a:lnTo>
                    <a:pt x="847" y="9205"/>
                  </a:lnTo>
                  <a:cubicBezTo>
                    <a:pt x="847" y="9850"/>
                    <a:pt x="1367" y="10420"/>
                    <a:pt x="2013" y="10458"/>
                  </a:cubicBezTo>
                  <a:cubicBezTo>
                    <a:pt x="2035" y="10459"/>
                    <a:pt x="2057" y="10459"/>
                    <a:pt x="2079" y="10459"/>
                  </a:cubicBezTo>
                  <a:cubicBezTo>
                    <a:pt x="2758" y="10459"/>
                    <a:pt x="3309" y="9909"/>
                    <a:pt x="3309" y="9229"/>
                  </a:cubicBezTo>
                  <a:lnTo>
                    <a:pt x="3309" y="7117"/>
                  </a:lnTo>
                  <a:lnTo>
                    <a:pt x="3723" y="7117"/>
                  </a:lnTo>
                  <a:cubicBezTo>
                    <a:pt x="3962" y="7117"/>
                    <a:pt x="4156" y="6911"/>
                    <a:pt x="4130" y="6660"/>
                  </a:cubicBezTo>
                  <a:cubicBezTo>
                    <a:pt x="4105" y="6454"/>
                    <a:pt x="3924" y="6296"/>
                    <a:pt x="3711" y="6296"/>
                  </a:cubicBezTo>
                  <a:lnTo>
                    <a:pt x="3360" y="6296"/>
                  </a:lnTo>
                  <a:lnTo>
                    <a:pt x="3855" y="1828"/>
                  </a:lnTo>
                  <a:cubicBezTo>
                    <a:pt x="3867" y="1702"/>
                    <a:pt x="3824" y="1577"/>
                    <a:pt x="3736" y="1490"/>
                  </a:cubicBezTo>
                  <a:lnTo>
                    <a:pt x="2369" y="123"/>
                  </a:lnTo>
                  <a:cubicBezTo>
                    <a:pt x="2288" y="41"/>
                    <a:pt x="2183" y="1"/>
                    <a:pt x="20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53"/>
            <p:cNvSpPr/>
            <p:nvPr/>
          </p:nvSpPr>
          <p:spPr>
            <a:xfrm>
              <a:off x="5866158" y="4130876"/>
              <a:ext cx="126762" cy="377914"/>
            </a:xfrm>
            <a:custGeom>
              <a:avLst/>
              <a:gdLst/>
              <a:ahLst/>
              <a:cxnLst/>
              <a:rect l="l" t="t" r="r" b="b"/>
              <a:pathLst>
                <a:path w="4701" h="14015" extrusionOk="0">
                  <a:moveTo>
                    <a:pt x="2351" y="990"/>
                  </a:moveTo>
                  <a:lnTo>
                    <a:pt x="3836" y="2474"/>
                  </a:lnTo>
                  <a:lnTo>
                    <a:pt x="3084" y="8485"/>
                  </a:lnTo>
                  <a:lnTo>
                    <a:pt x="1617" y="8485"/>
                  </a:lnTo>
                  <a:lnTo>
                    <a:pt x="865" y="2474"/>
                  </a:lnTo>
                  <a:lnTo>
                    <a:pt x="2351" y="990"/>
                  </a:lnTo>
                  <a:close/>
                  <a:moveTo>
                    <a:pt x="3034" y="9306"/>
                  </a:moveTo>
                  <a:lnTo>
                    <a:pt x="3034" y="10127"/>
                  </a:lnTo>
                  <a:lnTo>
                    <a:pt x="1669" y="10127"/>
                  </a:lnTo>
                  <a:lnTo>
                    <a:pt x="1669" y="9306"/>
                  </a:lnTo>
                  <a:close/>
                  <a:moveTo>
                    <a:pt x="3034" y="10949"/>
                  </a:moveTo>
                  <a:lnTo>
                    <a:pt x="3034" y="12509"/>
                  </a:lnTo>
                  <a:cubicBezTo>
                    <a:pt x="3034" y="12886"/>
                    <a:pt x="2732" y="13194"/>
                    <a:pt x="2355" y="13194"/>
                  </a:cubicBezTo>
                  <a:cubicBezTo>
                    <a:pt x="2337" y="13194"/>
                    <a:pt x="2319" y="13193"/>
                    <a:pt x="2300" y="13191"/>
                  </a:cubicBezTo>
                  <a:cubicBezTo>
                    <a:pt x="1950" y="13167"/>
                    <a:pt x="1669" y="12841"/>
                    <a:pt x="1669" y="12497"/>
                  </a:cubicBezTo>
                  <a:lnTo>
                    <a:pt x="1669" y="10949"/>
                  </a:lnTo>
                  <a:close/>
                  <a:moveTo>
                    <a:pt x="2351" y="0"/>
                  </a:moveTo>
                  <a:cubicBezTo>
                    <a:pt x="2246" y="0"/>
                    <a:pt x="2141" y="40"/>
                    <a:pt x="2063" y="119"/>
                  </a:cubicBezTo>
                  <a:lnTo>
                    <a:pt x="145" y="2037"/>
                  </a:lnTo>
                  <a:cubicBezTo>
                    <a:pt x="58" y="2124"/>
                    <a:pt x="14" y="2249"/>
                    <a:pt x="26" y="2375"/>
                  </a:cubicBezTo>
                  <a:lnTo>
                    <a:pt x="790" y="8485"/>
                  </a:lnTo>
                  <a:lnTo>
                    <a:pt x="446" y="8485"/>
                  </a:lnTo>
                  <a:cubicBezTo>
                    <a:pt x="232" y="8485"/>
                    <a:pt x="52" y="8641"/>
                    <a:pt x="26" y="8849"/>
                  </a:cubicBezTo>
                  <a:cubicBezTo>
                    <a:pt x="0" y="9099"/>
                    <a:pt x="195" y="9306"/>
                    <a:pt x="434" y="9306"/>
                  </a:cubicBezTo>
                  <a:lnTo>
                    <a:pt x="847" y="9306"/>
                  </a:lnTo>
                  <a:lnTo>
                    <a:pt x="847" y="12483"/>
                  </a:lnTo>
                  <a:cubicBezTo>
                    <a:pt x="847" y="13292"/>
                    <a:pt x="1473" y="13975"/>
                    <a:pt x="2276" y="14013"/>
                  </a:cubicBezTo>
                  <a:cubicBezTo>
                    <a:pt x="2299" y="14014"/>
                    <a:pt x="2321" y="14014"/>
                    <a:pt x="2344" y="14014"/>
                  </a:cubicBezTo>
                  <a:cubicBezTo>
                    <a:pt x="3178" y="14014"/>
                    <a:pt x="3856" y="13339"/>
                    <a:pt x="3856" y="12509"/>
                  </a:cubicBezTo>
                  <a:lnTo>
                    <a:pt x="3856" y="9306"/>
                  </a:lnTo>
                  <a:lnTo>
                    <a:pt x="4269" y="9306"/>
                  </a:lnTo>
                  <a:cubicBezTo>
                    <a:pt x="4507" y="9306"/>
                    <a:pt x="4701" y="9099"/>
                    <a:pt x="4677" y="8849"/>
                  </a:cubicBezTo>
                  <a:cubicBezTo>
                    <a:pt x="4651" y="8641"/>
                    <a:pt x="4469" y="8485"/>
                    <a:pt x="4256" y="8485"/>
                  </a:cubicBezTo>
                  <a:lnTo>
                    <a:pt x="3911" y="8485"/>
                  </a:lnTo>
                  <a:lnTo>
                    <a:pt x="4677" y="2375"/>
                  </a:lnTo>
                  <a:cubicBezTo>
                    <a:pt x="4689" y="2249"/>
                    <a:pt x="4645" y="2124"/>
                    <a:pt x="4557" y="2037"/>
                  </a:cubicBezTo>
                  <a:lnTo>
                    <a:pt x="2639" y="119"/>
                  </a:lnTo>
                  <a:cubicBezTo>
                    <a:pt x="2561" y="40"/>
                    <a:pt x="2456" y="0"/>
                    <a:pt x="23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53"/>
            <p:cNvSpPr/>
            <p:nvPr/>
          </p:nvSpPr>
          <p:spPr>
            <a:xfrm>
              <a:off x="5735729" y="4285790"/>
              <a:ext cx="124039" cy="66523"/>
            </a:xfrm>
            <a:custGeom>
              <a:avLst/>
              <a:gdLst/>
              <a:ahLst/>
              <a:cxnLst/>
              <a:rect l="l" t="t" r="r" b="b"/>
              <a:pathLst>
                <a:path w="4600" h="2467" extrusionOk="0">
                  <a:moveTo>
                    <a:pt x="3329" y="1"/>
                  </a:moveTo>
                  <a:cubicBezTo>
                    <a:pt x="3112" y="1"/>
                    <a:pt x="2896" y="171"/>
                    <a:pt x="2896" y="509"/>
                  </a:cubicBezTo>
                  <a:cubicBezTo>
                    <a:pt x="2896" y="541"/>
                    <a:pt x="2914" y="578"/>
                    <a:pt x="2933" y="603"/>
                  </a:cubicBezTo>
                  <a:lnTo>
                    <a:pt x="3159" y="822"/>
                  </a:lnTo>
                  <a:lnTo>
                    <a:pt x="444" y="822"/>
                  </a:lnTo>
                  <a:cubicBezTo>
                    <a:pt x="414" y="822"/>
                    <a:pt x="376" y="834"/>
                    <a:pt x="357" y="860"/>
                  </a:cubicBezTo>
                  <a:cubicBezTo>
                    <a:pt x="0" y="1218"/>
                    <a:pt x="244" y="1643"/>
                    <a:pt x="588" y="1643"/>
                  </a:cubicBezTo>
                  <a:lnTo>
                    <a:pt x="3159" y="1643"/>
                  </a:lnTo>
                  <a:lnTo>
                    <a:pt x="2933" y="1869"/>
                  </a:lnTo>
                  <a:cubicBezTo>
                    <a:pt x="2914" y="1895"/>
                    <a:pt x="2896" y="1925"/>
                    <a:pt x="2896" y="1962"/>
                  </a:cubicBezTo>
                  <a:cubicBezTo>
                    <a:pt x="2896" y="2299"/>
                    <a:pt x="3109" y="2466"/>
                    <a:pt x="3326" y="2466"/>
                  </a:cubicBezTo>
                  <a:cubicBezTo>
                    <a:pt x="3432" y="2466"/>
                    <a:pt x="3539" y="2426"/>
                    <a:pt x="3622" y="2346"/>
                  </a:cubicBezTo>
                  <a:lnTo>
                    <a:pt x="4443" y="1525"/>
                  </a:lnTo>
                  <a:cubicBezTo>
                    <a:pt x="4600" y="1361"/>
                    <a:pt x="4600" y="1105"/>
                    <a:pt x="4443" y="941"/>
                  </a:cubicBezTo>
                  <a:lnTo>
                    <a:pt x="3622" y="120"/>
                  </a:lnTo>
                  <a:cubicBezTo>
                    <a:pt x="3540" y="40"/>
                    <a:pt x="3435" y="1"/>
                    <a:pt x="33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 name="Google Shape;735;p53"/>
          <p:cNvGrpSpPr/>
          <p:nvPr/>
        </p:nvGrpSpPr>
        <p:grpSpPr>
          <a:xfrm>
            <a:off x="5586259" y="2646761"/>
            <a:ext cx="362868" cy="378076"/>
            <a:chOff x="5624821" y="2951561"/>
            <a:chExt cx="362868" cy="378076"/>
          </a:xfrm>
        </p:grpSpPr>
        <p:sp>
          <p:nvSpPr>
            <p:cNvPr id="736" name="Google Shape;736;p53"/>
            <p:cNvSpPr/>
            <p:nvPr/>
          </p:nvSpPr>
          <p:spPr>
            <a:xfrm>
              <a:off x="5624821" y="2951561"/>
              <a:ext cx="362868" cy="378076"/>
            </a:xfrm>
            <a:custGeom>
              <a:avLst/>
              <a:gdLst/>
              <a:ahLst/>
              <a:cxnLst/>
              <a:rect l="l" t="t" r="r" b="b"/>
              <a:pathLst>
                <a:path w="13457" h="14021" extrusionOk="0">
                  <a:moveTo>
                    <a:pt x="8212" y="821"/>
                  </a:moveTo>
                  <a:lnTo>
                    <a:pt x="8212" y="5779"/>
                  </a:lnTo>
                  <a:lnTo>
                    <a:pt x="7391" y="5779"/>
                  </a:lnTo>
                  <a:lnTo>
                    <a:pt x="7391" y="3592"/>
                  </a:lnTo>
                  <a:lnTo>
                    <a:pt x="7391" y="2602"/>
                  </a:lnTo>
                  <a:cubicBezTo>
                    <a:pt x="7391" y="2426"/>
                    <a:pt x="7278" y="2270"/>
                    <a:pt x="7108" y="2213"/>
                  </a:cubicBezTo>
                  <a:lnTo>
                    <a:pt x="2940" y="821"/>
                  </a:lnTo>
                  <a:close/>
                  <a:moveTo>
                    <a:pt x="11220" y="5999"/>
                  </a:moveTo>
                  <a:lnTo>
                    <a:pt x="12378" y="7014"/>
                  </a:lnTo>
                  <a:lnTo>
                    <a:pt x="11220" y="8023"/>
                  </a:lnTo>
                  <a:lnTo>
                    <a:pt x="11220" y="7835"/>
                  </a:lnTo>
                  <a:cubicBezTo>
                    <a:pt x="11220" y="7604"/>
                    <a:pt x="11038" y="7422"/>
                    <a:pt x="10813" y="7422"/>
                  </a:cubicBezTo>
                  <a:lnTo>
                    <a:pt x="7391" y="7422"/>
                  </a:lnTo>
                  <a:lnTo>
                    <a:pt x="7391" y="6600"/>
                  </a:lnTo>
                  <a:lnTo>
                    <a:pt x="10813" y="6600"/>
                  </a:lnTo>
                  <a:cubicBezTo>
                    <a:pt x="11038" y="6600"/>
                    <a:pt x="11220" y="6418"/>
                    <a:pt x="11220" y="6193"/>
                  </a:cubicBezTo>
                  <a:lnTo>
                    <a:pt x="11220" y="5999"/>
                  </a:lnTo>
                  <a:close/>
                  <a:moveTo>
                    <a:pt x="8212" y="8243"/>
                  </a:moveTo>
                  <a:lnTo>
                    <a:pt x="8212" y="11558"/>
                  </a:lnTo>
                  <a:lnTo>
                    <a:pt x="7391" y="11558"/>
                  </a:lnTo>
                  <a:lnTo>
                    <a:pt x="7391" y="8243"/>
                  </a:lnTo>
                  <a:close/>
                  <a:moveTo>
                    <a:pt x="822" y="985"/>
                  </a:moveTo>
                  <a:lnTo>
                    <a:pt x="6569" y="2903"/>
                  </a:lnTo>
                  <a:lnTo>
                    <a:pt x="6569" y="3592"/>
                  </a:lnTo>
                  <a:lnTo>
                    <a:pt x="6569" y="13080"/>
                  </a:lnTo>
                  <a:lnTo>
                    <a:pt x="822" y="11645"/>
                  </a:lnTo>
                  <a:lnTo>
                    <a:pt x="822" y="985"/>
                  </a:lnTo>
                  <a:close/>
                  <a:moveTo>
                    <a:pt x="408" y="0"/>
                  </a:moveTo>
                  <a:cubicBezTo>
                    <a:pt x="183" y="0"/>
                    <a:pt x="1" y="188"/>
                    <a:pt x="1" y="414"/>
                  </a:cubicBezTo>
                  <a:lnTo>
                    <a:pt x="1" y="11966"/>
                  </a:lnTo>
                  <a:cubicBezTo>
                    <a:pt x="1" y="12154"/>
                    <a:pt x="127" y="12316"/>
                    <a:pt x="308" y="12366"/>
                  </a:cubicBezTo>
                  <a:lnTo>
                    <a:pt x="6882" y="14008"/>
                  </a:lnTo>
                  <a:cubicBezTo>
                    <a:pt x="6915" y="14016"/>
                    <a:pt x="6948" y="14020"/>
                    <a:pt x="6980" y="14020"/>
                  </a:cubicBezTo>
                  <a:cubicBezTo>
                    <a:pt x="7200" y="14020"/>
                    <a:pt x="7391" y="13842"/>
                    <a:pt x="7391" y="13607"/>
                  </a:cubicBezTo>
                  <a:lnTo>
                    <a:pt x="7391" y="12379"/>
                  </a:lnTo>
                  <a:lnTo>
                    <a:pt x="8626" y="12379"/>
                  </a:lnTo>
                  <a:cubicBezTo>
                    <a:pt x="8851" y="12379"/>
                    <a:pt x="9032" y="12191"/>
                    <a:pt x="9032" y="11966"/>
                  </a:cubicBezTo>
                  <a:lnTo>
                    <a:pt x="9032" y="8243"/>
                  </a:lnTo>
                  <a:lnTo>
                    <a:pt x="10399" y="8243"/>
                  </a:lnTo>
                  <a:lnTo>
                    <a:pt x="10399" y="8926"/>
                  </a:lnTo>
                  <a:cubicBezTo>
                    <a:pt x="10399" y="9174"/>
                    <a:pt x="10603" y="9341"/>
                    <a:pt x="10815" y="9341"/>
                  </a:cubicBezTo>
                  <a:cubicBezTo>
                    <a:pt x="10908" y="9341"/>
                    <a:pt x="11002" y="9309"/>
                    <a:pt x="11082" y="9239"/>
                  </a:cubicBezTo>
                  <a:lnTo>
                    <a:pt x="13269" y="7321"/>
                  </a:lnTo>
                  <a:cubicBezTo>
                    <a:pt x="13457" y="7158"/>
                    <a:pt x="13457" y="6864"/>
                    <a:pt x="13269" y="6701"/>
                  </a:cubicBezTo>
                  <a:lnTo>
                    <a:pt x="11082" y="4789"/>
                  </a:lnTo>
                  <a:cubicBezTo>
                    <a:pt x="11002" y="4716"/>
                    <a:pt x="10907" y="4684"/>
                    <a:pt x="10814" y="4684"/>
                  </a:cubicBezTo>
                  <a:cubicBezTo>
                    <a:pt x="10602" y="4684"/>
                    <a:pt x="10399" y="4853"/>
                    <a:pt x="10399" y="5096"/>
                  </a:cubicBezTo>
                  <a:lnTo>
                    <a:pt x="10399" y="5779"/>
                  </a:lnTo>
                  <a:lnTo>
                    <a:pt x="9032" y="5779"/>
                  </a:lnTo>
                  <a:lnTo>
                    <a:pt x="9032" y="414"/>
                  </a:lnTo>
                  <a:cubicBezTo>
                    <a:pt x="9032" y="188"/>
                    <a:pt x="8851" y="0"/>
                    <a:pt x="86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53"/>
            <p:cNvSpPr/>
            <p:nvPr/>
          </p:nvSpPr>
          <p:spPr>
            <a:xfrm>
              <a:off x="5669125" y="3013042"/>
              <a:ext cx="110718" cy="259808"/>
            </a:xfrm>
            <a:custGeom>
              <a:avLst/>
              <a:gdLst/>
              <a:ahLst/>
              <a:cxnLst/>
              <a:rect l="l" t="t" r="r" b="b"/>
              <a:pathLst>
                <a:path w="4106" h="9635" extrusionOk="0">
                  <a:moveTo>
                    <a:pt x="411" y="0"/>
                  </a:moveTo>
                  <a:cubicBezTo>
                    <a:pt x="193" y="0"/>
                    <a:pt x="0" y="180"/>
                    <a:pt x="0" y="416"/>
                  </a:cubicBezTo>
                  <a:lnTo>
                    <a:pt x="0" y="8407"/>
                  </a:lnTo>
                  <a:cubicBezTo>
                    <a:pt x="0" y="8595"/>
                    <a:pt x="125" y="8758"/>
                    <a:pt x="307" y="8801"/>
                  </a:cubicBezTo>
                  <a:lnTo>
                    <a:pt x="3598" y="9623"/>
                  </a:lnTo>
                  <a:cubicBezTo>
                    <a:pt x="3631" y="9631"/>
                    <a:pt x="3664" y="9635"/>
                    <a:pt x="3696" y="9635"/>
                  </a:cubicBezTo>
                  <a:cubicBezTo>
                    <a:pt x="3914" y="9635"/>
                    <a:pt x="4105" y="9456"/>
                    <a:pt x="4105" y="9227"/>
                  </a:cubicBezTo>
                  <a:lnTo>
                    <a:pt x="4105" y="6933"/>
                  </a:lnTo>
                  <a:cubicBezTo>
                    <a:pt x="4105" y="6721"/>
                    <a:pt x="3949" y="6539"/>
                    <a:pt x="3741" y="6514"/>
                  </a:cubicBezTo>
                  <a:cubicBezTo>
                    <a:pt x="3727" y="6512"/>
                    <a:pt x="3712" y="6511"/>
                    <a:pt x="3698" y="6511"/>
                  </a:cubicBezTo>
                  <a:cubicBezTo>
                    <a:pt x="3468" y="6511"/>
                    <a:pt x="3284" y="6692"/>
                    <a:pt x="3284" y="6921"/>
                  </a:cubicBezTo>
                  <a:lnTo>
                    <a:pt x="3284" y="8701"/>
                  </a:lnTo>
                  <a:lnTo>
                    <a:pt x="822" y="8081"/>
                  </a:lnTo>
                  <a:lnTo>
                    <a:pt x="822" y="980"/>
                  </a:lnTo>
                  <a:lnTo>
                    <a:pt x="3284" y="1807"/>
                  </a:lnTo>
                  <a:lnTo>
                    <a:pt x="3284" y="3624"/>
                  </a:lnTo>
                  <a:cubicBezTo>
                    <a:pt x="3284" y="3838"/>
                    <a:pt x="3440" y="4020"/>
                    <a:pt x="3648" y="4045"/>
                  </a:cubicBezTo>
                  <a:cubicBezTo>
                    <a:pt x="3662" y="4047"/>
                    <a:pt x="3676" y="4047"/>
                    <a:pt x="3690" y="4047"/>
                  </a:cubicBezTo>
                  <a:cubicBezTo>
                    <a:pt x="3916" y="4047"/>
                    <a:pt x="4105" y="3867"/>
                    <a:pt x="4105" y="3638"/>
                  </a:cubicBezTo>
                  <a:lnTo>
                    <a:pt x="4105" y="1506"/>
                  </a:lnTo>
                  <a:cubicBezTo>
                    <a:pt x="4105" y="1330"/>
                    <a:pt x="3992" y="1174"/>
                    <a:pt x="3824" y="1118"/>
                  </a:cubicBezTo>
                  <a:lnTo>
                    <a:pt x="539" y="22"/>
                  </a:lnTo>
                  <a:cubicBezTo>
                    <a:pt x="496" y="7"/>
                    <a:pt x="453" y="0"/>
                    <a:pt x="4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53"/>
            <p:cNvSpPr/>
            <p:nvPr/>
          </p:nvSpPr>
          <p:spPr>
            <a:xfrm>
              <a:off x="5757651" y="3144199"/>
              <a:ext cx="22192" cy="22192"/>
            </a:xfrm>
            <a:custGeom>
              <a:avLst/>
              <a:gdLst/>
              <a:ahLst/>
              <a:cxnLst/>
              <a:rect l="l" t="t" r="r" b="b"/>
              <a:pathLst>
                <a:path w="823" h="823" extrusionOk="0">
                  <a:moveTo>
                    <a:pt x="408" y="1"/>
                  </a:moveTo>
                  <a:cubicBezTo>
                    <a:pt x="183" y="1"/>
                    <a:pt x="1" y="189"/>
                    <a:pt x="1" y="415"/>
                  </a:cubicBezTo>
                  <a:cubicBezTo>
                    <a:pt x="1" y="640"/>
                    <a:pt x="183" y="822"/>
                    <a:pt x="408" y="822"/>
                  </a:cubicBezTo>
                  <a:cubicBezTo>
                    <a:pt x="640" y="822"/>
                    <a:pt x="822" y="640"/>
                    <a:pt x="822" y="415"/>
                  </a:cubicBezTo>
                  <a:cubicBezTo>
                    <a:pt x="822" y="189"/>
                    <a:pt x="640"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9" name="Google Shape;739;p53"/>
          <p:cNvSpPr/>
          <p:nvPr/>
        </p:nvSpPr>
        <p:spPr>
          <a:xfrm>
            <a:off x="5594200" y="1415297"/>
            <a:ext cx="346986" cy="378076"/>
          </a:xfrm>
          <a:custGeom>
            <a:avLst/>
            <a:gdLst/>
            <a:ahLst/>
            <a:cxnLst/>
            <a:rect l="l" t="t" r="r" b="b"/>
            <a:pathLst>
              <a:path w="12868" h="14021" extrusionOk="0">
                <a:moveTo>
                  <a:pt x="6023" y="839"/>
                </a:moveTo>
                <a:lnTo>
                  <a:pt x="6023" y="1661"/>
                </a:lnTo>
                <a:cubicBezTo>
                  <a:pt x="5671" y="1692"/>
                  <a:pt x="5321" y="1761"/>
                  <a:pt x="4988" y="1867"/>
                </a:cubicBezTo>
                <a:lnTo>
                  <a:pt x="4669" y="1109"/>
                </a:lnTo>
                <a:cubicBezTo>
                  <a:pt x="5101" y="964"/>
                  <a:pt x="5552" y="871"/>
                  <a:pt x="6023" y="839"/>
                </a:cubicBezTo>
                <a:close/>
                <a:moveTo>
                  <a:pt x="6844" y="839"/>
                </a:moveTo>
                <a:cubicBezTo>
                  <a:pt x="7314" y="871"/>
                  <a:pt x="7765" y="964"/>
                  <a:pt x="8198" y="1109"/>
                </a:cubicBezTo>
                <a:lnTo>
                  <a:pt x="7884" y="1867"/>
                </a:lnTo>
                <a:cubicBezTo>
                  <a:pt x="7545" y="1761"/>
                  <a:pt x="7201" y="1692"/>
                  <a:pt x="6844" y="1661"/>
                </a:cubicBezTo>
                <a:lnTo>
                  <a:pt x="6844" y="839"/>
                </a:lnTo>
                <a:close/>
                <a:moveTo>
                  <a:pt x="3911" y="1423"/>
                </a:moveTo>
                <a:lnTo>
                  <a:pt x="4230" y="2181"/>
                </a:lnTo>
                <a:cubicBezTo>
                  <a:pt x="4074" y="2262"/>
                  <a:pt x="3917" y="2356"/>
                  <a:pt x="3773" y="2456"/>
                </a:cubicBezTo>
                <a:cubicBezTo>
                  <a:pt x="3668" y="2526"/>
                  <a:pt x="3547" y="2559"/>
                  <a:pt x="3426" y="2559"/>
                </a:cubicBezTo>
                <a:cubicBezTo>
                  <a:pt x="3249" y="2559"/>
                  <a:pt x="3071" y="2489"/>
                  <a:pt x="2934" y="2356"/>
                </a:cubicBezTo>
                <a:lnTo>
                  <a:pt x="2770" y="2187"/>
                </a:lnTo>
                <a:cubicBezTo>
                  <a:pt x="3114" y="1886"/>
                  <a:pt x="3504" y="1629"/>
                  <a:pt x="3911" y="1423"/>
                </a:cubicBezTo>
                <a:close/>
                <a:moveTo>
                  <a:pt x="8956" y="1423"/>
                </a:moveTo>
                <a:cubicBezTo>
                  <a:pt x="9370" y="1629"/>
                  <a:pt x="9752" y="1886"/>
                  <a:pt x="10096" y="2187"/>
                </a:cubicBezTo>
                <a:lnTo>
                  <a:pt x="9934" y="2356"/>
                </a:lnTo>
                <a:cubicBezTo>
                  <a:pt x="9801" y="2489"/>
                  <a:pt x="9621" y="2559"/>
                  <a:pt x="9443" y="2559"/>
                </a:cubicBezTo>
                <a:cubicBezTo>
                  <a:pt x="9320" y="2559"/>
                  <a:pt x="9198" y="2526"/>
                  <a:pt x="9093" y="2456"/>
                </a:cubicBezTo>
                <a:cubicBezTo>
                  <a:pt x="8950" y="2356"/>
                  <a:pt x="8800" y="2262"/>
                  <a:pt x="8642" y="2181"/>
                </a:cubicBezTo>
                <a:lnTo>
                  <a:pt x="8956" y="1423"/>
                </a:lnTo>
                <a:close/>
                <a:moveTo>
                  <a:pt x="2194" y="7446"/>
                </a:moveTo>
                <a:lnTo>
                  <a:pt x="2194" y="9801"/>
                </a:lnTo>
                <a:lnTo>
                  <a:pt x="1422" y="9708"/>
                </a:lnTo>
                <a:cubicBezTo>
                  <a:pt x="1078" y="9664"/>
                  <a:pt x="820" y="9369"/>
                  <a:pt x="820" y="9025"/>
                </a:cubicBezTo>
                <a:lnTo>
                  <a:pt x="820" y="8222"/>
                </a:lnTo>
                <a:cubicBezTo>
                  <a:pt x="820" y="7877"/>
                  <a:pt x="1078" y="7582"/>
                  <a:pt x="1422" y="7545"/>
                </a:cubicBezTo>
                <a:lnTo>
                  <a:pt x="2194" y="7446"/>
                </a:lnTo>
                <a:close/>
                <a:moveTo>
                  <a:pt x="10680" y="7446"/>
                </a:moveTo>
                <a:lnTo>
                  <a:pt x="11444" y="7545"/>
                </a:lnTo>
                <a:cubicBezTo>
                  <a:pt x="11789" y="7582"/>
                  <a:pt x="12046" y="7877"/>
                  <a:pt x="12046" y="8222"/>
                </a:cubicBezTo>
                <a:lnTo>
                  <a:pt x="12046" y="9025"/>
                </a:lnTo>
                <a:cubicBezTo>
                  <a:pt x="12046" y="9369"/>
                  <a:pt x="11789" y="9664"/>
                  <a:pt x="11444" y="9708"/>
                </a:cubicBezTo>
                <a:lnTo>
                  <a:pt x="10680" y="9801"/>
                </a:lnTo>
                <a:lnTo>
                  <a:pt x="10680" y="7446"/>
                </a:lnTo>
                <a:close/>
                <a:moveTo>
                  <a:pt x="3427" y="6572"/>
                </a:moveTo>
                <a:cubicBezTo>
                  <a:pt x="3442" y="6572"/>
                  <a:pt x="3457" y="6573"/>
                  <a:pt x="3472" y="6575"/>
                </a:cubicBezTo>
                <a:cubicBezTo>
                  <a:pt x="3678" y="6599"/>
                  <a:pt x="3836" y="6781"/>
                  <a:pt x="3836" y="6994"/>
                </a:cubicBezTo>
                <a:lnTo>
                  <a:pt x="3836" y="10252"/>
                </a:lnTo>
                <a:cubicBezTo>
                  <a:pt x="3836" y="10466"/>
                  <a:pt x="3678" y="10654"/>
                  <a:pt x="3472" y="10674"/>
                </a:cubicBezTo>
                <a:cubicBezTo>
                  <a:pt x="3455" y="10676"/>
                  <a:pt x="3438" y="10677"/>
                  <a:pt x="3421" y="10677"/>
                </a:cubicBezTo>
                <a:cubicBezTo>
                  <a:pt x="3194" y="10677"/>
                  <a:pt x="3015" y="10493"/>
                  <a:pt x="3015" y="10266"/>
                </a:cubicBezTo>
                <a:lnTo>
                  <a:pt x="3015" y="6981"/>
                </a:lnTo>
                <a:cubicBezTo>
                  <a:pt x="3015" y="6752"/>
                  <a:pt x="3197" y="6572"/>
                  <a:pt x="3427" y="6572"/>
                </a:cubicBezTo>
                <a:close/>
                <a:moveTo>
                  <a:pt x="9440" y="6572"/>
                </a:moveTo>
                <a:cubicBezTo>
                  <a:pt x="9671" y="6572"/>
                  <a:pt x="9859" y="6752"/>
                  <a:pt x="9859" y="6981"/>
                </a:cubicBezTo>
                <a:lnTo>
                  <a:pt x="9859" y="10266"/>
                </a:lnTo>
                <a:cubicBezTo>
                  <a:pt x="9859" y="10493"/>
                  <a:pt x="9674" y="10677"/>
                  <a:pt x="9445" y="10677"/>
                </a:cubicBezTo>
                <a:cubicBezTo>
                  <a:pt x="9429" y="10677"/>
                  <a:pt x="9411" y="10676"/>
                  <a:pt x="9394" y="10674"/>
                </a:cubicBezTo>
                <a:cubicBezTo>
                  <a:pt x="9188" y="10654"/>
                  <a:pt x="9038" y="10466"/>
                  <a:pt x="9038" y="10252"/>
                </a:cubicBezTo>
                <a:lnTo>
                  <a:pt x="9038" y="6994"/>
                </a:lnTo>
                <a:cubicBezTo>
                  <a:pt x="9038" y="6781"/>
                  <a:pt x="9188" y="6599"/>
                  <a:pt x="9394" y="6575"/>
                </a:cubicBezTo>
                <a:cubicBezTo>
                  <a:pt x="9409" y="6573"/>
                  <a:pt x="9425" y="6572"/>
                  <a:pt x="9440" y="6572"/>
                </a:cubicBezTo>
                <a:close/>
                <a:moveTo>
                  <a:pt x="7258" y="12378"/>
                </a:moveTo>
                <a:cubicBezTo>
                  <a:pt x="7484" y="12378"/>
                  <a:pt x="7664" y="12560"/>
                  <a:pt x="7664" y="12785"/>
                </a:cubicBezTo>
                <a:cubicBezTo>
                  <a:pt x="7664" y="13011"/>
                  <a:pt x="7484" y="13199"/>
                  <a:pt x="7258" y="13199"/>
                </a:cubicBezTo>
                <a:cubicBezTo>
                  <a:pt x="7033" y="13199"/>
                  <a:pt x="6844" y="13011"/>
                  <a:pt x="6844" y="12785"/>
                </a:cubicBezTo>
                <a:cubicBezTo>
                  <a:pt x="6844" y="12560"/>
                  <a:pt x="7033" y="12378"/>
                  <a:pt x="7258" y="12378"/>
                </a:cubicBezTo>
                <a:close/>
                <a:moveTo>
                  <a:pt x="6437" y="0"/>
                </a:moveTo>
                <a:cubicBezTo>
                  <a:pt x="4713" y="0"/>
                  <a:pt x="3102" y="671"/>
                  <a:pt x="1887" y="1886"/>
                </a:cubicBezTo>
                <a:cubicBezTo>
                  <a:pt x="670" y="3102"/>
                  <a:pt x="1" y="4719"/>
                  <a:pt x="1" y="6436"/>
                </a:cubicBezTo>
                <a:lnTo>
                  <a:pt x="1" y="9025"/>
                </a:lnTo>
                <a:cubicBezTo>
                  <a:pt x="1" y="9783"/>
                  <a:pt x="571" y="10428"/>
                  <a:pt x="1323" y="10523"/>
                </a:cubicBezTo>
                <a:lnTo>
                  <a:pt x="2249" y="10636"/>
                </a:lnTo>
                <a:cubicBezTo>
                  <a:pt x="2406" y="11138"/>
                  <a:pt x="2873" y="11496"/>
                  <a:pt x="3422" y="11496"/>
                </a:cubicBezTo>
                <a:cubicBezTo>
                  <a:pt x="3449" y="11496"/>
                  <a:pt x="3476" y="11495"/>
                  <a:pt x="3504" y="11493"/>
                </a:cubicBezTo>
                <a:cubicBezTo>
                  <a:pt x="4137" y="11456"/>
                  <a:pt x="4656" y="10886"/>
                  <a:pt x="4656" y="10246"/>
                </a:cubicBezTo>
                <a:lnTo>
                  <a:pt x="4656" y="7000"/>
                </a:lnTo>
                <a:cubicBezTo>
                  <a:pt x="4656" y="6367"/>
                  <a:pt x="4137" y="5791"/>
                  <a:pt x="3504" y="5753"/>
                </a:cubicBezTo>
                <a:cubicBezTo>
                  <a:pt x="3477" y="5752"/>
                  <a:pt x="3450" y="5751"/>
                  <a:pt x="3423" y="5751"/>
                </a:cubicBezTo>
                <a:cubicBezTo>
                  <a:pt x="2874" y="5751"/>
                  <a:pt x="2406" y="6116"/>
                  <a:pt x="2249" y="6612"/>
                </a:cubicBezTo>
                <a:lnTo>
                  <a:pt x="1323" y="6731"/>
                </a:lnTo>
                <a:cubicBezTo>
                  <a:pt x="1141" y="6749"/>
                  <a:pt x="978" y="6806"/>
                  <a:pt x="820" y="6882"/>
                </a:cubicBezTo>
                <a:lnTo>
                  <a:pt x="820" y="6436"/>
                </a:lnTo>
                <a:cubicBezTo>
                  <a:pt x="820" y="5033"/>
                  <a:pt x="1335" y="3754"/>
                  <a:pt x="2188" y="2769"/>
                </a:cubicBezTo>
                <a:lnTo>
                  <a:pt x="2350" y="2933"/>
                </a:lnTo>
                <a:cubicBezTo>
                  <a:pt x="2645" y="3227"/>
                  <a:pt x="3034" y="3380"/>
                  <a:pt x="3422" y="3380"/>
                </a:cubicBezTo>
                <a:cubicBezTo>
                  <a:pt x="3704" y="3380"/>
                  <a:pt x="3986" y="3300"/>
                  <a:pt x="4230" y="3133"/>
                </a:cubicBezTo>
                <a:cubicBezTo>
                  <a:pt x="4882" y="2694"/>
                  <a:pt x="5647" y="2462"/>
                  <a:pt x="6437" y="2462"/>
                </a:cubicBezTo>
                <a:cubicBezTo>
                  <a:pt x="7221" y="2462"/>
                  <a:pt x="7985" y="2694"/>
                  <a:pt x="8636" y="3133"/>
                </a:cubicBezTo>
                <a:cubicBezTo>
                  <a:pt x="8881" y="3303"/>
                  <a:pt x="9162" y="3378"/>
                  <a:pt x="9445" y="3378"/>
                </a:cubicBezTo>
                <a:cubicBezTo>
                  <a:pt x="9833" y="3378"/>
                  <a:pt x="10221" y="3228"/>
                  <a:pt x="10516" y="2933"/>
                </a:cubicBezTo>
                <a:lnTo>
                  <a:pt x="10680" y="2769"/>
                </a:lnTo>
                <a:cubicBezTo>
                  <a:pt x="11531" y="3754"/>
                  <a:pt x="12046" y="5033"/>
                  <a:pt x="12046" y="6436"/>
                </a:cubicBezTo>
                <a:lnTo>
                  <a:pt x="12046" y="6882"/>
                </a:lnTo>
                <a:cubicBezTo>
                  <a:pt x="11895" y="6806"/>
                  <a:pt x="11725" y="6749"/>
                  <a:pt x="11551" y="6731"/>
                </a:cubicBezTo>
                <a:lnTo>
                  <a:pt x="10623" y="6612"/>
                </a:lnTo>
                <a:cubicBezTo>
                  <a:pt x="10462" y="6116"/>
                  <a:pt x="9998" y="5751"/>
                  <a:pt x="9445" y="5751"/>
                </a:cubicBezTo>
                <a:cubicBezTo>
                  <a:pt x="9418" y="5751"/>
                  <a:pt x="9391" y="5752"/>
                  <a:pt x="9364" y="5753"/>
                </a:cubicBezTo>
                <a:cubicBezTo>
                  <a:pt x="8731" y="5791"/>
                  <a:pt x="8216" y="6367"/>
                  <a:pt x="8216" y="7000"/>
                </a:cubicBezTo>
                <a:lnTo>
                  <a:pt x="8216" y="10567"/>
                </a:lnTo>
                <a:cubicBezTo>
                  <a:pt x="8216" y="10735"/>
                  <a:pt x="8317" y="10974"/>
                  <a:pt x="8448" y="11093"/>
                </a:cubicBezTo>
                <a:cubicBezTo>
                  <a:pt x="8778" y="11377"/>
                  <a:pt x="9125" y="11498"/>
                  <a:pt x="9443" y="11498"/>
                </a:cubicBezTo>
                <a:cubicBezTo>
                  <a:pt x="9995" y="11498"/>
                  <a:pt x="10464" y="11136"/>
                  <a:pt x="10623" y="10636"/>
                </a:cubicBezTo>
                <a:lnTo>
                  <a:pt x="11225" y="10561"/>
                </a:lnTo>
                <a:lnTo>
                  <a:pt x="11225" y="11839"/>
                </a:lnTo>
                <a:cubicBezTo>
                  <a:pt x="11225" y="12133"/>
                  <a:pt x="10987" y="12378"/>
                  <a:pt x="10686" y="12378"/>
                </a:cubicBezTo>
                <a:lnTo>
                  <a:pt x="8416" y="12378"/>
                </a:lnTo>
                <a:cubicBezTo>
                  <a:pt x="8249" y="11898"/>
                  <a:pt x="7793" y="11554"/>
                  <a:pt x="7254" y="11554"/>
                </a:cubicBezTo>
                <a:cubicBezTo>
                  <a:pt x="7230" y="11554"/>
                  <a:pt x="7207" y="11555"/>
                  <a:pt x="7183" y="11556"/>
                </a:cubicBezTo>
                <a:cubicBezTo>
                  <a:pt x="6556" y="11588"/>
                  <a:pt x="6047" y="12108"/>
                  <a:pt x="6023" y="12734"/>
                </a:cubicBezTo>
                <a:cubicBezTo>
                  <a:pt x="5998" y="13437"/>
                  <a:pt x="6562" y="14020"/>
                  <a:pt x="7258" y="14020"/>
                </a:cubicBezTo>
                <a:cubicBezTo>
                  <a:pt x="7791" y="14020"/>
                  <a:pt x="8248" y="13674"/>
                  <a:pt x="8416" y="13199"/>
                </a:cubicBezTo>
                <a:lnTo>
                  <a:pt x="10266" y="13199"/>
                </a:lnTo>
                <a:cubicBezTo>
                  <a:pt x="11250" y="13199"/>
                  <a:pt x="12046" y="12396"/>
                  <a:pt x="12046" y="11418"/>
                </a:cubicBezTo>
                <a:lnTo>
                  <a:pt x="12046" y="10365"/>
                </a:lnTo>
                <a:cubicBezTo>
                  <a:pt x="12535" y="10115"/>
                  <a:pt x="12867" y="9607"/>
                  <a:pt x="12867" y="9025"/>
                </a:cubicBezTo>
                <a:lnTo>
                  <a:pt x="12867" y="6436"/>
                </a:lnTo>
                <a:cubicBezTo>
                  <a:pt x="12867" y="4719"/>
                  <a:pt x="12196" y="3102"/>
                  <a:pt x="10981" y="1886"/>
                </a:cubicBezTo>
                <a:cubicBezTo>
                  <a:pt x="9770" y="671"/>
                  <a:pt x="8153" y="0"/>
                  <a:pt x="64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0" name="Google Shape;740;p53"/>
          <p:cNvGrpSpPr/>
          <p:nvPr/>
        </p:nvGrpSpPr>
        <p:grpSpPr>
          <a:xfrm>
            <a:off x="5623687" y="2015753"/>
            <a:ext cx="288013" cy="377888"/>
            <a:chOff x="5635122" y="2315133"/>
            <a:chExt cx="288013" cy="377888"/>
          </a:xfrm>
        </p:grpSpPr>
        <p:sp>
          <p:nvSpPr>
            <p:cNvPr id="741" name="Google Shape;741;p53"/>
            <p:cNvSpPr/>
            <p:nvPr/>
          </p:nvSpPr>
          <p:spPr>
            <a:xfrm>
              <a:off x="5708979" y="2359383"/>
              <a:ext cx="22192" cy="22165"/>
            </a:xfrm>
            <a:custGeom>
              <a:avLst/>
              <a:gdLst/>
              <a:ahLst/>
              <a:cxnLst/>
              <a:rect l="l" t="t" r="r" b="b"/>
              <a:pathLst>
                <a:path w="823" h="822" extrusionOk="0">
                  <a:moveTo>
                    <a:pt x="414" y="1"/>
                  </a:moveTo>
                  <a:cubicBezTo>
                    <a:pt x="189" y="1"/>
                    <a:pt x="1" y="183"/>
                    <a:pt x="1" y="408"/>
                  </a:cubicBezTo>
                  <a:cubicBezTo>
                    <a:pt x="1" y="640"/>
                    <a:pt x="189" y="822"/>
                    <a:pt x="414" y="822"/>
                  </a:cubicBezTo>
                  <a:cubicBezTo>
                    <a:pt x="640" y="822"/>
                    <a:pt x="822" y="640"/>
                    <a:pt x="822" y="408"/>
                  </a:cubicBezTo>
                  <a:cubicBezTo>
                    <a:pt x="822" y="183"/>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53"/>
            <p:cNvSpPr/>
            <p:nvPr/>
          </p:nvSpPr>
          <p:spPr>
            <a:xfrm>
              <a:off x="5753283" y="2359383"/>
              <a:ext cx="51746" cy="22165"/>
            </a:xfrm>
            <a:custGeom>
              <a:avLst/>
              <a:gdLst/>
              <a:ahLst/>
              <a:cxnLst/>
              <a:rect l="l" t="t" r="r" b="b"/>
              <a:pathLst>
                <a:path w="1919" h="822" extrusionOk="0">
                  <a:moveTo>
                    <a:pt x="414" y="1"/>
                  </a:moveTo>
                  <a:cubicBezTo>
                    <a:pt x="188" y="1"/>
                    <a:pt x="0" y="183"/>
                    <a:pt x="0" y="408"/>
                  </a:cubicBezTo>
                  <a:cubicBezTo>
                    <a:pt x="0" y="640"/>
                    <a:pt x="188" y="822"/>
                    <a:pt x="414" y="822"/>
                  </a:cubicBezTo>
                  <a:lnTo>
                    <a:pt x="1511" y="822"/>
                  </a:lnTo>
                  <a:cubicBezTo>
                    <a:pt x="1736" y="822"/>
                    <a:pt x="1918" y="640"/>
                    <a:pt x="1918" y="408"/>
                  </a:cubicBezTo>
                  <a:cubicBezTo>
                    <a:pt x="1918" y="183"/>
                    <a:pt x="1736" y="1"/>
                    <a:pt x="15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53"/>
            <p:cNvSpPr/>
            <p:nvPr/>
          </p:nvSpPr>
          <p:spPr>
            <a:xfrm>
              <a:off x="5746029" y="2626579"/>
              <a:ext cx="66415" cy="22192"/>
            </a:xfrm>
            <a:custGeom>
              <a:avLst/>
              <a:gdLst/>
              <a:ahLst/>
              <a:cxnLst/>
              <a:rect l="l" t="t" r="r" b="b"/>
              <a:pathLst>
                <a:path w="2463" h="823" extrusionOk="0">
                  <a:moveTo>
                    <a:pt x="408" y="1"/>
                  </a:moveTo>
                  <a:cubicBezTo>
                    <a:pt x="182" y="1"/>
                    <a:pt x="0" y="183"/>
                    <a:pt x="0" y="409"/>
                  </a:cubicBezTo>
                  <a:cubicBezTo>
                    <a:pt x="0" y="640"/>
                    <a:pt x="182" y="822"/>
                    <a:pt x="408" y="822"/>
                  </a:cubicBezTo>
                  <a:lnTo>
                    <a:pt x="2049" y="822"/>
                  </a:lnTo>
                  <a:cubicBezTo>
                    <a:pt x="2274" y="822"/>
                    <a:pt x="2462" y="640"/>
                    <a:pt x="2462" y="409"/>
                  </a:cubicBezTo>
                  <a:cubicBezTo>
                    <a:pt x="2462" y="183"/>
                    <a:pt x="2274" y="1"/>
                    <a:pt x="20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53"/>
            <p:cNvSpPr/>
            <p:nvPr/>
          </p:nvSpPr>
          <p:spPr>
            <a:xfrm>
              <a:off x="5834555" y="2626579"/>
              <a:ext cx="22165" cy="22192"/>
            </a:xfrm>
            <a:custGeom>
              <a:avLst/>
              <a:gdLst/>
              <a:ahLst/>
              <a:cxnLst/>
              <a:rect l="l" t="t" r="r" b="b"/>
              <a:pathLst>
                <a:path w="822" h="823" extrusionOk="0">
                  <a:moveTo>
                    <a:pt x="408" y="1"/>
                  </a:moveTo>
                  <a:cubicBezTo>
                    <a:pt x="183" y="1"/>
                    <a:pt x="1" y="183"/>
                    <a:pt x="1" y="409"/>
                  </a:cubicBezTo>
                  <a:cubicBezTo>
                    <a:pt x="1" y="640"/>
                    <a:pt x="183" y="822"/>
                    <a:pt x="408" y="822"/>
                  </a:cubicBezTo>
                  <a:cubicBezTo>
                    <a:pt x="634" y="822"/>
                    <a:pt x="822" y="640"/>
                    <a:pt x="822" y="409"/>
                  </a:cubicBezTo>
                  <a:cubicBezTo>
                    <a:pt x="822" y="183"/>
                    <a:pt x="634"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53"/>
            <p:cNvSpPr/>
            <p:nvPr/>
          </p:nvSpPr>
          <p:spPr>
            <a:xfrm>
              <a:off x="5701726" y="2626579"/>
              <a:ext cx="22165" cy="22192"/>
            </a:xfrm>
            <a:custGeom>
              <a:avLst/>
              <a:gdLst/>
              <a:ahLst/>
              <a:cxnLst/>
              <a:rect l="l" t="t" r="r" b="b"/>
              <a:pathLst>
                <a:path w="822" h="823" extrusionOk="0">
                  <a:moveTo>
                    <a:pt x="408" y="1"/>
                  </a:moveTo>
                  <a:cubicBezTo>
                    <a:pt x="183" y="1"/>
                    <a:pt x="1" y="183"/>
                    <a:pt x="1" y="409"/>
                  </a:cubicBezTo>
                  <a:cubicBezTo>
                    <a:pt x="1" y="640"/>
                    <a:pt x="183" y="822"/>
                    <a:pt x="408" y="822"/>
                  </a:cubicBezTo>
                  <a:cubicBezTo>
                    <a:pt x="634" y="822"/>
                    <a:pt x="822" y="640"/>
                    <a:pt x="822" y="409"/>
                  </a:cubicBezTo>
                  <a:cubicBezTo>
                    <a:pt x="822" y="183"/>
                    <a:pt x="634"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53"/>
            <p:cNvSpPr/>
            <p:nvPr/>
          </p:nvSpPr>
          <p:spPr>
            <a:xfrm>
              <a:off x="5635122" y="2315133"/>
              <a:ext cx="288013" cy="377888"/>
            </a:xfrm>
            <a:custGeom>
              <a:avLst/>
              <a:gdLst/>
              <a:ahLst/>
              <a:cxnLst/>
              <a:rect l="l" t="t" r="r" b="b"/>
              <a:pathLst>
                <a:path w="10681" h="14014" extrusionOk="0">
                  <a:moveTo>
                    <a:pt x="8626" y="822"/>
                  </a:moveTo>
                  <a:cubicBezTo>
                    <a:pt x="8851" y="822"/>
                    <a:pt x="9039" y="1002"/>
                    <a:pt x="9039" y="1228"/>
                  </a:cubicBezTo>
                  <a:lnTo>
                    <a:pt x="9039" y="4181"/>
                  </a:lnTo>
                  <a:cubicBezTo>
                    <a:pt x="8799" y="3976"/>
                    <a:pt x="8488" y="3858"/>
                    <a:pt x="8157" y="3858"/>
                  </a:cubicBezTo>
                  <a:cubicBezTo>
                    <a:pt x="8133" y="3858"/>
                    <a:pt x="8109" y="3859"/>
                    <a:pt x="8086" y="3860"/>
                  </a:cubicBezTo>
                  <a:cubicBezTo>
                    <a:pt x="7642" y="3886"/>
                    <a:pt x="7240" y="4143"/>
                    <a:pt x="7009" y="4525"/>
                  </a:cubicBezTo>
                  <a:lnTo>
                    <a:pt x="6995" y="4545"/>
                  </a:lnTo>
                  <a:lnTo>
                    <a:pt x="3686" y="4545"/>
                  </a:lnTo>
                  <a:lnTo>
                    <a:pt x="3674" y="4525"/>
                  </a:lnTo>
                  <a:cubicBezTo>
                    <a:pt x="3442" y="4143"/>
                    <a:pt x="3041" y="3886"/>
                    <a:pt x="2595" y="3860"/>
                  </a:cubicBezTo>
                  <a:cubicBezTo>
                    <a:pt x="2572" y="3859"/>
                    <a:pt x="2548" y="3858"/>
                    <a:pt x="2525" y="3858"/>
                  </a:cubicBezTo>
                  <a:cubicBezTo>
                    <a:pt x="2194" y="3858"/>
                    <a:pt x="1884" y="3976"/>
                    <a:pt x="1649" y="4181"/>
                  </a:cubicBezTo>
                  <a:lnTo>
                    <a:pt x="1649" y="1228"/>
                  </a:lnTo>
                  <a:cubicBezTo>
                    <a:pt x="1649" y="1002"/>
                    <a:pt x="1831" y="822"/>
                    <a:pt x="2057" y="822"/>
                  </a:cubicBezTo>
                  <a:close/>
                  <a:moveTo>
                    <a:pt x="8168" y="4681"/>
                  </a:moveTo>
                  <a:cubicBezTo>
                    <a:pt x="8374" y="4681"/>
                    <a:pt x="8562" y="4808"/>
                    <a:pt x="8644" y="5002"/>
                  </a:cubicBezTo>
                  <a:lnTo>
                    <a:pt x="9691" y="7640"/>
                  </a:lnTo>
                  <a:cubicBezTo>
                    <a:pt x="9803" y="7921"/>
                    <a:pt x="9861" y="8216"/>
                    <a:pt x="9861" y="8523"/>
                  </a:cubicBezTo>
                  <a:cubicBezTo>
                    <a:pt x="9861" y="8968"/>
                    <a:pt x="9497" y="9332"/>
                    <a:pt x="9051" y="9332"/>
                  </a:cubicBezTo>
                  <a:cubicBezTo>
                    <a:pt x="8869" y="9332"/>
                    <a:pt x="8695" y="9269"/>
                    <a:pt x="8550" y="9162"/>
                  </a:cubicBezTo>
                  <a:lnTo>
                    <a:pt x="6965" y="7915"/>
                  </a:lnTo>
                  <a:cubicBezTo>
                    <a:pt x="6896" y="7860"/>
                    <a:pt x="6801" y="7828"/>
                    <a:pt x="6714" y="7828"/>
                  </a:cubicBezTo>
                  <a:lnTo>
                    <a:pt x="3975" y="7828"/>
                  </a:lnTo>
                  <a:cubicBezTo>
                    <a:pt x="3882" y="7828"/>
                    <a:pt x="3793" y="7860"/>
                    <a:pt x="3718" y="7915"/>
                  </a:cubicBezTo>
                  <a:lnTo>
                    <a:pt x="2138" y="9162"/>
                  </a:lnTo>
                  <a:cubicBezTo>
                    <a:pt x="1994" y="9269"/>
                    <a:pt x="1819" y="9332"/>
                    <a:pt x="1637" y="9332"/>
                  </a:cubicBezTo>
                  <a:cubicBezTo>
                    <a:pt x="1192" y="9332"/>
                    <a:pt x="828" y="8968"/>
                    <a:pt x="828" y="8523"/>
                  </a:cubicBezTo>
                  <a:cubicBezTo>
                    <a:pt x="828" y="8216"/>
                    <a:pt x="885" y="7921"/>
                    <a:pt x="998" y="7640"/>
                  </a:cubicBezTo>
                  <a:lnTo>
                    <a:pt x="2045" y="5002"/>
                  </a:lnTo>
                  <a:cubicBezTo>
                    <a:pt x="2120" y="4808"/>
                    <a:pt x="2308" y="4681"/>
                    <a:pt x="2520" y="4681"/>
                  </a:cubicBezTo>
                  <a:cubicBezTo>
                    <a:pt x="2696" y="4681"/>
                    <a:pt x="2866" y="4776"/>
                    <a:pt x="2959" y="4927"/>
                  </a:cubicBezTo>
                  <a:lnTo>
                    <a:pt x="3104" y="5164"/>
                  </a:lnTo>
                  <a:cubicBezTo>
                    <a:pt x="3179" y="5289"/>
                    <a:pt x="3310" y="5364"/>
                    <a:pt x="3454" y="5364"/>
                  </a:cubicBezTo>
                  <a:lnTo>
                    <a:pt x="7234" y="5364"/>
                  </a:lnTo>
                  <a:cubicBezTo>
                    <a:pt x="7379" y="5364"/>
                    <a:pt x="7510" y="5289"/>
                    <a:pt x="7585" y="5164"/>
                  </a:cubicBezTo>
                  <a:lnTo>
                    <a:pt x="7723" y="4927"/>
                  </a:lnTo>
                  <a:cubicBezTo>
                    <a:pt x="7816" y="4776"/>
                    <a:pt x="7986" y="4681"/>
                    <a:pt x="8168" y="4681"/>
                  </a:cubicBezTo>
                  <a:close/>
                  <a:moveTo>
                    <a:pt x="6569" y="8649"/>
                  </a:moveTo>
                  <a:lnTo>
                    <a:pt x="8042" y="9809"/>
                  </a:lnTo>
                  <a:cubicBezTo>
                    <a:pt x="8325" y="10027"/>
                    <a:pt x="8675" y="10154"/>
                    <a:pt x="9039" y="10154"/>
                  </a:cubicBezTo>
                  <a:lnTo>
                    <a:pt x="9039" y="12780"/>
                  </a:lnTo>
                  <a:cubicBezTo>
                    <a:pt x="9039" y="13011"/>
                    <a:pt x="8851" y="13193"/>
                    <a:pt x="8626" y="13193"/>
                  </a:cubicBezTo>
                  <a:lnTo>
                    <a:pt x="2057" y="13193"/>
                  </a:lnTo>
                  <a:cubicBezTo>
                    <a:pt x="1831" y="13193"/>
                    <a:pt x="1649" y="13011"/>
                    <a:pt x="1649" y="12780"/>
                  </a:cubicBezTo>
                  <a:lnTo>
                    <a:pt x="1649" y="10154"/>
                  </a:lnTo>
                  <a:cubicBezTo>
                    <a:pt x="2007" y="10154"/>
                    <a:pt x="2358" y="10027"/>
                    <a:pt x="2641" y="9809"/>
                  </a:cubicBezTo>
                  <a:lnTo>
                    <a:pt x="4113" y="8649"/>
                  </a:lnTo>
                  <a:close/>
                  <a:moveTo>
                    <a:pt x="2057" y="1"/>
                  </a:moveTo>
                  <a:cubicBezTo>
                    <a:pt x="1380" y="1"/>
                    <a:pt x="828" y="551"/>
                    <a:pt x="828" y="1228"/>
                  </a:cubicBezTo>
                  <a:lnTo>
                    <a:pt x="828" y="5841"/>
                  </a:lnTo>
                  <a:lnTo>
                    <a:pt x="234" y="7333"/>
                  </a:lnTo>
                  <a:cubicBezTo>
                    <a:pt x="83" y="7715"/>
                    <a:pt x="1" y="8117"/>
                    <a:pt x="1" y="8523"/>
                  </a:cubicBezTo>
                  <a:cubicBezTo>
                    <a:pt x="1" y="9125"/>
                    <a:pt x="333" y="9659"/>
                    <a:pt x="828" y="9940"/>
                  </a:cubicBezTo>
                  <a:lnTo>
                    <a:pt x="828" y="12780"/>
                  </a:lnTo>
                  <a:cubicBezTo>
                    <a:pt x="828" y="13463"/>
                    <a:pt x="1380" y="14013"/>
                    <a:pt x="2057" y="14013"/>
                  </a:cubicBezTo>
                  <a:lnTo>
                    <a:pt x="8626" y="14013"/>
                  </a:lnTo>
                  <a:cubicBezTo>
                    <a:pt x="9309" y="14013"/>
                    <a:pt x="9861" y="13463"/>
                    <a:pt x="9861" y="12780"/>
                  </a:cubicBezTo>
                  <a:lnTo>
                    <a:pt x="9861" y="9940"/>
                  </a:lnTo>
                  <a:cubicBezTo>
                    <a:pt x="10349" y="9659"/>
                    <a:pt x="10680" y="9125"/>
                    <a:pt x="10680" y="8523"/>
                  </a:cubicBezTo>
                  <a:cubicBezTo>
                    <a:pt x="10680" y="8117"/>
                    <a:pt x="10605" y="7715"/>
                    <a:pt x="10449" y="7333"/>
                  </a:cubicBezTo>
                  <a:lnTo>
                    <a:pt x="9861" y="5841"/>
                  </a:lnTo>
                  <a:lnTo>
                    <a:pt x="9861" y="1228"/>
                  </a:lnTo>
                  <a:cubicBezTo>
                    <a:pt x="9861" y="551"/>
                    <a:pt x="9309" y="1"/>
                    <a:pt x="86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53"/>
            <p:cNvSpPr/>
            <p:nvPr/>
          </p:nvSpPr>
          <p:spPr>
            <a:xfrm>
              <a:off x="5834555" y="2481912"/>
              <a:ext cx="22165" cy="22165"/>
            </a:xfrm>
            <a:custGeom>
              <a:avLst/>
              <a:gdLst/>
              <a:ahLst/>
              <a:cxnLst/>
              <a:rect l="l" t="t" r="r" b="b"/>
              <a:pathLst>
                <a:path w="822" h="822" extrusionOk="0">
                  <a:moveTo>
                    <a:pt x="408" y="1"/>
                  </a:moveTo>
                  <a:cubicBezTo>
                    <a:pt x="183" y="1"/>
                    <a:pt x="1" y="183"/>
                    <a:pt x="1" y="408"/>
                  </a:cubicBezTo>
                  <a:cubicBezTo>
                    <a:pt x="1" y="640"/>
                    <a:pt x="183" y="822"/>
                    <a:pt x="408" y="822"/>
                  </a:cubicBezTo>
                  <a:cubicBezTo>
                    <a:pt x="634" y="822"/>
                    <a:pt x="822" y="640"/>
                    <a:pt x="822" y="408"/>
                  </a:cubicBezTo>
                  <a:cubicBezTo>
                    <a:pt x="822" y="183"/>
                    <a:pt x="634"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53"/>
            <p:cNvSpPr/>
            <p:nvPr/>
          </p:nvSpPr>
          <p:spPr>
            <a:xfrm>
              <a:off x="5790279" y="2481912"/>
              <a:ext cx="22165" cy="22165"/>
            </a:xfrm>
            <a:custGeom>
              <a:avLst/>
              <a:gdLst/>
              <a:ahLst/>
              <a:cxnLst/>
              <a:rect l="l" t="t" r="r" b="b"/>
              <a:pathLst>
                <a:path w="822" h="822" extrusionOk="0">
                  <a:moveTo>
                    <a:pt x="408" y="1"/>
                  </a:moveTo>
                  <a:cubicBezTo>
                    <a:pt x="182" y="1"/>
                    <a:pt x="0" y="183"/>
                    <a:pt x="0" y="408"/>
                  </a:cubicBezTo>
                  <a:cubicBezTo>
                    <a:pt x="0" y="640"/>
                    <a:pt x="182" y="822"/>
                    <a:pt x="408" y="822"/>
                  </a:cubicBezTo>
                  <a:cubicBezTo>
                    <a:pt x="633" y="822"/>
                    <a:pt x="821" y="640"/>
                    <a:pt x="821" y="408"/>
                  </a:cubicBezTo>
                  <a:cubicBezTo>
                    <a:pt x="821" y="183"/>
                    <a:pt x="633"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53"/>
            <p:cNvSpPr/>
            <p:nvPr/>
          </p:nvSpPr>
          <p:spPr>
            <a:xfrm>
              <a:off x="5701726" y="2481912"/>
              <a:ext cx="58999" cy="22165"/>
            </a:xfrm>
            <a:custGeom>
              <a:avLst/>
              <a:gdLst/>
              <a:ahLst/>
              <a:cxnLst/>
              <a:rect l="l" t="t" r="r" b="b"/>
              <a:pathLst>
                <a:path w="2188" h="822" extrusionOk="0">
                  <a:moveTo>
                    <a:pt x="408" y="1"/>
                  </a:moveTo>
                  <a:cubicBezTo>
                    <a:pt x="183" y="1"/>
                    <a:pt x="1" y="183"/>
                    <a:pt x="1" y="408"/>
                  </a:cubicBezTo>
                  <a:cubicBezTo>
                    <a:pt x="1" y="640"/>
                    <a:pt x="183" y="822"/>
                    <a:pt x="408" y="822"/>
                  </a:cubicBezTo>
                  <a:lnTo>
                    <a:pt x="1780" y="822"/>
                  </a:lnTo>
                  <a:cubicBezTo>
                    <a:pt x="2006" y="822"/>
                    <a:pt x="2188" y="640"/>
                    <a:pt x="2188" y="408"/>
                  </a:cubicBezTo>
                  <a:cubicBezTo>
                    <a:pt x="2188" y="183"/>
                    <a:pt x="2006" y="1"/>
                    <a:pt x="17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 name="Google Shape;750;p53"/>
          <p:cNvGrpSpPr/>
          <p:nvPr/>
        </p:nvGrpSpPr>
        <p:grpSpPr>
          <a:xfrm>
            <a:off x="4798821" y="3882486"/>
            <a:ext cx="377914" cy="352729"/>
            <a:chOff x="4789985" y="4141338"/>
            <a:chExt cx="377914" cy="352729"/>
          </a:xfrm>
        </p:grpSpPr>
        <p:sp>
          <p:nvSpPr>
            <p:cNvPr id="751" name="Google Shape;751;p53"/>
            <p:cNvSpPr/>
            <p:nvPr/>
          </p:nvSpPr>
          <p:spPr>
            <a:xfrm>
              <a:off x="4789985" y="4141338"/>
              <a:ext cx="377914" cy="352729"/>
            </a:xfrm>
            <a:custGeom>
              <a:avLst/>
              <a:gdLst/>
              <a:ahLst/>
              <a:cxnLst/>
              <a:rect l="l" t="t" r="r" b="b"/>
              <a:pathLst>
                <a:path w="14015" h="13081" extrusionOk="0">
                  <a:moveTo>
                    <a:pt x="7014" y="3883"/>
                  </a:moveTo>
                  <a:cubicBezTo>
                    <a:pt x="7028" y="3883"/>
                    <a:pt x="7043" y="3884"/>
                    <a:pt x="7058" y="3885"/>
                  </a:cubicBezTo>
                  <a:cubicBezTo>
                    <a:pt x="7264" y="3911"/>
                    <a:pt x="7415" y="4099"/>
                    <a:pt x="7415" y="4305"/>
                  </a:cubicBezTo>
                  <a:lnTo>
                    <a:pt x="7415" y="4707"/>
                  </a:lnTo>
                  <a:lnTo>
                    <a:pt x="6593" y="4707"/>
                  </a:lnTo>
                  <a:lnTo>
                    <a:pt x="6593" y="4293"/>
                  </a:lnTo>
                  <a:cubicBezTo>
                    <a:pt x="6593" y="4069"/>
                    <a:pt x="6782" y="3883"/>
                    <a:pt x="7014" y="3883"/>
                  </a:cubicBezTo>
                  <a:close/>
                  <a:moveTo>
                    <a:pt x="12786" y="5528"/>
                  </a:moveTo>
                  <a:cubicBezTo>
                    <a:pt x="13012" y="5528"/>
                    <a:pt x="13194" y="5710"/>
                    <a:pt x="13194" y="5941"/>
                  </a:cubicBezTo>
                  <a:lnTo>
                    <a:pt x="13194" y="11438"/>
                  </a:lnTo>
                  <a:lnTo>
                    <a:pt x="12366" y="11869"/>
                  </a:lnTo>
                  <a:cubicBezTo>
                    <a:pt x="11877" y="12127"/>
                    <a:pt x="11325" y="12259"/>
                    <a:pt x="10773" y="12259"/>
                  </a:cubicBezTo>
                  <a:cubicBezTo>
                    <a:pt x="10229" y="12259"/>
                    <a:pt x="9677" y="12127"/>
                    <a:pt x="9188" y="11869"/>
                  </a:cubicBezTo>
                  <a:cubicBezTo>
                    <a:pt x="8535" y="11499"/>
                    <a:pt x="7797" y="11275"/>
                    <a:pt x="7044" y="11275"/>
                  </a:cubicBezTo>
                  <a:cubicBezTo>
                    <a:pt x="7032" y="11275"/>
                    <a:pt x="7019" y="11275"/>
                    <a:pt x="7007" y="11275"/>
                  </a:cubicBezTo>
                  <a:cubicBezTo>
                    <a:pt x="6995" y="11275"/>
                    <a:pt x="6982" y="11275"/>
                    <a:pt x="6970" y="11275"/>
                  </a:cubicBezTo>
                  <a:cubicBezTo>
                    <a:pt x="6219" y="11275"/>
                    <a:pt x="5480" y="11499"/>
                    <a:pt x="4826" y="11869"/>
                  </a:cubicBezTo>
                  <a:cubicBezTo>
                    <a:pt x="4337" y="12127"/>
                    <a:pt x="3787" y="12259"/>
                    <a:pt x="3235" y="12259"/>
                  </a:cubicBezTo>
                  <a:cubicBezTo>
                    <a:pt x="2688" y="12259"/>
                    <a:pt x="2138" y="12127"/>
                    <a:pt x="1649" y="11869"/>
                  </a:cubicBezTo>
                  <a:lnTo>
                    <a:pt x="822" y="11438"/>
                  </a:lnTo>
                  <a:lnTo>
                    <a:pt x="822" y="5941"/>
                  </a:lnTo>
                  <a:cubicBezTo>
                    <a:pt x="822" y="5710"/>
                    <a:pt x="1004" y="5528"/>
                    <a:pt x="1229" y="5528"/>
                  </a:cubicBezTo>
                  <a:close/>
                  <a:moveTo>
                    <a:pt x="2094" y="0"/>
                  </a:moveTo>
                  <a:cubicBezTo>
                    <a:pt x="1881" y="0"/>
                    <a:pt x="1693" y="150"/>
                    <a:pt x="1673" y="363"/>
                  </a:cubicBezTo>
                  <a:cubicBezTo>
                    <a:pt x="1643" y="608"/>
                    <a:pt x="1837" y="821"/>
                    <a:pt x="2081" y="821"/>
                  </a:cubicBezTo>
                  <a:lnTo>
                    <a:pt x="8499" y="821"/>
                  </a:lnTo>
                  <a:cubicBezTo>
                    <a:pt x="8788" y="821"/>
                    <a:pt x="9032" y="1033"/>
                    <a:pt x="9057" y="1316"/>
                  </a:cubicBezTo>
                  <a:cubicBezTo>
                    <a:pt x="9089" y="1641"/>
                    <a:pt x="8831" y="1912"/>
                    <a:pt x="8511" y="1912"/>
                  </a:cubicBezTo>
                  <a:lnTo>
                    <a:pt x="7967" y="1912"/>
                  </a:lnTo>
                  <a:cubicBezTo>
                    <a:pt x="7264" y="1912"/>
                    <a:pt x="6682" y="2450"/>
                    <a:pt x="6607" y="3133"/>
                  </a:cubicBezTo>
                  <a:cubicBezTo>
                    <a:pt x="6124" y="3296"/>
                    <a:pt x="5772" y="3760"/>
                    <a:pt x="5772" y="4293"/>
                  </a:cubicBezTo>
                  <a:lnTo>
                    <a:pt x="5772" y="4707"/>
                  </a:lnTo>
                  <a:lnTo>
                    <a:pt x="1229" y="4707"/>
                  </a:lnTo>
                  <a:cubicBezTo>
                    <a:pt x="553" y="4707"/>
                    <a:pt x="1" y="5259"/>
                    <a:pt x="1" y="5941"/>
                  </a:cubicBezTo>
                  <a:lnTo>
                    <a:pt x="1" y="11689"/>
                  </a:lnTo>
                  <a:cubicBezTo>
                    <a:pt x="1" y="11839"/>
                    <a:pt x="82" y="11976"/>
                    <a:pt x="220" y="12051"/>
                  </a:cubicBezTo>
                  <a:lnTo>
                    <a:pt x="1273" y="12597"/>
                  </a:lnTo>
                  <a:cubicBezTo>
                    <a:pt x="1875" y="12916"/>
                    <a:pt x="2558" y="13080"/>
                    <a:pt x="3235" y="13080"/>
                  </a:cubicBezTo>
                  <a:cubicBezTo>
                    <a:pt x="3917" y="13080"/>
                    <a:pt x="4600" y="12916"/>
                    <a:pt x="5202" y="12597"/>
                  </a:cubicBezTo>
                  <a:cubicBezTo>
                    <a:pt x="5746" y="12288"/>
                    <a:pt x="6355" y="12095"/>
                    <a:pt x="6978" y="12095"/>
                  </a:cubicBezTo>
                  <a:cubicBezTo>
                    <a:pt x="6988" y="12095"/>
                    <a:pt x="6997" y="12095"/>
                    <a:pt x="7007" y="12095"/>
                  </a:cubicBezTo>
                  <a:cubicBezTo>
                    <a:pt x="7016" y="12095"/>
                    <a:pt x="7026" y="12095"/>
                    <a:pt x="7036" y="12095"/>
                  </a:cubicBezTo>
                  <a:cubicBezTo>
                    <a:pt x="7659" y="12095"/>
                    <a:pt x="8270" y="12288"/>
                    <a:pt x="8806" y="12597"/>
                  </a:cubicBezTo>
                  <a:cubicBezTo>
                    <a:pt x="9414" y="12916"/>
                    <a:pt x="10096" y="13080"/>
                    <a:pt x="10773" y="13080"/>
                  </a:cubicBezTo>
                  <a:cubicBezTo>
                    <a:pt x="11458" y="13080"/>
                    <a:pt x="12141" y="12916"/>
                    <a:pt x="12742" y="12597"/>
                  </a:cubicBezTo>
                  <a:lnTo>
                    <a:pt x="13795" y="12051"/>
                  </a:lnTo>
                  <a:cubicBezTo>
                    <a:pt x="13932" y="11976"/>
                    <a:pt x="14015" y="11839"/>
                    <a:pt x="14015" y="11689"/>
                  </a:cubicBezTo>
                  <a:lnTo>
                    <a:pt x="14015" y="5941"/>
                  </a:lnTo>
                  <a:cubicBezTo>
                    <a:pt x="14015" y="5259"/>
                    <a:pt x="13463" y="4707"/>
                    <a:pt x="12786" y="4707"/>
                  </a:cubicBezTo>
                  <a:lnTo>
                    <a:pt x="8242" y="4707"/>
                  </a:lnTo>
                  <a:lnTo>
                    <a:pt x="8242" y="4293"/>
                  </a:lnTo>
                  <a:cubicBezTo>
                    <a:pt x="8242" y="3766"/>
                    <a:pt x="7903" y="3315"/>
                    <a:pt x="7440" y="3139"/>
                  </a:cubicBezTo>
                  <a:cubicBezTo>
                    <a:pt x="7502" y="2908"/>
                    <a:pt x="7709" y="2739"/>
                    <a:pt x="7967" y="2739"/>
                  </a:cubicBezTo>
                  <a:lnTo>
                    <a:pt x="8493" y="2739"/>
                  </a:lnTo>
                  <a:cubicBezTo>
                    <a:pt x="9220" y="2739"/>
                    <a:pt x="9841" y="2175"/>
                    <a:pt x="9878" y="1441"/>
                  </a:cubicBezTo>
                  <a:cubicBezTo>
                    <a:pt x="9922" y="651"/>
                    <a:pt x="9295" y="0"/>
                    <a:pt x="85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53"/>
            <p:cNvSpPr/>
            <p:nvPr/>
          </p:nvSpPr>
          <p:spPr>
            <a:xfrm>
              <a:off x="4879212" y="4401065"/>
              <a:ext cx="110880" cy="22165"/>
            </a:xfrm>
            <a:custGeom>
              <a:avLst/>
              <a:gdLst/>
              <a:ahLst/>
              <a:cxnLst/>
              <a:rect l="l" t="t" r="r" b="b"/>
              <a:pathLst>
                <a:path w="4112" h="822" extrusionOk="0">
                  <a:moveTo>
                    <a:pt x="414" y="1"/>
                  </a:moveTo>
                  <a:cubicBezTo>
                    <a:pt x="189" y="1"/>
                    <a:pt x="1" y="183"/>
                    <a:pt x="1" y="414"/>
                  </a:cubicBezTo>
                  <a:cubicBezTo>
                    <a:pt x="1" y="640"/>
                    <a:pt x="189" y="822"/>
                    <a:pt x="414" y="822"/>
                  </a:cubicBezTo>
                  <a:lnTo>
                    <a:pt x="3698" y="822"/>
                  </a:lnTo>
                  <a:cubicBezTo>
                    <a:pt x="3924" y="822"/>
                    <a:pt x="4112" y="640"/>
                    <a:pt x="4112" y="414"/>
                  </a:cubicBezTo>
                  <a:cubicBezTo>
                    <a:pt x="4112" y="183"/>
                    <a:pt x="3924" y="1"/>
                    <a:pt x="36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53"/>
            <p:cNvSpPr/>
            <p:nvPr/>
          </p:nvSpPr>
          <p:spPr>
            <a:xfrm>
              <a:off x="4834936" y="4312539"/>
              <a:ext cx="22165" cy="22111"/>
            </a:xfrm>
            <a:custGeom>
              <a:avLst/>
              <a:gdLst/>
              <a:ahLst/>
              <a:cxnLst/>
              <a:rect l="l" t="t" r="r" b="b"/>
              <a:pathLst>
                <a:path w="822" h="820" extrusionOk="0">
                  <a:moveTo>
                    <a:pt x="414" y="0"/>
                  </a:moveTo>
                  <a:cubicBezTo>
                    <a:pt x="188" y="0"/>
                    <a:pt x="0" y="181"/>
                    <a:pt x="0" y="414"/>
                  </a:cubicBezTo>
                  <a:cubicBezTo>
                    <a:pt x="0" y="639"/>
                    <a:pt x="188" y="820"/>
                    <a:pt x="414" y="820"/>
                  </a:cubicBezTo>
                  <a:cubicBezTo>
                    <a:pt x="639" y="820"/>
                    <a:pt x="821" y="639"/>
                    <a:pt x="821" y="414"/>
                  </a:cubicBezTo>
                  <a:cubicBezTo>
                    <a:pt x="821" y="181"/>
                    <a:pt x="639"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53"/>
            <p:cNvSpPr/>
            <p:nvPr/>
          </p:nvSpPr>
          <p:spPr>
            <a:xfrm>
              <a:off x="4923516" y="4312539"/>
              <a:ext cx="22138" cy="22111"/>
            </a:xfrm>
            <a:custGeom>
              <a:avLst/>
              <a:gdLst/>
              <a:ahLst/>
              <a:cxnLst/>
              <a:rect l="l" t="t" r="r" b="b"/>
              <a:pathLst>
                <a:path w="821" h="820" extrusionOk="0">
                  <a:moveTo>
                    <a:pt x="414" y="0"/>
                  </a:moveTo>
                  <a:cubicBezTo>
                    <a:pt x="188" y="0"/>
                    <a:pt x="0" y="181"/>
                    <a:pt x="0" y="414"/>
                  </a:cubicBezTo>
                  <a:cubicBezTo>
                    <a:pt x="0" y="639"/>
                    <a:pt x="188" y="820"/>
                    <a:pt x="414" y="820"/>
                  </a:cubicBezTo>
                  <a:cubicBezTo>
                    <a:pt x="640" y="820"/>
                    <a:pt x="820" y="639"/>
                    <a:pt x="820" y="414"/>
                  </a:cubicBezTo>
                  <a:cubicBezTo>
                    <a:pt x="820" y="181"/>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53"/>
            <p:cNvSpPr/>
            <p:nvPr/>
          </p:nvSpPr>
          <p:spPr>
            <a:xfrm>
              <a:off x="4967927" y="4312539"/>
              <a:ext cx="22165" cy="22111"/>
            </a:xfrm>
            <a:custGeom>
              <a:avLst/>
              <a:gdLst/>
              <a:ahLst/>
              <a:cxnLst/>
              <a:rect l="l" t="t" r="r" b="b"/>
              <a:pathLst>
                <a:path w="822" h="820" extrusionOk="0">
                  <a:moveTo>
                    <a:pt x="408" y="0"/>
                  </a:moveTo>
                  <a:cubicBezTo>
                    <a:pt x="182" y="0"/>
                    <a:pt x="0" y="181"/>
                    <a:pt x="0" y="414"/>
                  </a:cubicBezTo>
                  <a:cubicBezTo>
                    <a:pt x="0" y="639"/>
                    <a:pt x="182" y="820"/>
                    <a:pt x="408" y="820"/>
                  </a:cubicBezTo>
                  <a:cubicBezTo>
                    <a:pt x="634" y="820"/>
                    <a:pt x="822" y="639"/>
                    <a:pt x="822" y="414"/>
                  </a:cubicBezTo>
                  <a:cubicBezTo>
                    <a:pt x="822" y="181"/>
                    <a:pt x="63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53"/>
            <p:cNvSpPr/>
            <p:nvPr/>
          </p:nvSpPr>
          <p:spPr>
            <a:xfrm>
              <a:off x="5012204" y="4312539"/>
              <a:ext cx="22192" cy="22111"/>
            </a:xfrm>
            <a:custGeom>
              <a:avLst/>
              <a:gdLst/>
              <a:ahLst/>
              <a:cxnLst/>
              <a:rect l="l" t="t" r="r" b="b"/>
              <a:pathLst>
                <a:path w="823" h="820" extrusionOk="0">
                  <a:moveTo>
                    <a:pt x="408" y="0"/>
                  </a:moveTo>
                  <a:cubicBezTo>
                    <a:pt x="183" y="0"/>
                    <a:pt x="1" y="181"/>
                    <a:pt x="1" y="414"/>
                  </a:cubicBezTo>
                  <a:cubicBezTo>
                    <a:pt x="1" y="639"/>
                    <a:pt x="183" y="820"/>
                    <a:pt x="408" y="820"/>
                  </a:cubicBezTo>
                  <a:cubicBezTo>
                    <a:pt x="634" y="820"/>
                    <a:pt x="822" y="639"/>
                    <a:pt x="822" y="414"/>
                  </a:cubicBezTo>
                  <a:cubicBezTo>
                    <a:pt x="822" y="181"/>
                    <a:pt x="63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53"/>
            <p:cNvSpPr/>
            <p:nvPr/>
          </p:nvSpPr>
          <p:spPr>
            <a:xfrm>
              <a:off x="5056507" y="4312539"/>
              <a:ext cx="22165" cy="22111"/>
            </a:xfrm>
            <a:custGeom>
              <a:avLst/>
              <a:gdLst/>
              <a:ahLst/>
              <a:cxnLst/>
              <a:rect l="l" t="t" r="r" b="b"/>
              <a:pathLst>
                <a:path w="822" h="820" extrusionOk="0">
                  <a:moveTo>
                    <a:pt x="408" y="0"/>
                  </a:moveTo>
                  <a:cubicBezTo>
                    <a:pt x="182" y="0"/>
                    <a:pt x="0" y="181"/>
                    <a:pt x="0" y="414"/>
                  </a:cubicBezTo>
                  <a:cubicBezTo>
                    <a:pt x="0" y="639"/>
                    <a:pt x="182" y="820"/>
                    <a:pt x="408" y="820"/>
                  </a:cubicBezTo>
                  <a:cubicBezTo>
                    <a:pt x="634" y="820"/>
                    <a:pt x="822" y="639"/>
                    <a:pt x="822" y="414"/>
                  </a:cubicBezTo>
                  <a:cubicBezTo>
                    <a:pt x="822" y="181"/>
                    <a:pt x="63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53"/>
            <p:cNvSpPr/>
            <p:nvPr/>
          </p:nvSpPr>
          <p:spPr>
            <a:xfrm>
              <a:off x="5100757" y="4312539"/>
              <a:ext cx="22165" cy="22111"/>
            </a:xfrm>
            <a:custGeom>
              <a:avLst/>
              <a:gdLst/>
              <a:ahLst/>
              <a:cxnLst/>
              <a:rect l="l" t="t" r="r" b="b"/>
              <a:pathLst>
                <a:path w="822" h="820" extrusionOk="0">
                  <a:moveTo>
                    <a:pt x="408" y="0"/>
                  </a:moveTo>
                  <a:cubicBezTo>
                    <a:pt x="182" y="0"/>
                    <a:pt x="0" y="181"/>
                    <a:pt x="0" y="414"/>
                  </a:cubicBezTo>
                  <a:cubicBezTo>
                    <a:pt x="0" y="639"/>
                    <a:pt x="182" y="820"/>
                    <a:pt x="408" y="820"/>
                  </a:cubicBezTo>
                  <a:cubicBezTo>
                    <a:pt x="634" y="820"/>
                    <a:pt x="822" y="639"/>
                    <a:pt x="822" y="414"/>
                  </a:cubicBezTo>
                  <a:cubicBezTo>
                    <a:pt x="822" y="181"/>
                    <a:pt x="63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53"/>
            <p:cNvSpPr/>
            <p:nvPr/>
          </p:nvSpPr>
          <p:spPr>
            <a:xfrm>
              <a:off x="4879212" y="4312539"/>
              <a:ext cx="22165" cy="22111"/>
            </a:xfrm>
            <a:custGeom>
              <a:avLst/>
              <a:gdLst/>
              <a:ahLst/>
              <a:cxnLst/>
              <a:rect l="l" t="t" r="r" b="b"/>
              <a:pathLst>
                <a:path w="822" h="820" extrusionOk="0">
                  <a:moveTo>
                    <a:pt x="414" y="0"/>
                  </a:moveTo>
                  <a:cubicBezTo>
                    <a:pt x="189" y="0"/>
                    <a:pt x="1" y="181"/>
                    <a:pt x="1" y="414"/>
                  </a:cubicBezTo>
                  <a:cubicBezTo>
                    <a:pt x="1" y="639"/>
                    <a:pt x="189" y="820"/>
                    <a:pt x="414" y="820"/>
                  </a:cubicBezTo>
                  <a:cubicBezTo>
                    <a:pt x="640" y="820"/>
                    <a:pt x="822" y="639"/>
                    <a:pt x="822" y="414"/>
                  </a:cubicBezTo>
                  <a:cubicBezTo>
                    <a:pt x="822" y="181"/>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53"/>
            <p:cNvSpPr/>
            <p:nvPr/>
          </p:nvSpPr>
          <p:spPr>
            <a:xfrm>
              <a:off x="4834936" y="4356788"/>
              <a:ext cx="22165" cy="22165"/>
            </a:xfrm>
            <a:custGeom>
              <a:avLst/>
              <a:gdLst/>
              <a:ahLst/>
              <a:cxnLst/>
              <a:rect l="l" t="t" r="r" b="b"/>
              <a:pathLst>
                <a:path w="822" h="822" extrusionOk="0">
                  <a:moveTo>
                    <a:pt x="414" y="0"/>
                  </a:moveTo>
                  <a:cubicBezTo>
                    <a:pt x="188" y="0"/>
                    <a:pt x="0" y="182"/>
                    <a:pt x="0" y="414"/>
                  </a:cubicBezTo>
                  <a:cubicBezTo>
                    <a:pt x="0" y="639"/>
                    <a:pt x="188" y="821"/>
                    <a:pt x="414" y="821"/>
                  </a:cubicBezTo>
                  <a:cubicBezTo>
                    <a:pt x="639" y="821"/>
                    <a:pt x="821" y="639"/>
                    <a:pt x="821" y="414"/>
                  </a:cubicBezTo>
                  <a:cubicBezTo>
                    <a:pt x="821" y="182"/>
                    <a:pt x="639"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53"/>
            <p:cNvSpPr/>
            <p:nvPr/>
          </p:nvSpPr>
          <p:spPr>
            <a:xfrm>
              <a:off x="4923516" y="4356788"/>
              <a:ext cx="22138" cy="22165"/>
            </a:xfrm>
            <a:custGeom>
              <a:avLst/>
              <a:gdLst/>
              <a:ahLst/>
              <a:cxnLst/>
              <a:rect l="l" t="t" r="r" b="b"/>
              <a:pathLst>
                <a:path w="821" h="822" extrusionOk="0">
                  <a:moveTo>
                    <a:pt x="414" y="0"/>
                  </a:moveTo>
                  <a:cubicBezTo>
                    <a:pt x="188" y="0"/>
                    <a:pt x="0" y="182"/>
                    <a:pt x="0" y="414"/>
                  </a:cubicBezTo>
                  <a:cubicBezTo>
                    <a:pt x="0" y="639"/>
                    <a:pt x="188" y="821"/>
                    <a:pt x="414" y="821"/>
                  </a:cubicBezTo>
                  <a:cubicBezTo>
                    <a:pt x="640" y="821"/>
                    <a:pt x="820" y="639"/>
                    <a:pt x="820" y="414"/>
                  </a:cubicBezTo>
                  <a:cubicBezTo>
                    <a:pt x="820" y="182"/>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53"/>
            <p:cNvSpPr/>
            <p:nvPr/>
          </p:nvSpPr>
          <p:spPr>
            <a:xfrm>
              <a:off x="4967927" y="4356788"/>
              <a:ext cx="22165" cy="22165"/>
            </a:xfrm>
            <a:custGeom>
              <a:avLst/>
              <a:gdLst/>
              <a:ahLst/>
              <a:cxnLst/>
              <a:rect l="l" t="t" r="r" b="b"/>
              <a:pathLst>
                <a:path w="822" h="822" extrusionOk="0">
                  <a:moveTo>
                    <a:pt x="408" y="0"/>
                  </a:moveTo>
                  <a:cubicBezTo>
                    <a:pt x="182" y="0"/>
                    <a:pt x="0" y="182"/>
                    <a:pt x="0" y="414"/>
                  </a:cubicBezTo>
                  <a:cubicBezTo>
                    <a:pt x="0" y="639"/>
                    <a:pt x="182" y="821"/>
                    <a:pt x="408" y="821"/>
                  </a:cubicBezTo>
                  <a:cubicBezTo>
                    <a:pt x="634" y="821"/>
                    <a:pt x="822" y="639"/>
                    <a:pt x="822" y="414"/>
                  </a:cubicBezTo>
                  <a:cubicBezTo>
                    <a:pt x="822" y="182"/>
                    <a:pt x="63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53"/>
            <p:cNvSpPr/>
            <p:nvPr/>
          </p:nvSpPr>
          <p:spPr>
            <a:xfrm>
              <a:off x="5012204" y="4356788"/>
              <a:ext cx="22192" cy="22165"/>
            </a:xfrm>
            <a:custGeom>
              <a:avLst/>
              <a:gdLst/>
              <a:ahLst/>
              <a:cxnLst/>
              <a:rect l="l" t="t" r="r" b="b"/>
              <a:pathLst>
                <a:path w="823" h="822" extrusionOk="0">
                  <a:moveTo>
                    <a:pt x="408" y="0"/>
                  </a:moveTo>
                  <a:cubicBezTo>
                    <a:pt x="183" y="0"/>
                    <a:pt x="1" y="182"/>
                    <a:pt x="1" y="414"/>
                  </a:cubicBezTo>
                  <a:cubicBezTo>
                    <a:pt x="1" y="639"/>
                    <a:pt x="183" y="821"/>
                    <a:pt x="408" y="821"/>
                  </a:cubicBezTo>
                  <a:cubicBezTo>
                    <a:pt x="634" y="821"/>
                    <a:pt x="822" y="639"/>
                    <a:pt x="822" y="414"/>
                  </a:cubicBezTo>
                  <a:cubicBezTo>
                    <a:pt x="822" y="182"/>
                    <a:pt x="63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53"/>
            <p:cNvSpPr/>
            <p:nvPr/>
          </p:nvSpPr>
          <p:spPr>
            <a:xfrm>
              <a:off x="5078645" y="4356788"/>
              <a:ext cx="22138" cy="22165"/>
            </a:xfrm>
            <a:custGeom>
              <a:avLst/>
              <a:gdLst/>
              <a:ahLst/>
              <a:cxnLst/>
              <a:rect l="l" t="t" r="r" b="b"/>
              <a:pathLst>
                <a:path w="821" h="822" extrusionOk="0">
                  <a:moveTo>
                    <a:pt x="407" y="0"/>
                  </a:moveTo>
                  <a:cubicBezTo>
                    <a:pt x="181" y="0"/>
                    <a:pt x="1" y="182"/>
                    <a:pt x="1" y="414"/>
                  </a:cubicBezTo>
                  <a:cubicBezTo>
                    <a:pt x="1" y="639"/>
                    <a:pt x="181" y="821"/>
                    <a:pt x="407" y="821"/>
                  </a:cubicBezTo>
                  <a:cubicBezTo>
                    <a:pt x="632" y="821"/>
                    <a:pt x="820" y="639"/>
                    <a:pt x="820" y="414"/>
                  </a:cubicBezTo>
                  <a:cubicBezTo>
                    <a:pt x="820" y="182"/>
                    <a:pt x="632" y="0"/>
                    <a:pt x="4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53"/>
            <p:cNvSpPr/>
            <p:nvPr/>
          </p:nvSpPr>
          <p:spPr>
            <a:xfrm>
              <a:off x="4879212" y="4356788"/>
              <a:ext cx="22165" cy="22165"/>
            </a:xfrm>
            <a:custGeom>
              <a:avLst/>
              <a:gdLst/>
              <a:ahLst/>
              <a:cxnLst/>
              <a:rect l="l" t="t" r="r" b="b"/>
              <a:pathLst>
                <a:path w="822" h="822" extrusionOk="0">
                  <a:moveTo>
                    <a:pt x="414" y="0"/>
                  </a:moveTo>
                  <a:cubicBezTo>
                    <a:pt x="189" y="0"/>
                    <a:pt x="1" y="182"/>
                    <a:pt x="1" y="414"/>
                  </a:cubicBezTo>
                  <a:cubicBezTo>
                    <a:pt x="1" y="639"/>
                    <a:pt x="189" y="821"/>
                    <a:pt x="414" y="821"/>
                  </a:cubicBezTo>
                  <a:cubicBezTo>
                    <a:pt x="640" y="821"/>
                    <a:pt x="822" y="639"/>
                    <a:pt x="822" y="414"/>
                  </a:cubicBezTo>
                  <a:cubicBezTo>
                    <a:pt x="822" y="182"/>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53"/>
            <p:cNvSpPr/>
            <p:nvPr/>
          </p:nvSpPr>
          <p:spPr>
            <a:xfrm>
              <a:off x="4834936" y="4401065"/>
              <a:ext cx="22165" cy="22165"/>
            </a:xfrm>
            <a:custGeom>
              <a:avLst/>
              <a:gdLst/>
              <a:ahLst/>
              <a:cxnLst/>
              <a:rect l="l" t="t" r="r" b="b"/>
              <a:pathLst>
                <a:path w="822" h="822" extrusionOk="0">
                  <a:moveTo>
                    <a:pt x="414" y="1"/>
                  </a:moveTo>
                  <a:cubicBezTo>
                    <a:pt x="188" y="1"/>
                    <a:pt x="0" y="183"/>
                    <a:pt x="0" y="414"/>
                  </a:cubicBezTo>
                  <a:cubicBezTo>
                    <a:pt x="0" y="640"/>
                    <a:pt x="188" y="822"/>
                    <a:pt x="414" y="822"/>
                  </a:cubicBezTo>
                  <a:cubicBezTo>
                    <a:pt x="639" y="822"/>
                    <a:pt x="821" y="640"/>
                    <a:pt x="821" y="414"/>
                  </a:cubicBezTo>
                  <a:cubicBezTo>
                    <a:pt x="821" y="183"/>
                    <a:pt x="639"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53"/>
            <p:cNvSpPr/>
            <p:nvPr/>
          </p:nvSpPr>
          <p:spPr>
            <a:xfrm>
              <a:off x="5012204" y="4401065"/>
              <a:ext cx="22192" cy="22165"/>
            </a:xfrm>
            <a:custGeom>
              <a:avLst/>
              <a:gdLst/>
              <a:ahLst/>
              <a:cxnLst/>
              <a:rect l="l" t="t" r="r" b="b"/>
              <a:pathLst>
                <a:path w="823" h="822" extrusionOk="0">
                  <a:moveTo>
                    <a:pt x="408" y="1"/>
                  </a:moveTo>
                  <a:cubicBezTo>
                    <a:pt x="183" y="1"/>
                    <a:pt x="1" y="183"/>
                    <a:pt x="1" y="414"/>
                  </a:cubicBezTo>
                  <a:cubicBezTo>
                    <a:pt x="1" y="640"/>
                    <a:pt x="183" y="822"/>
                    <a:pt x="408" y="822"/>
                  </a:cubicBezTo>
                  <a:cubicBezTo>
                    <a:pt x="634" y="822"/>
                    <a:pt x="822" y="640"/>
                    <a:pt x="822" y="414"/>
                  </a:cubicBezTo>
                  <a:cubicBezTo>
                    <a:pt x="822" y="183"/>
                    <a:pt x="634"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53"/>
            <p:cNvSpPr/>
            <p:nvPr/>
          </p:nvSpPr>
          <p:spPr>
            <a:xfrm>
              <a:off x="5056507" y="4401065"/>
              <a:ext cx="22165" cy="22165"/>
            </a:xfrm>
            <a:custGeom>
              <a:avLst/>
              <a:gdLst/>
              <a:ahLst/>
              <a:cxnLst/>
              <a:rect l="l" t="t" r="r" b="b"/>
              <a:pathLst>
                <a:path w="822" h="822" extrusionOk="0">
                  <a:moveTo>
                    <a:pt x="408" y="1"/>
                  </a:moveTo>
                  <a:cubicBezTo>
                    <a:pt x="182" y="1"/>
                    <a:pt x="0" y="183"/>
                    <a:pt x="0" y="414"/>
                  </a:cubicBezTo>
                  <a:cubicBezTo>
                    <a:pt x="0" y="640"/>
                    <a:pt x="182" y="822"/>
                    <a:pt x="408" y="822"/>
                  </a:cubicBezTo>
                  <a:cubicBezTo>
                    <a:pt x="634" y="822"/>
                    <a:pt x="822" y="640"/>
                    <a:pt x="822" y="414"/>
                  </a:cubicBezTo>
                  <a:cubicBezTo>
                    <a:pt x="822" y="183"/>
                    <a:pt x="634"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53"/>
            <p:cNvSpPr/>
            <p:nvPr/>
          </p:nvSpPr>
          <p:spPr>
            <a:xfrm>
              <a:off x="5100757" y="4401065"/>
              <a:ext cx="22165" cy="22165"/>
            </a:xfrm>
            <a:custGeom>
              <a:avLst/>
              <a:gdLst/>
              <a:ahLst/>
              <a:cxnLst/>
              <a:rect l="l" t="t" r="r" b="b"/>
              <a:pathLst>
                <a:path w="822" h="822" extrusionOk="0">
                  <a:moveTo>
                    <a:pt x="408" y="1"/>
                  </a:moveTo>
                  <a:cubicBezTo>
                    <a:pt x="182" y="1"/>
                    <a:pt x="0" y="183"/>
                    <a:pt x="0" y="414"/>
                  </a:cubicBezTo>
                  <a:cubicBezTo>
                    <a:pt x="0" y="640"/>
                    <a:pt x="182" y="822"/>
                    <a:pt x="408" y="822"/>
                  </a:cubicBezTo>
                  <a:cubicBezTo>
                    <a:pt x="634" y="822"/>
                    <a:pt x="822" y="640"/>
                    <a:pt x="822" y="414"/>
                  </a:cubicBezTo>
                  <a:cubicBezTo>
                    <a:pt x="822" y="183"/>
                    <a:pt x="634"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0" name="Google Shape;770;p53"/>
          <p:cNvSpPr/>
          <p:nvPr/>
        </p:nvSpPr>
        <p:spPr>
          <a:xfrm>
            <a:off x="4798821" y="3241717"/>
            <a:ext cx="377914" cy="377888"/>
          </a:xfrm>
          <a:custGeom>
            <a:avLst/>
            <a:gdLst/>
            <a:ahLst/>
            <a:cxnLst/>
            <a:rect l="l" t="t" r="r" b="b"/>
            <a:pathLst>
              <a:path w="14015" h="14014" extrusionOk="0">
                <a:moveTo>
                  <a:pt x="3454" y="820"/>
                </a:moveTo>
                <a:lnTo>
                  <a:pt x="3868" y="1642"/>
                </a:lnTo>
                <a:lnTo>
                  <a:pt x="2219" y="1642"/>
                </a:lnTo>
                <a:lnTo>
                  <a:pt x="1398" y="820"/>
                </a:lnTo>
                <a:close/>
                <a:moveTo>
                  <a:pt x="6595" y="820"/>
                </a:moveTo>
                <a:lnTo>
                  <a:pt x="6595" y="1642"/>
                </a:lnTo>
                <a:lnTo>
                  <a:pt x="4782" y="1642"/>
                </a:lnTo>
                <a:lnTo>
                  <a:pt x="4369" y="820"/>
                </a:lnTo>
                <a:close/>
                <a:moveTo>
                  <a:pt x="9641" y="820"/>
                </a:moveTo>
                <a:lnTo>
                  <a:pt x="9227" y="1642"/>
                </a:lnTo>
                <a:lnTo>
                  <a:pt x="7415" y="1642"/>
                </a:lnTo>
                <a:lnTo>
                  <a:pt x="7415" y="820"/>
                </a:lnTo>
                <a:close/>
                <a:moveTo>
                  <a:pt x="12612" y="820"/>
                </a:moveTo>
                <a:lnTo>
                  <a:pt x="11790" y="1642"/>
                </a:lnTo>
                <a:lnTo>
                  <a:pt x="10148" y="1642"/>
                </a:lnTo>
                <a:lnTo>
                  <a:pt x="10561" y="820"/>
                </a:lnTo>
                <a:close/>
                <a:moveTo>
                  <a:pt x="4275" y="2463"/>
                </a:moveTo>
                <a:lnTo>
                  <a:pt x="4689" y="3284"/>
                </a:lnTo>
                <a:lnTo>
                  <a:pt x="3862" y="3284"/>
                </a:lnTo>
                <a:lnTo>
                  <a:pt x="3041" y="2463"/>
                </a:lnTo>
                <a:close/>
                <a:moveTo>
                  <a:pt x="6595" y="2463"/>
                </a:moveTo>
                <a:lnTo>
                  <a:pt x="6595" y="3284"/>
                </a:lnTo>
                <a:lnTo>
                  <a:pt x="5604" y="3284"/>
                </a:lnTo>
                <a:lnTo>
                  <a:pt x="5190" y="2463"/>
                </a:lnTo>
                <a:close/>
                <a:moveTo>
                  <a:pt x="8820" y="2463"/>
                </a:moveTo>
                <a:lnTo>
                  <a:pt x="8406" y="3284"/>
                </a:lnTo>
                <a:lnTo>
                  <a:pt x="7415" y="3284"/>
                </a:lnTo>
                <a:lnTo>
                  <a:pt x="7415" y="2463"/>
                </a:lnTo>
                <a:close/>
                <a:moveTo>
                  <a:pt x="10969" y="2463"/>
                </a:moveTo>
                <a:lnTo>
                  <a:pt x="10148" y="3284"/>
                </a:lnTo>
                <a:lnTo>
                  <a:pt x="9326" y="3284"/>
                </a:lnTo>
                <a:lnTo>
                  <a:pt x="9740" y="2463"/>
                </a:lnTo>
                <a:close/>
                <a:moveTo>
                  <a:pt x="822" y="1398"/>
                </a:moveTo>
                <a:lnTo>
                  <a:pt x="1643" y="2219"/>
                </a:lnTo>
                <a:lnTo>
                  <a:pt x="1643" y="3860"/>
                </a:lnTo>
                <a:lnTo>
                  <a:pt x="822" y="3453"/>
                </a:lnTo>
                <a:lnTo>
                  <a:pt x="822" y="1398"/>
                </a:lnTo>
                <a:close/>
                <a:moveTo>
                  <a:pt x="13194" y="1398"/>
                </a:moveTo>
                <a:lnTo>
                  <a:pt x="13194" y="3453"/>
                </a:lnTo>
                <a:lnTo>
                  <a:pt x="12372" y="3860"/>
                </a:lnTo>
                <a:lnTo>
                  <a:pt x="12372" y="2219"/>
                </a:lnTo>
                <a:lnTo>
                  <a:pt x="13194" y="1398"/>
                </a:lnTo>
                <a:close/>
                <a:moveTo>
                  <a:pt x="2464" y="3039"/>
                </a:moveTo>
                <a:lnTo>
                  <a:pt x="3286" y="3860"/>
                </a:lnTo>
                <a:lnTo>
                  <a:pt x="3286" y="4681"/>
                </a:lnTo>
                <a:lnTo>
                  <a:pt x="2464" y="4274"/>
                </a:lnTo>
                <a:lnTo>
                  <a:pt x="2464" y="3039"/>
                </a:lnTo>
                <a:close/>
                <a:moveTo>
                  <a:pt x="11551" y="3039"/>
                </a:moveTo>
                <a:lnTo>
                  <a:pt x="11551" y="4274"/>
                </a:lnTo>
                <a:lnTo>
                  <a:pt x="10731" y="4681"/>
                </a:lnTo>
                <a:lnTo>
                  <a:pt x="10731" y="3860"/>
                </a:lnTo>
                <a:lnTo>
                  <a:pt x="11551" y="3039"/>
                </a:lnTo>
                <a:close/>
                <a:moveTo>
                  <a:pt x="822" y="4369"/>
                </a:moveTo>
                <a:lnTo>
                  <a:pt x="1643" y="4782"/>
                </a:lnTo>
                <a:lnTo>
                  <a:pt x="1643" y="6593"/>
                </a:lnTo>
                <a:lnTo>
                  <a:pt x="822" y="6593"/>
                </a:lnTo>
                <a:lnTo>
                  <a:pt x="822" y="4369"/>
                </a:lnTo>
                <a:close/>
                <a:moveTo>
                  <a:pt x="2464" y="5190"/>
                </a:moveTo>
                <a:lnTo>
                  <a:pt x="3286" y="5603"/>
                </a:lnTo>
                <a:lnTo>
                  <a:pt x="3286" y="6593"/>
                </a:lnTo>
                <a:lnTo>
                  <a:pt x="2464" y="6593"/>
                </a:lnTo>
                <a:lnTo>
                  <a:pt x="2464" y="5190"/>
                </a:lnTo>
                <a:close/>
                <a:moveTo>
                  <a:pt x="11551" y="5190"/>
                </a:moveTo>
                <a:lnTo>
                  <a:pt x="11551" y="6593"/>
                </a:lnTo>
                <a:lnTo>
                  <a:pt x="10731" y="6593"/>
                </a:lnTo>
                <a:lnTo>
                  <a:pt x="10731" y="5603"/>
                </a:lnTo>
                <a:lnTo>
                  <a:pt x="11551" y="5190"/>
                </a:lnTo>
                <a:close/>
                <a:moveTo>
                  <a:pt x="13194" y="4369"/>
                </a:moveTo>
                <a:lnTo>
                  <a:pt x="13194" y="6593"/>
                </a:lnTo>
                <a:lnTo>
                  <a:pt x="12372" y="6593"/>
                </a:lnTo>
                <a:lnTo>
                  <a:pt x="12372" y="4782"/>
                </a:lnTo>
                <a:lnTo>
                  <a:pt x="13194" y="4369"/>
                </a:lnTo>
                <a:close/>
                <a:moveTo>
                  <a:pt x="7009" y="5772"/>
                </a:moveTo>
                <a:cubicBezTo>
                  <a:pt x="7309" y="5772"/>
                  <a:pt x="7553" y="6017"/>
                  <a:pt x="7553" y="6324"/>
                </a:cubicBezTo>
                <a:cubicBezTo>
                  <a:pt x="7553" y="6625"/>
                  <a:pt x="7309" y="6868"/>
                  <a:pt x="7009" y="6868"/>
                </a:cubicBezTo>
                <a:cubicBezTo>
                  <a:pt x="6708" y="6868"/>
                  <a:pt x="6456" y="6625"/>
                  <a:pt x="6456" y="6324"/>
                </a:cubicBezTo>
                <a:cubicBezTo>
                  <a:pt x="6456" y="6017"/>
                  <a:pt x="6708" y="5772"/>
                  <a:pt x="7009" y="5772"/>
                </a:cubicBezTo>
                <a:close/>
                <a:moveTo>
                  <a:pt x="3286" y="7414"/>
                </a:moveTo>
                <a:lnTo>
                  <a:pt x="3286" y="8404"/>
                </a:lnTo>
                <a:lnTo>
                  <a:pt x="2464" y="8818"/>
                </a:lnTo>
                <a:lnTo>
                  <a:pt x="2464" y="7414"/>
                </a:lnTo>
                <a:close/>
                <a:moveTo>
                  <a:pt x="11551" y="7414"/>
                </a:moveTo>
                <a:lnTo>
                  <a:pt x="11551" y="8818"/>
                </a:lnTo>
                <a:lnTo>
                  <a:pt x="10731" y="8404"/>
                </a:lnTo>
                <a:lnTo>
                  <a:pt x="10731" y="7414"/>
                </a:lnTo>
                <a:close/>
                <a:moveTo>
                  <a:pt x="1643" y="7414"/>
                </a:moveTo>
                <a:lnTo>
                  <a:pt x="1643" y="9225"/>
                </a:lnTo>
                <a:lnTo>
                  <a:pt x="822" y="9639"/>
                </a:lnTo>
                <a:lnTo>
                  <a:pt x="822" y="7414"/>
                </a:lnTo>
                <a:close/>
                <a:moveTo>
                  <a:pt x="13194" y="7414"/>
                </a:moveTo>
                <a:lnTo>
                  <a:pt x="13194" y="9639"/>
                </a:lnTo>
                <a:lnTo>
                  <a:pt x="12372" y="9225"/>
                </a:lnTo>
                <a:lnTo>
                  <a:pt x="12372" y="7414"/>
                </a:lnTo>
                <a:close/>
                <a:moveTo>
                  <a:pt x="7009" y="7690"/>
                </a:moveTo>
                <a:cubicBezTo>
                  <a:pt x="7685" y="7690"/>
                  <a:pt x="8236" y="8242"/>
                  <a:pt x="8236" y="8919"/>
                </a:cubicBezTo>
                <a:lnTo>
                  <a:pt x="8236" y="9908"/>
                </a:lnTo>
                <a:lnTo>
                  <a:pt x="5774" y="9908"/>
                </a:lnTo>
                <a:lnTo>
                  <a:pt x="5774" y="8919"/>
                </a:lnTo>
                <a:cubicBezTo>
                  <a:pt x="5774" y="8242"/>
                  <a:pt x="6324" y="7690"/>
                  <a:pt x="7009" y="7690"/>
                </a:cubicBezTo>
                <a:close/>
                <a:moveTo>
                  <a:pt x="9910" y="4105"/>
                </a:moveTo>
                <a:lnTo>
                  <a:pt x="9910" y="9908"/>
                </a:lnTo>
                <a:lnTo>
                  <a:pt x="9057" y="9908"/>
                </a:lnTo>
                <a:lnTo>
                  <a:pt x="9057" y="8919"/>
                </a:lnTo>
                <a:cubicBezTo>
                  <a:pt x="9057" y="8179"/>
                  <a:pt x="8669" y="7533"/>
                  <a:pt x="8079" y="7169"/>
                </a:cubicBezTo>
                <a:cubicBezTo>
                  <a:pt x="8280" y="6912"/>
                  <a:pt x="8392" y="6581"/>
                  <a:pt x="8374" y="6223"/>
                </a:cubicBezTo>
                <a:cubicBezTo>
                  <a:pt x="8325" y="5552"/>
                  <a:pt x="7785" y="5008"/>
                  <a:pt x="7108" y="4957"/>
                </a:cubicBezTo>
                <a:cubicBezTo>
                  <a:pt x="7072" y="4954"/>
                  <a:pt x="7036" y="4953"/>
                  <a:pt x="7001" y="4953"/>
                </a:cubicBezTo>
                <a:cubicBezTo>
                  <a:pt x="6247" y="4953"/>
                  <a:pt x="5635" y="5570"/>
                  <a:pt x="5635" y="6324"/>
                </a:cubicBezTo>
                <a:cubicBezTo>
                  <a:pt x="5635" y="6643"/>
                  <a:pt x="5748" y="6938"/>
                  <a:pt x="5936" y="7169"/>
                </a:cubicBezTo>
                <a:cubicBezTo>
                  <a:pt x="5346" y="7533"/>
                  <a:pt x="4952" y="8179"/>
                  <a:pt x="4952" y="8919"/>
                </a:cubicBezTo>
                <a:lnTo>
                  <a:pt x="4952" y="9908"/>
                </a:lnTo>
                <a:lnTo>
                  <a:pt x="4105" y="9908"/>
                </a:lnTo>
                <a:lnTo>
                  <a:pt x="4105" y="4105"/>
                </a:lnTo>
                <a:close/>
                <a:moveTo>
                  <a:pt x="3286" y="9326"/>
                </a:moveTo>
                <a:lnTo>
                  <a:pt x="3286" y="10146"/>
                </a:lnTo>
                <a:lnTo>
                  <a:pt x="2464" y="10967"/>
                </a:lnTo>
                <a:lnTo>
                  <a:pt x="2464" y="9732"/>
                </a:lnTo>
                <a:lnTo>
                  <a:pt x="3286" y="9326"/>
                </a:lnTo>
                <a:close/>
                <a:moveTo>
                  <a:pt x="10731" y="9326"/>
                </a:moveTo>
                <a:lnTo>
                  <a:pt x="11551" y="9732"/>
                </a:lnTo>
                <a:lnTo>
                  <a:pt x="11551" y="10967"/>
                </a:lnTo>
                <a:lnTo>
                  <a:pt x="10731" y="10146"/>
                </a:lnTo>
                <a:lnTo>
                  <a:pt x="10731" y="9326"/>
                </a:lnTo>
                <a:close/>
                <a:moveTo>
                  <a:pt x="4689" y="10730"/>
                </a:moveTo>
                <a:lnTo>
                  <a:pt x="4275" y="11551"/>
                </a:lnTo>
                <a:lnTo>
                  <a:pt x="3041" y="11551"/>
                </a:lnTo>
                <a:lnTo>
                  <a:pt x="3862" y="10730"/>
                </a:lnTo>
                <a:close/>
                <a:moveTo>
                  <a:pt x="6595" y="10730"/>
                </a:moveTo>
                <a:lnTo>
                  <a:pt x="6595" y="11551"/>
                </a:lnTo>
                <a:lnTo>
                  <a:pt x="5190" y="11551"/>
                </a:lnTo>
                <a:lnTo>
                  <a:pt x="5604" y="10730"/>
                </a:lnTo>
                <a:close/>
                <a:moveTo>
                  <a:pt x="8406" y="10730"/>
                </a:moveTo>
                <a:lnTo>
                  <a:pt x="8820" y="11551"/>
                </a:lnTo>
                <a:lnTo>
                  <a:pt x="7415" y="11551"/>
                </a:lnTo>
                <a:lnTo>
                  <a:pt x="7415" y="10730"/>
                </a:lnTo>
                <a:close/>
                <a:moveTo>
                  <a:pt x="10148" y="10730"/>
                </a:moveTo>
                <a:lnTo>
                  <a:pt x="10969" y="11551"/>
                </a:lnTo>
                <a:lnTo>
                  <a:pt x="9740" y="11551"/>
                </a:lnTo>
                <a:lnTo>
                  <a:pt x="9326" y="10730"/>
                </a:lnTo>
                <a:close/>
                <a:moveTo>
                  <a:pt x="1643" y="10146"/>
                </a:moveTo>
                <a:lnTo>
                  <a:pt x="1643" y="11789"/>
                </a:lnTo>
                <a:lnTo>
                  <a:pt x="822" y="12610"/>
                </a:lnTo>
                <a:lnTo>
                  <a:pt x="822" y="10554"/>
                </a:lnTo>
                <a:lnTo>
                  <a:pt x="1643" y="10146"/>
                </a:lnTo>
                <a:close/>
                <a:moveTo>
                  <a:pt x="12372" y="10146"/>
                </a:moveTo>
                <a:lnTo>
                  <a:pt x="13194" y="10554"/>
                </a:lnTo>
                <a:lnTo>
                  <a:pt x="13194" y="12610"/>
                </a:lnTo>
                <a:lnTo>
                  <a:pt x="12372" y="11789"/>
                </a:lnTo>
                <a:lnTo>
                  <a:pt x="12372" y="10146"/>
                </a:lnTo>
                <a:close/>
                <a:moveTo>
                  <a:pt x="3868" y="12372"/>
                </a:moveTo>
                <a:lnTo>
                  <a:pt x="3454" y="13192"/>
                </a:lnTo>
                <a:lnTo>
                  <a:pt x="1398" y="13192"/>
                </a:lnTo>
                <a:lnTo>
                  <a:pt x="2219" y="12372"/>
                </a:lnTo>
                <a:close/>
                <a:moveTo>
                  <a:pt x="6595" y="12372"/>
                </a:moveTo>
                <a:lnTo>
                  <a:pt x="6595" y="13192"/>
                </a:lnTo>
                <a:lnTo>
                  <a:pt x="4369" y="13192"/>
                </a:lnTo>
                <a:lnTo>
                  <a:pt x="4782" y="12372"/>
                </a:lnTo>
                <a:close/>
                <a:moveTo>
                  <a:pt x="9227" y="12372"/>
                </a:moveTo>
                <a:lnTo>
                  <a:pt x="9641" y="13192"/>
                </a:lnTo>
                <a:lnTo>
                  <a:pt x="7415" y="13192"/>
                </a:lnTo>
                <a:lnTo>
                  <a:pt x="7415" y="12372"/>
                </a:lnTo>
                <a:close/>
                <a:moveTo>
                  <a:pt x="11790" y="12372"/>
                </a:moveTo>
                <a:lnTo>
                  <a:pt x="12612" y="13192"/>
                </a:lnTo>
                <a:lnTo>
                  <a:pt x="10561" y="13192"/>
                </a:lnTo>
                <a:lnTo>
                  <a:pt x="10148" y="12372"/>
                </a:lnTo>
                <a:close/>
                <a:moveTo>
                  <a:pt x="408" y="1"/>
                </a:moveTo>
                <a:cubicBezTo>
                  <a:pt x="183" y="1"/>
                  <a:pt x="1" y="181"/>
                  <a:pt x="1" y="407"/>
                </a:cubicBezTo>
                <a:lnTo>
                  <a:pt x="1" y="13600"/>
                </a:lnTo>
                <a:cubicBezTo>
                  <a:pt x="1" y="13825"/>
                  <a:pt x="183" y="14013"/>
                  <a:pt x="408" y="14013"/>
                </a:cubicBezTo>
                <a:lnTo>
                  <a:pt x="13601" y="14013"/>
                </a:lnTo>
                <a:cubicBezTo>
                  <a:pt x="13827" y="14013"/>
                  <a:pt x="14015" y="13825"/>
                  <a:pt x="14015" y="13600"/>
                </a:cubicBezTo>
                <a:lnTo>
                  <a:pt x="14015" y="407"/>
                </a:lnTo>
                <a:cubicBezTo>
                  <a:pt x="14015" y="181"/>
                  <a:pt x="13827" y="1"/>
                  <a:pt x="136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1" name="Google Shape;771;p53"/>
          <p:cNvGrpSpPr/>
          <p:nvPr/>
        </p:nvGrpSpPr>
        <p:grpSpPr>
          <a:xfrm>
            <a:off x="4798834" y="2015699"/>
            <a:ext cx="377888" cy="377941"/>
            <a:chOff x="4779523" y="2315080"/>
            <a:chExt cx="377888" cy="377941"/>
          </a:xfrm>
        </p:grpSpPr>
        <p:sp>
          <p:nvSpPr>
            <p:cNvPr id="772" name="Google Shape;772;p53"/>
            <p:cNvSpPr/>
            <p:nvPr/>
          </p:nvSpPr>
          <p:spPr>
            <a:xfrm>
              <a:off x="4779523" y="2315080"/>
              <a:ext cx="377888" cy="377941"/>
            </a:xfrm>
            <a:custGeom>
              <a:avLst/>
              <a:gdLst/>
              <a:ahLst/>
              <a:cxnLst/>
              <a:rect l="l" t="t" r="r" b="b"/>
              <a:pathLst>
                <a:path w="14014" h="14016" extrusionOk="0">
                  <a:moveTo>
                    <a:pt x="10290" y="824"/>
                  </a:moveTo>
                  <a:cubicBezTo>
                    <a:pt x="10724" y="824"/>
                    <a:pt x="11112" y="1042"/>
                    <a:pt x="11325" y="1412"/>
                  </a:cubicBezTo>
                  <a:cubicBezTo>
                    <a:pt x="11545" y="1782"/>
                    <a:pt x="11551" y="2227"/>
                    <a:pt x="11343" y="2603"/>
                  </a:cubicBezTo>
                  <a:lnTo>
                    <a:pt x="10290" y="4495"/>
                  </a:lnTo>
                  <a:lnTo>
                    <a:pt x="9244" y="2603"/>
                  </a:lnTo>
                  <a:cubicBezTo>
                    <a:pt x="9037" y="2227"/>
                    <a:pt x="9044" y="1782"/>
                    <a:pt x="9257" y="1412"/>
                  </a:cubicBezTo>
                  <a:cubicBezTo>
                    <a:pt x="9477" y="1042"/>
                    <a:pt x="9865" y="824"/>
                    <a:pt x="10290" y="824"/>
                  </a:cubicBezTo>
                  <a:close/>
                  <a:moveTo>
                    <a:pt x="11551" y="5750"/>
                  </a:moveTo>
                  <a:lnTo>
                    <a:pt x="11551" y="6570"/>
                  </a:lnTo>
                  <a:lnTo>
                    <a:pt x="11112" y="6570"/>
                  </a:lnTo>
                  <a:cubicBezTo>
                    <a:pt x="10886" y="6570"/>
                    <a:pt x="10704" y="6752"/>
                    <a:pt x="10704" y="6983"/>
                  </a:cubicBezTo>
                  <a:lnTo>
                    <a:pt x="10704" y="10150"/>
                  </a:lnTo>
                  <a:lnTo>
                    <a:pt x="9301" y="11553"/>
                  </a:lnTo>
                  <a:lnTo>
                    <a:pt x="2463" y="11553"/>
                  </a:lnTo>
                  <a:lnTo>
                    <a:pt x="2463" y="10130"/>
                  </a:lnTo>
                  <a:lnTo>
                    <a:pt x="2902" y="10130"/>
                  </a:lnTo>
                  <a:cubicBezTo>
                    <a:pt x="3128" y="10130"/>
                    <a:pt x="3316" y="9942"/>
                    <a:pt x="3316" y="9716"/>
                  </a:cubicBezTo>
                  <a:lnTo>
                    <a:pt x="3316" y="8758"/>
                  </a:lnTo>
                  <a:lnTo>
                    <a:pt x="4681" y="8758"/>
                  </a:lnTo>
                  <a:lnTo>
                    <a:pt x="4681" y="9716"/>
                  </a:lnTo>
                  <a:cubicBezTo>
                    <a:pt x="4681" y="9942"/>
                    <a:pt x="4863" y="10130"/>
                    <a:pt x="5089" y="10130"/>
                  </a:cubicBezTo>
                  <a:lnTo>
                    <a:pt x="7007" y="10130"/>
                  </a:lnTo>
                  <a:cubicBezTo>
                    <a:pt x="7232" y="10130"/>
                    <a:pt x="7421" y="9942"/>
                    <a:pt x="7421" y="9716"/>
                  </a:cubicBezTo>
                  <a:lnTo>
                    <a:pt x="7421" y="8758"/>
                  </a:lnTo>
                  <a:lnTo>
                    <a:pt x="8103" y="8758"/>
                  </a:lnTo>
                  <a:cubicBezTo>
                    <a:pt x="8260" y="8758"/>
                    <a:pt x="8398" y="8669"/>
                    <a:pt x="8473" y="8533"/>
                  </a:cubicBezTo>
                  <a:lnTo>
                    <a:pt x="9018" y="7442"/>
                  </a:lnTo>
                  <a:cubicBezTo>
                    <a:pt x="9044" y="7379"/>
                    <a:pt x="9063" y="7316"/>
                    <a:pt x="9063" y="7254"/>
                  </a:cubicBezTo>
                  <a:lnTo>
                    <a:pt x="9063" y="5750"/>
                  </a:lnTo>
                  <a:close/>
                  <a:moveTo>
                    <a:pt x="13192" y="4107"/>
                  </a:moveTo>
                  <a:lnTo>
                    <a:pt x="13192" y="13195"/>
                  </a:lnTo>
                  <a:lnTo>
                    <a:pt x="820" y="13195"/>
                  </a:lnTo>
                  <a:lnTo>
                    <a:pt x="820" y="4107"/>
                  </a:lnTo>
                  <a:lnTo>
                    <a:pt x="9138" y="4107"/>
                  </a:lnTo>
                  <a:lnTo>
                    <a:pt x="9596" y="4929"/>
                  </a:lnTo>
                  <a:lnTo>
                    <a:pt x="8649" y="4929"/>
                  </a:lnTo>
                  <a:cubicBezTo>
                    <a:pt x="8424" y="4929"/>
                    <a:pt x="8242" y="5111"/>
                    <a:pt x="8242" y="5336"/>
                  </a:cubicBezTo>
                  <a:lnTo>
                    <a:pt x="8242" y="7159"/>
                  </a:lnTo>
                  <a:lnTo>
                    <a:pt x="7846" y="7937"/>
                  </a:lnTo>
                  <a:lnTo>
                    <a:pt x="7007" y="7937"/>
                  </a:lnTo>
                  <a:cubicBezTo>
                    <a:pt x="6781" y="7937"/>
                    <a:pt x="6599" y="8125"/>
                    <a:pt x="6599" y="8351"/>
                  </a:cubicBezTo>
                  <a:lnTo>
                    <a:pt x="6599" y="9309"/>
                  </a:lnTo>
                  <a:lnTo>
                    <a:pt x="5503" y="9309"/>
                  </a:lnTo>
                  <a:lnTo>
                    <a:pt x="5503" y="8351"/>
                  </a:lnTo>
                  <a:cubicBezTo>
                    <a:pt x="5503" y="8125"/>
                    <a:pt x="5321" y="7937"/>
                    <a:pt x="5089" y="7937"/>
                  </a:cubicBezTo>
                  <a:lnTo>
                    <a:pt x="2902" y="7937"/>
                  </a:lnTo>
                  <a:cubicBezTo>
                    <a:pt x="2676" y="7937"/>
                    <a:pt x="2494" y="8125"/>
                    <a:pt x="2494" y="8351"/>
                  </a:cubicBezTo>
                  <a:lnTo>
                    <a:pt x="2494" y="9309"/>
                  </a:lnTo>
                  <a:lnTo>
                    <a:pt x="2055" y="9309"/>
                  </a:lnTo>
                  <a:cubicBezTo>
                    <a:pt x="1830" y="9309"/>
                    <a:pt x="1642" y="9491"/>
                    <a:pt x="1642" y="9716"/>
                  </a:cubicBezTo>
                  <a:lnTo>
                    <a:pt x="1642" y="11961"/>
                  </a:lnTo>
                  <a:cubicBezTo>
                    <a:pt x="1642" y="12192"/>
                    <a:pt x="1830" y="12374"/>
                    <a:pt x="2055" y="12374"/>
                  </a:cubicBezTo>
                  <a:lnTo>
                    <a:pt x="9469" y="12374"/>
                  </a:lnTo>
                  <a:cubicBezTo>
                    <a:pt x="9582" y="12374"/>
                    <a:pt x="9683" y="12331"/>
                    <a:pt x="9764" y="12255"/>
                  </a:cubicBezTo>
                  <a:lnTo>
                    <a:pt x="11407" y="10613"/>
                  </a:lnTo>
                  <a:cubicBezTo>
                    <a:pt x="11482" y="10532"/>
                    <a:pt x="11525" y="10431"/>
                    <a:pt x="11525" y="10318"/>
                  </a:cubicBezTo>
                  <a:lnTo>
                    <a:pt x="11525" y="7391"/>
                  </a:lnTo>
                  <a:lnTo>
                    <a:pt x="11965" y="7391"/>
                  </a:lnTo>
                  <a:cubicBezTo>
                    <a:pt x="12190" y="7391"/>
                    <a:pt x="12372" y="7209"/>
                    <a:pt x="12372" y="6983"/>
                  </a:cubicBezTo>
                  <a:lnTo>
                    <a:pt x="12372" y="5336"/>
                  </a:lnTo>
                  <a:cubicBezTo>
                    <a:pt x="12372" y="5111"/>
                    <a:pt x="12190" y="4929"/>
                    <a:pt x="11965" y="4929"/>
                  </a:cubicBezTo>
                  <a:lnTo>
                    <a:pt x="10993" y="4929"/>
                  </a:lnTo>
                  <a:lnTo>
                    <a:pt x="11444" y="4107"/>
                  </a:lnTo>
                  <a:close/>
                  <a:moveTo>
                    <a:pt x="10298" y="0"/>
                  </a:moveTo>
                  <a:cubicBezTo>
                    <a:pt x="10136" y="0"/>
                    <a:pt x="9969" y="19"/>
                    <a:pt x="9802" y="58"/>
                  </a:cubicBezTo>
                  <a:cubicBezTo>
                    <a:pt x="9439" y="139"/>
                    <a:pt x="9107" y="327"/>
                    <a:pt x="8849" y="598"/>
                  </a:cubicBezTo>
                  <a:cubicBezTo>
                    <a:pt x="8204" y="1281"/>
                    <a:pt x="8097" y="2227"/>
                    <a:pt x="8523" y="3005"/>
                  </a:cubicBezTo>
                  <a:lnTo>
                    <a:pt x="8679" y="3286"/>
                  </a:lnTo>
                  <a:lnTo>
                    <a:pt x="414" y="3286"/>
                  </a:lnTo>
                  <a:cubicBezTo>
                    <a:pt x="181" y="3286"/>
                    <a:pt x="0" y="3468"/>
                    <a:pt x="0" y="3694"/>
                  </a:cubicBezTo>
                  <a:lnTo>
                    <a:pt x="0" y="13602"/>
                  </a:lnTo>
                  <a:cubicBezTo>
                    <a:pt x="0" y="13835"/>
                    <a:pt x="181" y="14015"/>
                    <a:pt x="414" y="14015"/>
                  </a:cubicBezTo>
                  <a:lnTo>
                    <a:pt x="13606" y="14015"/>
                  </a:lnTo>
                  <a:cubicBezTo>
                    <a:pt x="13831" y="14015"/>
                    <a:pt x="14013" y="13835"/>
                    <a:pt x="14013" y="13602"/>
                  </a:cubicBezTo>
                  <a:lnTo>
                    <a:pt x="14013" y="3694"/>
                  </a:lnTo>
                  <a:cubicBezTo>
                    <a:pt x="14013" y="3468"/>
                    <a:pt x="13831" y="3286"/>
                    <a:pt x="13606" y="3286"/>
                  </a:cubicBezTo>
                  <a:lnTo>
                    <a:pt x="11901" y="3286"/>
                  </a:lnTo>
                  <a:lnTo>
                    <a:pt x="12046" y="3023"/>
                  </a:lnTo>
                  <a:cubicBezTo>
                    <a:pt x="12384" y="2421"/>
                    <a:pt x="12402" y="1681"/>
                    <a:pt x="12077" y="1073"/>
                  </a:cubicBezTo>
                  <a:cubicBezTo>
                    <a:pt x="11721" y="404"/>
                    <a:pt x="11051" y="0"/>
                    <a:pt x="102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53"/>
            <p:cNvSpPr/>
            <p:nvPr/>
          </p:nvSpPr>
          <p:spPr>
            <a:xfrm>
              <a:off x="4824635" y="2447963"/>
              <a:ext cx="81138" cy="22165"/>
            </a:xfrm>
            <a:custGeom>
              <a:avLst/>
              <a:gdLst/>
              <a:ahLst/>
              <a:cxnLst/>
              <a:rect l="l" t="t" r="r" b="b"/>
              <a:pathLst>
                <a:path w="3009" h="822" extrusionOk="0">
                  <a:moveTo>
                    <a:pt x="408" y="1"/>
                  </a:moveTo>
                  <a:cubicBezTo>
                    <a:pt x="182" y="1"/>
                    <a:pt x="0" y="183"/>
                    <a:pt x="0" y="408"/>
                  </a:cubicBezTo>
                  <a:cubicBezTo>
                    <a:pt x="0" y="640"/>
                    <a:pt x="182" y="822"/>
                    <a:pt x="408" y="822"/>
                  </a:cubicBezTo>
                  <a:lnTo>
                    <a:pt x="2601" y="822"/>
                  </a:lnTo>
                  <a:cubicBezTo>
                    <a:pt x="2826" y="822"/>
                    <a:pt x="3008" y="640"/>
                    <a:pt x="3008" y="408"/>
                  </a:cubicBezTo>
                  <a:cubicBezTo>
                    <a:pt x="3008" y="183"/>
                    <a:pt x="2826" y="1"/>
                    <a:pt x="26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53"/>
            <p:cNvSpPr/>
            <p:nvPr/>
          </p:nvSpPr>
          <p:spPr>
            <a:xfrm>
              <a:off x="4824635" y="2484797"/>
              <a:ext cx="81138" cy="22165"/>
            </a:xfrm>
            <a:custGeom>
              <a:avLst/>
              <a:gdLst/>
              <a:ahLst/>
              <a:cxnLst/>
              <a:rect l="l" t="t" r="r" b="b"/>
              <a:pathLst>
                <a:path w="3009" h="822" extrusionOk="0">
                  <a:moveTo>
                    <a:pt x="408" y="0"/>
                  </a:moveTo>
                  <a:cubicBezTo>
                    <a:pt x="182" y="0"/>
                    <a:pt x="0" y="188"/>
                    <a:pt x="0" y="414"/>
                  </a:cubicBezTo>
                  <a:cubicBezTo>
                    <a:pt x="0" y="640"/>
                    <a:pt x="182" y="822"/>
                    <a:pt x="408" y="822"/>
                  </a:cubicBezTo>
                  <a:lnTo>
                    <a:pt x="2601" y="822"/>
                  </a:lnTo>
                  <a:cubicBezTo>
                    <a:pt x="2826" y="822"/>
                    <a:pt x="3008" y="640"/>
                    <a:pt x="3008" y="414"/>
                  </a:cubicBezTo>
                  <a:cubicBezTo>
                    <a:pt x="3008" y="188"/>
                    <a:pt x="2826" y="0"/>
                    <a:pt x="26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53"/>
            <p:cNvSpPr/>
            <p:nvPr/>
          </p:nvSpPr>
          <p:spPr>
            <a:xfrm>
              <a:off x="5045991" y="2359383"/>
              <a:ext cx="22192" cy="22165"/>
            </a:xfrm>
            <a:custGeom>
              <a:avLst/>
              <a:gdLst/>
              <a:ahLst/>
              <a:cxnLst/>
              <a:rect l="l" t="t" r="r" b="b"/>
              <a:pathLst>
                <a:path w="823" h="822" extrusionOk="0">
                  <a:moveTo>
                    <a:pt x="408" y="1"/>
                  </a:moveTo>
                  <a:cubicBezTo>
                    <a:pt x="183" y="1"/>
                    <a:pt x="1" y="183"/>
                    <a:pt x="1" y="408"/>
                  </a:cubicBezTo>
                  <a:cubicBezTo>
                    <a:pt x="1" y="640"/>
                    <a:pt x="183" y="822"/>
                    <a:pt x="408" y="822"/>
                  </a:cubicBezTo>
                  <a:cubicBezTo>
                    <a:pt x="640" y="822"/>
                    <a:pt x="822" y="640"/>
                    <a:pt x="822" y="408"/>
                  </a:cubicBezTo>
                  <a:cubicBezTo>
                    <a:pt x="822" y="183"/>
                    <a:pt x="640"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 name="Google Shape;776;p53"/>
          <p:cNvGrpSpPr/>
          <p:nvPr/>
        </p:nvGrpSpPr>
        <p:grpSpPr>
          <a:xfrm>
            <a:off x="4790461" y="2646950"/>
            <a:ext cx="394633" cy="377888"/>
            <a:chOff x="4789985" y="2889057"/>
            <a:chExt cx="394633" cy="377888"/>
          </a:xfrm>
        </p:grpSpPr>
        <p:sp>
          <p:nvSpPr>
            <p:cNvPr id="777" name="Google Shape;777;p53"/>
            <p:cNvSpPr/>
            <p:nvPr/>
          </p:nvSpPr>
          <p:spPr>
            <a:xfrm>
              <a:off x="4836796" y="3135948"/>
              <a:ext cx="73183" cy="92301"/>
            </a:xfrm>
            <a:custGeom>
              <a:avLst/>
              <a:gdLst/>
              <a:ahLst/>
              <a:cxnLst/>
              <a:rect l="l" t="t" r="r" b="b"/>
              <a:pathLst>
                <a:path w="2714" h="3423" extrusionOk="0">
                  <a:moveTo>
                    <a:pt x="385" y="0"/>
                  </a:moveTo>
                  <a:cubicBezTo>
                    <a:pt x="347" y="0"/>
                    <a:pt x="308" y="6"/>
                    <a:pt x="270" y="20"/>
                  </a:cubicBezTo>
                  <a:cubicBezTo>
                    <a:pt x="95" y="81"/>
                    <a:pt x="0" y="277"/>
                    <a:pt x="58" y="451"/>
                  </a:cubicBezTo>
                  <a:lnTo>
                    <a:pt x="998" y="3153"/>
                  </a:lnTo>
                  <a:cubicBezTo>
                    <a:pt x="1053" y="3315"/>
                    <a:pt x="1204" y="3422"/>
                    <a:pt x="1380" y="3422"/>
                  </a:cubicBezTo>
                  <a:cubicBezTo>
                    <a:pt x="1554" y="3422"/>
                    <a:pt x="1705" y="3309"/>
                    <a:pt x="1762" y="3147"/>
                  </a:cubicBezTo>
                  <a:lnTo>
                    <a:pt x="2652" y="457"/>
                  </a:lnTo>
                  <a:cubicBezTo>
                    <a:pt x="2714" y="277"/>
                    <a:pt x="2615" y="81"/>
                    <a:pt x="2439" y="20"/>
                  </a:cubicBezTo>
                  <a:cubicBezTo>
                    <a:pt x="2403" y="8"/>
                    <a:pt x="2367" y="3"/>
                    <a:pt x="2331" y="3"/>
                  </a:cubicBezTo>
                  <a:cubicBezTo>
                    <a:pt x="2186" y="3"/>
                    <a:pt x="2051" y="93"/>
                    <a:pt x="2005" y="239"/>
                  </a:cubicBezTo>
                  <a:lnTo>
                    <a:pt x="1374" y="2144"/>
                  </a:lnTo>
                  <a:lnTo>
                    <a:pt x="709" y="232"/>
                  </a:lnTo>
                  <a:cubicBezTo>
                    <a:pt x="659" y="89"/>
                    <a:pt x="527" y="0"/>
                    <a:pt x="38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53"/>
            <p:cNvSpPr/>
            <p:nvPr/>
          </p:nvSpPr>
          <p:spPr>
            <a:xfrm>
              <a:off x="4927210" y="3136299"/>
              <a:ext cx="59835" cy="92274"/>
            </a:xfrm>
            <a:custGeom>
              <a:avLst/>
              <a:gdLst/>
              <a:ahLst/>
              <a:cxnLst/>
              <a:rect l="l" t="t" r="r" b="b"/>
              <a:pathLst>
                <a:path w="2219" h="3422" extrusionOk="0">
                  <a:moveTo>
                    <a:pt x="1073" y="684"/>
                  </a:moveTo>
                  <a:cubicBezTo>
                    <a:pt x="1298" y="684"/>
                    <a:pt x="1486" y="852"/>
                    <a:pt x="1486" y="1054"/>
                  </a:cubicBezTo>
                  <a:cubicBezTo>
                    <a:pt x="1486" y="1254"/>
                    <a:pt x="1298" y="1422"/>
                    <a:pt x="1073" y="1422"/>
                  </a:cubicBezTo>
                  <a:lnTo>
                    <a:pt x="691" y="1422"/>
                  </a:lnTo>
                  <a:lnTo>
                    <a:pt x="691" y="684"/>
                  </a:lnTo>
                  <a:close/>
                  <a:moveTo>
                    <a:pt x="352" y="1"/>
                  </a:moveTo>
                  <a:cubicBezTo>
                    <a:pt x="307" y="1"/>
                    <a:pt x="257" y="7"/>
                    <a:pt x="220" y="25"/>
                  </a:cubicBezTo>
                  <a:cubicBezTo>
                    <a:pt x="81" y="82"/>
                    <a:pt x="0" y="207"/>
                    <a:pt x="0" y="345"/>
                  </a:cubicBezTo>
                  <a:lnTo>
                    <a:pt x="0" y="3077"/>
                  </a:lnTo>
                  <a:cubicBezTo>
                    <a:pt x="0" y="3269"/>
                    <a:pt x="153" y="3420"/>
                    <a:pt x="340" y="3420"/>
                  </a:cubicBezTo>
                  <a:cubicBezTo>
                    <a:pt x="360" y="3420"/>
                    <a:pt x="381" y="3419"/>
                    <a:pt x="402" y="3415"/>
                  </a:cubicBezTo>
                  <a:cubicBezTo>
                    <a:pt x="564" y="3391"/>
                    <a:pt x="683" y="3241"/>
                    <a:pt x="683" y="3071"/>
                  </a:cubicBezTo>
                  <a:lnTo>
                    <a:pt x="683" y="2307"/>
                  </a:lnTo>
                  <a:lnTo>
                    <a:pt x="1561" y="3296"/>
                  </a:lnTo>
                  <a:cubicBezTo>
                    <a:pt x="1631" y="3378"/>
                    <a:pt x="1730" y="3422"/>
                    <a:pt x="1829" y="3422"/>
                  </a:cubicBezTo>
                  <a:cubicBezTo>
                    <a:pt x="1890" y="3422"/>
                    <a:pt x="1952" y="3405"/>
                    <a:pt x="2007" y="3371"/>
                  </a:cubicBezTo>
                  <a:cubicBezTo>
                    <a:pt x="2187" y="3253"/>
                    <a:pt x="2219" y="3009"/>
                    <a:pt x="2082" y="2851"/>
                  </a:cubicBezTo>
                  <a:lnTo>
                    <a:pt x="1385" y="2061"/>
                  </a:lnTo>
                  <a:cubicBezTo>
                    <a:pt x="1837" y="1936"/>
                    <a:pt x="2169" y="1529"/>
                    <a:pt x="2169" y="1054"/>
                  </a:cubicBezTo>
                  <a:cubicBezTo>
                    <a:pt x="2169" y="476"/>
                    <a:pt x="1674"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53"/>
            <p:cNvSpPr/>
            <p:nvPr/>
          </p:nvSpPr>
          <p:spPr>
            <a:xfrm>
              <a:off x="4789985" y="2889057"/>
              <a:ext cx="394633" cy="377888"/>
            </a:xfrm>
            <a:custGeom>
              <a:avLst/>
              <a:gdLst/>
              <a:ahLst/>
              <a:cxnLst/>
              <a:rect l="l" t="t" r="r" b="b"/>
              <a:pathLst>
                <a:path w="14635" h="14014" extrusionOk="0">
                  <a:moveTo>
                    <a:pt x="9226" y="822"/>
                  </a:moveTo>
                  <a:cubicBezTo>
                    <a:pt x="9408" y="822"/>
                    <a:pt x="9720" y="1085"/>
                    <a:pt x="10003" y="1837"/>
                  </a:cubicBezTo>
                  <a:cubicBezTo>
                    <a:pt x="10110" y="2118"/>
                    <a:pt x="10197" y="2439"/>
                    <a:pt x="10266" y="2783"/>
                  </a:cubicBezTo>
                  <a:cubicBezTo>
                    <a:pt x="9928" y="2751"/>
                    <a:pt x="9578" y="2739"/>
                    <a:pt x="9226" y="2739"/>
                  </a:cubicBezTo>
                  <a:cubicBezTo>
                    <a:pt x="8869" y="2739"/>
                    <a:pt x="8525" y="2751"/>
                    <a:pt x="8186" y="2783"/>
                  </a:cubicBezTo>
                  <a:cubicBezTo>
                    <a:pt x="8254" y="2439"/>
                    <a:pt x="8343" y="2118"/>
                    <a:pt x="8449" y="1837"/>
                  </a:cubicBezTo>
                  <a:cubicBezTo>
                    <a:pt x="8731" y="1085"/>
                    <a:pt x="9044" y="822"/>
                    <a:pt x="9226" y="822"/>
                  </a:cubicBezTo>
                  <a:close/>
                  <a:moveTo>
                    <a:pt x="7897" y="1047"/>
                  </a:moveTo>
                  <a:lnTo>
                    <a:pt x="7897" y="1047"/>
                  </a:lnTo>
                  <a:cubicBezTo>
                    <a:pt x="7822" y="1198"/>
                    <a:pt x="7747" y="1360"/>
                    <a:pt x="7678" y="1548"/>
                  </a:cubicBezTo>
                  <a:cubicBezTo>
                    <a:pt x="7527" y="1942"/>
                    <a:pt x="7415" y="2401"/>
                    <a:pt x="7327" y="2896"/>
                  </a:cubicBezTo>
                  <a:cubicBezTo>
                    <a:pt x="6832" y="2977"/>
                    <a:pt x="6381" y="3096"/>
                    <a:pt x="5986" y="3246"/>
                  </a:cubicBezTo>
                  <a:cubicBezTo>
                    <a:pt x="5798" y="3315"/>
                    <a:pt x="5629" y="3391"/>
                    <a:pt x="5485" y="3466"/>
                  </a:cubicBezTo>
                  <a:cubicBezTo>
                    <a:pt x="5885" y="2338"/>
                    <a:pt x="6775" y="1447"/>
                    <a:pt x="7897" y="1047"/>
                  </a:cubicBezTo>
                  <a:close/>
                  <a:moveTo>
                    <a:pt x="10548" y="1047"/>
                  </a:moveTo>
                  <a:cubicBezTo>
                    <a:pt x="11676" y="1447"/>
                    <a:pt x="12566" y="2338"/>
                    <a:pt x="12968" y="3466"/>
                  </a:cubicBezTo>
                  <a:cubicBezTo>
                    <a:pt x="12818" y="3391"/>
                    <a:pt x="12654" y="3315"/>
                    <a:pt x="12466" y="3246"/>
                  </a:cubicBezTo>
                  <a:cubicBezTo>
                    <a:pt x="12071" y="3096"/>
                    <a:pt x="11614" y="2977"/>
                    <a:pt x="11125" y="2896"/>
                  </a:cubicBezTo>
                  <a:cubicBezTo>
                    <a:pt x="11037" y="2401"/>
                    <a:pt x="10918" y="1942"/>
                    <a:pt x="10767" y="1548"/>
                  </a:cubicBezTo>
                  <a:cubicBezTo>
                    <a:pt x="10698" y="1360"/>
                    <a:pt x="10623" y="1198"/>
                    <a:pt x="10548" y="1047"/>
                  </a:cubicBezTo>
                  <a:close/>
                  <a:moveTo>
                    <a:pt x="7215" y="3747"/>
                  </a:moveTo>
                  <a:cubicBezTo>
                    <a:pt x="7189" y="4086"/>
                    <a:pt x="7171" y="4438"/>
                    <a:pt x="7171" y="4788"/>
                  </a:cubicBezTo>
                  <a:cubicBezTo>
                    <a:pt x="7171" y="5146"/>
                    <a:pt x="7189" y="5496"/>
                    <a:pt x="7215" y="5835"/>
                  </a:cubicBezTo>
                  <a:cubicBezTo>
                    <a:pt x="6876" y="5760"/>
                    <a:pt x="6556" y="5672"/>
                    <a:pt x="6274" y="5566"/>
                  </a:cubicBezTo>
                  <a:cubicBezTo>
                    <a:pt x="5522" y="5283"/>
                    <a:pt x="5259" y="4970"/>
                    <a:pt x="5259" y="4788"/>
                  </a:cubicBezTo>
                  <a:cubicBezTo>
                    <a:pt x="5259" y="4606"/>
                    <a:pt x="5522" y="4293"/>
                    <a:pt x="6274" y="4010"/>
                  </a:cubicBezTo>
                  <a:cubicBezTo>
                    <a:pt x="6556" y="3905"/>
                    <a:pt x="6876" y="3816"/>
                    <a:pt x="7215" y="3747"/>
                  </a:cubicBezTo>
                  <a:close/>
                  <a:moveTo>
                    <a:pt x="11232" y="3747"/>
                  </a:moveTo>
                  <a:cubicBezTo>
                    <a:pt x="11577" y="3816"/>
                    <a:pt x="11895" y="3905"/>
                    <a:pt x="12178" y="4010"/>
                  </a:cubicBezTo>
                  <a:cubicBezTo>
                    <a:pt x="12930" y="4293"/>
                    <a:pt x="13194" y="4606"/>
                    <a:pt x="13194" y="4788"/>
                  </a:cubicBezTo>
                  <a:cubicBezTo>
                    <a:pt x="13194" y="4970"/>
                    <a:pt x="12930" y="5283"/>
                    <a:pt x="12178" y="5566"/>
                  </a:cubicBezTo>
                  <a:cubicBezTo>
                    <a:pt x="11895" y="5672"/>
                    <a:pt x="11577" y="5760"/>
                    <a:pt x="11232" y="5835"/>
                  </a:cubicBezTo>
                  <a:cubicBezTo>
                    <a:pt x="11262" y="5496"/>
                    <a:pt x="11276" y="5146"/>
                    <a:pt x="11276" y="4788"/>
                  </a:cubicBezTo>
                  <a:cubicBezTo>
                    <a:pt x="11276" y="4438"/>
                    <a:pt x="11262" y="4086"/>
                    <a:pt x="11232" y="3747"/>
                  </a:cubicBezTo>
                  <a:close/>
                  <a:moveTo>
                    <a:pt x="9226" y="3559"/>
                  </a:moveTo>
                  <a:cubicBezTo>
                    <a:pt x="9627" y="3559"/>
                    <a:pt x="10021" y="3579"/>
                    <a:pt x="10397" y="3622"/>
                  </a:cubicBezTo>
                  <a:cubicBezTo>
                    <a:pt x="10435" y="3992"/>
                    <a:pt x="10454" y="4386"/>
                    <a:pt x="10454" y="4788"/>
                  </a:cubicBezTo>
                  <a:cubicBezTo>
                    <a:pt x="10454" y="5196"/>
                    <a:pt x="10435" y="5584"/>
                    <a:pt x="10397" y="5960"/>
                  </a:cubicBezTo>
                  <a:cubicBezTo>
                    <a:pt x="10021" y="5997"/>
                    <a:pt x="9627" y="6023"/>
                    <a:pt x="9226" y="6023"/>
                  </a:cubicBezTo>
                  <a:cubicBezTo>
                    <a:pt x="8825" y="6023"/>
                    <a:pt x="8430" y="5997"/>
                    <a:pt x="8054" y="5960"/>
                  </a:cubicBezTo>
                  <a:cubicBezTo>
                    <a:pt x="8016" y="5584"/>
                    <a:pt x="7991" y="5190"/>
                    <a:pt x="7991" y="4788"/>
                  </a:cubicBezTo>
                  <a:cubicBezTo>
                    <a:pt x="7991" y="4386"/>
                    <a:pt x="8016" y="3992"/>
                    <a:pt x="8054" y="3622"/>
                  </a:cubicBezTo>
                  <a:cubicBezTo>
                    <a:pt x="8430" y="3579"/>
                    <a:pt x="8825" y="3559"/>
                    <a:pt x="9226" y="3559"/>
                  </a:cubicBezTo>
                  <a:close/>
                  <a:moveTo>
                    <a:pt x="5485" y="6116"/>
                  </a:moveTo>
                  <a:lnTo>
                    <a:pt x="5485" y="6116"/>
                  </a:lnTo>
                  <a:cubicBezTo>
                    <a:pt x="5629" y="6191"/>
                    <a:pt x="5798" y="6267"/>
                    <a:pt x="5986" y="6336"/>
                  </a:cubicBezTo>
                  <a:cubicBezTo>
                    <a:pt x="6381" y="6486"/>
                    <a:pt x="6838" y="6605"/>
                    <a:pt x="7327" y="6688"/>
                  </a:cubicBezTo>
                  <a:cubicBezTo>
                    <a:pt x="7389" y="7056"/>
                    <a:pt x="7472" y="7402"/>
                    <a:pt x="7571" y="7721"/>
                  </a:cubicBezTo>
                  <a:lnTo>
                    <a:pt x="6550" y="7721"/>
                  </a:lnTo>
                  <a:cubicBezTo>
                    <a:pt x="6061" y="7276"/>
                    <a:pt x="5697" y="6725"/>
                    <a:pt x="5485" y="6116"/>
                  </a:cubicBezTo>
                  <a:close/>
                  <a:moveTo>
                    <a:pt x="12968" y="6116"/>
                  </a:moveTo>
                  <a:lnTo>
                    <a:pt x="12968" y="6116"/>
                  </a:lnTo>
                  <a:cubicBezTo>
                    <a:pt x="12566" y="7238"/>
                    <a:pt x="11676" y="8129"/>
                    <a:pt x="10548" y="8530"/>
                  </a:cubicBezTo>
                  <a:cubicBezTo>
                    <a:pt x="10623" y="8386"/>
                    <a:pt x="10698" y="8216"/>
                    <a:pt x="10767" y="8028"/>
                  </a:cubicBezTo>
                  <a:cubicBezTo>
                    <a:pt x="10918" y="7634"/>
                    <a:pt x="11037" y="7183"/>
                    <a:pt x="11125" y="6688"/>
                  </a:cubicBezTo>
                  <a:cubicBezTo>
                    <a:pt x="11614" y="6605"/>
                    <a:pt x="12071" y="6486"/>
                    <a:pt x="12466" y="6336"/>
                  </a:cubicBezTo>
                  <a:cubicBezTo>
                    <a:pt x="12654" y="6267"/>
                    <a:pt x="12818" y="6191"/>
                    <a:pt x="12968" y="6116"/>
                  </a:cubicBezTo>
                  <a:close/>
                  <a:moveTo>
                    <a:pt x="8186" y="6801"/>
                  </a:moveTo>
                  <a:lnTo>
                    <a:pt x="8186" y="6801"/>
                  </a:lnTo>
                  <a:cubicBezTo>
                    <a:pt x="8525" y="6825"/>
                    <a:pt x="8869" y="6844"/>
                    <a:pt x="9226" y="6844"/>
                  </a:cubicBezTo>
                  <a:cubicBezTo>
                    <a:pt x="9578" y="6844"/>
                    <a:pt x="9928" y="6825"/>
                    <a:pt x="10266" y="6801"/>
                  </a:cubicBezTo>
                  <a:lnTo>
                    <a:pt x="10266" y="6801"/>
                  </a:lnTo>
                  <a:cubicBezTo>
                    <a:pt x="10197" y="7139"/>
                    <a:pt x="10110" y="7458"/>
                    <a:pt x="10003" y="7741"/>
                  </a:cubicBezTo>
                  <a:cubicBezTo>
                    <a:pt x="9720" y="8493"/>
                    <a:pt x="9408" y="8762"/>
                    <a:pt x="9226" y="8762"/>
                  </a:cubicBezTo>
                  <a:cubicBezTo>
                    <a:pt x="9144" y="8762"/>
                    <a:pt x="9063" y="8711"/>
                    <a:pt x="8994" y="8655"/>
                  </a:cubicBezTo>
                  <a:cubicBezTo>
                    <a:pt x="8925" y="8372"/>
                    <a:pt x="8762" y="8135"/>
                    <a:pt x="8537" y="7966"/>
                  </a:cubicBezTo>
                  <a:cubicBezTo>
                    <a:pt x="8392" y="7640"/>
                    <a:pt x="8273" y="7238"/>
                    <a:pt x="8186" y="6801"/>
                  </a:cubicBezTo>
                  <a:close/>
                  <a:moveTo>
                    <a:pt x="7803" y="8542"/>
                  </a:moveTo>
                  <a:cubicBezTo>
                    <a:pt x="8028" y="8542"/>
                    <a:pt x="8210" y="8724"/>
                    <a:pt x="8210" y="8950"/>
                  </a:cubicBezTo>
                  <a:lnTo>
                    <a:pt x="8210" y="12786"/>
                  </a:lnTo>
                  <a:cubicBezTo>
                    <a:pt x="8210" y="13011"/>
                    <a:pt x="8028" y="13193"/>
                    <a:pt x="7803" y="13193"/>
                  </a:cubicBezTo>
                  <a:lnTo>
                    <a:pt x="1229" y="13193"/>
                  </a:lnTo>
                  <a:cubicBezTo>
                    <a:pt x="1004" y="13193"/>
                    <a:pt x="822" y="13011"/>
                    <a:pt x="822" y="12786"/>
                  </a:cubicBezTo>
                  <a:lnTo>
                    <a:pt x="822" y="8950"/>
                  </a:lnTo>
                  <a:cubicBezTo>
                    <a:pt x="822" y="8724"/>
                    <a:pt x="1004" y="8542"/>
                    <a:pt x="1229" y="8542"/>
                  </a:cubicBezTo>
                  <a:close/>
                  <a:moveTo>
                    <a:pt x="9220" y="0"/>
                  </a:moveTo>
                  <a:cubicBezTo>
                    <a:pt x="6580" y="0"/>
                    <a:pt x="4432" y="2149"/>
                    <a:pt x="4432" y="4788"/>
                  </a:cubicBezTo>
                  <a:cubicBezTo>
                    <a:pt x="4432" y="5861"/>
                    <a:pt x="4788" y="6888"/>
                    <a:pt x="5434" y="7721"/>
                  </a:cubicBezTo>
                  <a:lnTo>
                    <a:pt x="1229" y="7721"/>
                  </a:lnTo>
                  <a:cubicBezTo>
                    <a:pt x="553" y="7721"/>
                    <a:pt x="1" y="8273"/>
                    <a:pt x="1" y="8950"/>
                  </a:cubicBezTo>
                  <a:lnTo>
                    <a:pt x="1" y="12786"/>
                  </a:lnTo>
                  <a:cubicBezTo>
                    <a:pt x="1" y="13462"/>
                    <a:pt x="553" y="14013"/>
                    <a:pt x="1229" y="14013"/>
                  </a:cubicBezTo>
                  <a:lnTo>
                    <a:pt x="7803" y="14013"/>
                  </a:lnTo>
                  <a:cubicBezTo>
                    <a:pt x="8480" y="14013"/>
                    <a:pt x="9032" y="13462"/>
                    <a:pt x="9032" y="12786"/>
                  </a:cubicBezTo>
                  <a:lnTo>
                    <a:pt x="9032" y="9576"/>
                  </a:lnTo>
                  <a:cubicBezTo>
                    <a:pt x="9095" y="9576"/>
                    <a:pt x="9164" y="9583"/>
                    <a:pt x="9226" y="9583"/>
                  </a:cubicBezTo>
                  <a:cubicBezTo>
                    <a:pt x="12253" y="9583"/>
                    <a:pt x="14635" y="6755"/>
                    <a:pt x="13870" y="3604"/>
                  </a:cubicBezTo>
                  <a:cubicBezTo>
                    <a:pt x="13500" y="2081"/>
                    <a:pt x="11933" y="513"/>
                    <a:pt x="10411" y="145"/>
                  </a:cubicBezTo>
                  <a:cubicBezTo>
                    <a:pt x="10007" y="47"/>
                    <a:pt x="9608" y="0"/>
                    <a:pt x="92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 name="Google Shape;780;p53"/>
          <p:cNvGrpSpPr/>
          <p:nvPr/>
        </p:nvGrpSpPr>
        <p:grpSpPr>
          <a:xfrm>
            <a:off x="3984907" y="3857301"/>
            <a:ext cx="377914" cy="377914"/>
            <a:chOff x="3986374" y="4120359"/>
            <a:chExt cx="377914" cy="377914"/>
          </a:xfrm>
        </p:grpSpPr>
        <p:sp>
          <p:nvSpPr>
            <p:cNvPr id="781" name="Google Shape;781;p53"/>
            <p:cNvSpPr/>
            <p:nvPr/>
          </p:nvSpPr>
          <p:spPr>
            <a:xfrm>
              <a:off x="4038767" y="4343279"/>
              <a:ext cx="96049" cy="110718"/>
            </a:xfrm>
            <a:custGeom>
              <a:avLst/>
              <a:gdLst/>
              <a:ahLst/>
              <a:cxnLst/>
              <a:rect l="l" t="t" r="r" b="b"/>
              <a:pathLst>
                <a:path w="3562" h="4106" extrusionOk="0">
                  <a:moveTo>
                    <a:pt x="1988" y="822"/>
                  </a:moveTo>
                  <a:cubicBezTo>
                    <a:pt x="2113" y="1166"/>
                    <a:pt x="2390" y="1441"/>
                    <a:pt x="2740" y="1560"/>
                  </a:cubicBezTo>
                  <a:lnTo>
                    <a:pt x="2740" y="1661"/>
                  </a:lnTo>
                  <a:cubicBezTo>
                    <a:pt x="2740" y="2320"/>
                    <a:pt x="2370" y="2914"/>
                    <a:pt x="1780" y="3209"/>
                  </a:cubicBezTo>
                  <a:cubicBezTo>
                    <a:pt x="1198" y="2914"/>
                    <a:pt x="822" y="2320"/>
                    <a:pt x="822" y="1661"/>
                  </a:cubicBezTo>
                  <a:lnTo>
                    <a:pt x="822" y="1560"/>
                  </a:lnTo>
                  <a:cubicBezTo>
                    <a:pt x="1173" y="1441"/>
                    <a:pt x="1449" y="1166"/>
                    <a:pt x="1574" y="822"/>
                  </a:cubicBezTo>
                  <a:close/>
                  <a:moveTo>
                    <a:pt x="1242" y="0"/>
                  </a:moveTo>
                  <a:cubicBezTo>
                    <a:pt x="1016" y="0"/>
                    <a:pt x="822" y="182"/>
                    <a:pt x="822" y="414"/>
                  </a:cubicBezTo>
                  <a:cubicBezTo>
                    <a:pt x="828" y="640"/>
                    <a:pt x="640" y="822"/>
                    <a:pt x="415" y="822"/>
                  </a:cubicBezTo>
                  <a:cubicBezTo>
                    <a:pt x="183" y="822"/>
                    <a:pt x="1" y="1016"/>
                    <a:pt x="1" y="1241"/>
                  </a:cubicBezTo>
                  <a:lnTo>
                    <a:pt x="1" y="1673"/>
                  </a:lnTo>
                  <a:cubicBezTo>
                    <a:pt x="1" y="2739"/>
                    <a:pt x="640" y="3685"/>
                    <a:pt x="1630" y="4080"/>
                  </a:cubicBezTo>
                  <a:cubicBezTo>
                    <a:pt x="1681" y="4099"/>
                    <a:pt x="1731" y="4105"/>
                    <a:pt x="1780" y="4105"/>
                  </a:cubicBezTo>
                  <a:cubicBezTo>
                    <a:pt x="1832" y="4105"/>
                    <a:pt x="1887" y="4099"/>
                    <a:pt x="1938" y="4080"/>
                  </a:cubicBezTo>
                  <a:cubicBezTo>
                    <a:pt x="2922" y="3685"/>
                    <a:pt x="3561" y="2739"/>
                    <a:pt x="3561" y="1673"/>
                  </a:cubicBezTo>
                  <a:lnTo>
                    <a:pt x="3561" y="1241"/>
                  </a:lnTo>
                  <a:cubicBezTo>
                    <a:pt x="3561" y="1016"/>
                    <a:pt x="3379" y="822"/>
                    <a:pt x="3154" y="822"/>
                  </a:cubicBezTo>
                  <a:cubicBezTo>
                    <a:pt x="2928" y="822"/>
                    <a:pt x="2740" y="640"/>
                    <a:pt x="2740" y="414"/>
                  </a:cubicBezTo>
                  <a:cubicBezTo>
                    <a:pt x="2740" y="182"/>
                    <a:pt x="2546" y="0"/>
                    <a:pt x="23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53"/>
            <p:cNvSpPr/>
            <p:nvPr/>
          </p:nvSpPr>
          <p:spPr>
            <a:xfrm>
              <a:off x="4205600" y="4170245"/>
              <a:ext cx="117460" cy="100364"/>
            </a:xfrm>
            <a:custGeom>
              <a:avLst/>
              <a:gdLst/>
              <a:ahLst/>
              <a:cxnLst/>
              <a:rect l="l" t="t" r="r" b="b"/>
              <a:pathLst>
                <a:path w="4356" h="3722" extrusionOk="0">
                  <a:moveTo>
                    <a:pt x="1422" y="820"/>
                  </a:moveTo>
                  <a:cubicBezTo>
                    <a:pt x="1548" y="820"/>
                    <a:pt x="1667" y="870"/>
                    <a:pt x="1760" y="965"/>
                  </a:cubicBezTo>
                  <a:lnTo>
                    <a:pt x="1887" y="1090"/>
                  </a:lnTo>
                  <a:cubicBezTo>
                    <a:pt x="1968" y="1168"/>
                    <a:pt x="2073" y="1207"/>
                    <a:pt x="2178" y="1207"/>
                  </a:cubicBezTo>
                  <a:cubicBezTo>
                    <a:pt x="2283" y="1207"/>
                    <a:pt x="2388" y="1168"/>
                    <a:pt x="2469" y="1090"/>
                  </a:cubicBezTo>
                  <a:lnTo>
                    <a:pt x="2595" y="965"/>
                  </a:lnTo>
                  <a:cubicBezTo>
                    <a:pt x="2689" y="871"/>
                    <a:pt x="2812" y="824"/>
                    <a:pt x="2934" y="824"/>
                  </a:cubicBezTo>
                  <a:cubicBezTo>
                    <a:pt x="3056" y="824"/>
                    <a:pt x="3178" y="871"/>
                    <a:pt x="3272" y="965"/>
                  </a:cubicBezTo>
                  <a:cubicBezTo>
                    <a:pt x="3460" y="1147"/>
                    <a:pt x="3460" y="1454"/>
                    <a:pt x="3272" y="1636"/>
                  </a:cubicBezTo>
                  <a:lnTo>
                    <a:pt x="2182" y="2732"/>
                  </a:lnTo>
                  <a:lnTo>
                    <a:pt x="1084" y="1636"/>
                  </a:lnTo>
                  <a:cubicBezTo>
                    <a:pt x="903" y="1454"/>
                    <a:pt x="903" y="1147"/>
                    <a:pt x="1084" y="965"/>
                  </a:cubicBezTo>
                  <a:cubicBezTo>
                    <a:pt x="1178" y="870"/>
                    <a:pt x="1303" y="820"/>
                    <a:pt x="1422" y="820"/>
                  </a:cubicBezTo>
                  <a:close/>
                  <a:moveTo>
                    <a:pt x="1422" y="1"/>
                  </a:moveTo>
                  <a:cubicBezTo>
                    <a:pt x="1089" y="1"/>
                    <a:pt x="758" y="127"/>
                    <a:pt x="508" y="381"/>
                  </a:cubicBezTo>
                  <a:cubicBezTo>
                    <a:pt x="1" y="889"/>
                    <a:pt x="1" y="1711"/>
                    <a:pt x="508" y="2218"/>
                  </a:cubicBezTo>
                  <a:lnTo>
                    <a:pt x="1887" y="3603"/>
                  </a:lnTo>
                  <a:cubicBezTo>
                    <a:pt x="1968" y="3678"/>
                    <a:pt x="2075" y="3722"/>
                    <a:pt x="2182" y="3722"/>
                  </a:cubicBezTo>
                  <a:cubicBezTo>
                    <a:pt x="2281" y="3722"/>
                    <a:pt x="2388" y="3678"/>
                    <a:pt x="2469" y="3603"/>
                  </a:cubicBezTo>
                  <a:lnTo>
                    <a:pt x="3854" y="2218"/>
                  </a:lnTo>
                  <a:cubicBezTo>
                    <a:pt x="4355" y="1711"/>
                    <a:pt x="4355" y="889"/>
                    <a:pt x="3854" y="381"/>
                  </a:cubicBezTo>
                  <a:cubicBezTo>
                    <a:pt x="3600" y="127"/>
                    <a:pt x="3269" y="1"/>
                    <a:pt x="2938" y="1"/>
                  </a:cubicBezTo>
                  <a:cubicBezTo>
                    <a:pt x="2673" y="1"/>
                    <a:pt x="2407" y="82"/>
                    <a:pt x="2182" y="244"/>
                  </a:cubicBezTo>
                  <a:cubicBezTo>
                    <a:pt x="1955" y="82"/>
                    <a:pt x="1688" y="1"/>
                    <a:pt x="14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53"/>
            <p:cNvSpPr/>
            <p:nvPr/>
          </p:nvSpPr>
          <p:spPr>
            <a:xfrm>
              <a:off x="4045886" y="4165013"/>
              <a:ext cx="81138" cy="110826"/>
            </a:xfrm>
            <a:custGeom>
              <a:avLst/>
              <a:gdLst/>
              <a:ahLst/>
              <a:cxnLst/>
              <a:rect l="l" t="t" r="r" b="b"/>
              <a:pathLst>
                <a:path w="3009" h="4110" extrusionOk="0">
                  <a:moveTo>
                    <a:pt x="1374" y="1259"/>
                  </a:moveTo>
                  <a:cubicBezTo>
                    <a:pt x="1486" y="1703"/>
                    <a:pt x="1736" y="1980"/>
                    <a:pt x="1930" y="2192"/>
                  </a:cubicBezTo>
                  <a:cubicBezTo>
                    <a:pt x="2112" y="2394"/>
                    <a:pt x="2187" y="2481"/>
                    <a:pt x="2187" y="2600"/>
                  </a:cubicBezTo>
                  <a:cubicBezTo>
                    <a:pt x="2187" y="2982"/>
                    <a:pt x="1880" y="3290"/>
                    <a:pt x="1504" y="3290"/>
                  </a:cubicBezTo>
                  <a:cubicBezTo>
                    <a:pt x="1128" y="3290"/>
                    <a:pt x="821" y="2982"/>
                    <a:pt x="821" y="2600"/>
                  </a:cubicBezTo>
                  <a:cubicBezTo>
                    <a:pt x="821" y="2111"/>
                    <a:pt x="1010" y="1660"/>
                    <a:pt x="1374" y="1259"/>
                  </a:cubicBezTo>
                  <a:close/>
                  <a:moveTo>
                    <a:pt x="1779" y="0"/>
                  </a:moveTo>
                  <a:cubicBezTo>
                    <a:pt x="1713" y="0"/>
                    <a:pt x="1646" y="16"/>
                    <a:pt x="1586" y="49"/>
                  </a:cubicBezTo>
                  <a:cubicBezTo>
                    <a:pt x="1524" y="86"/>
                    <a:pt x="0" y="914"/>
                    <a:pt x="0" y="2600"/>
                  </a:cubicBezTo>
                  <a:cubicBezTo>
                    <a:pt x="0" y="3433"/>
                    <a:pt x="677" y="4110"/>
                    <a:pt x="1504" y="4110"/>
                  </a:cubicBezTo>
                  <a:cubicBezTo>
                    <a:pt x="2338" y="4110"/>
                    <a:pt x="3009" y="3433"/>
                    <a:pt x="3009" y="2600"/>
                  </a:cubicBezTo>
                  <a:cubicBezTo>
                    <a:pt x="3009" y="2154"/>
                    <a:pt x="2745" y="1867"/>
                    <a:pt x="2539" y="1636"/>
                  </a:cubicBezTo>
                  <a:cubicBezTo>
                    <a:pt x="2268" y="1347"/>
                    <a:pt x="2056" y="1115"/>
                    <a:pt x="2181" y="494"/>
                  </a:cubicBezTo>
                  <a:cubicBezTo>
                    <a:pt x="2213" y="337"/>
                    <a:pt x="2150" y="181"/>
                    <a:pt x="2025" y="80"/>
                  </a:cubicBezTo>
                  <a:cubicBezTo>
                    <a:pt x="1954" y="27"/>
                    <a:pt x="1867" y="0"/>
                    <a:pt x="17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53"/>
            <p:cNvSpPr/>
            <p:nvPr/>
          </p:nvSpPr>
          <p:spPr>
            <a:xfrm>
              <a:off x="4208970" y="4342955"/>
              <a:ext cx="110718" cy="110718"/>
            </a:xfrm>
            <a:custGeom>
              <a:avLst/>
              <a:gdLst/>
              <a:ahLst/>
              <a:cxnLst/>
              <a:rect l="l" t="t" r="r" b="b"/>
              <a:pathLst>
                <a:path w="4106" h="4106" extrusionOk="0">
                  <a:moveTo>
                    <a:pt x="2057" y="820"/>
                  </a:moveTo>
                  <a:cubicBezTo>
                    <a:pt x="2734" y="820"/>
                    <a:pt x="3284" y="1372"/>
                    <a:pt x="3284" y="2055"/>
                  </a:cubicBezTo>
                  <a:cubicBezTo>
                    <a:pt x="3284" y="2732"/>
                    <a:pt x="2734" y="3284"/>
                    <a:pt x="2057" y="3284"/>
                  </a:cubicBezTo>
                  <a:cubicBezTo>
                    <a:pt x="1372" y="3284"/>
                    <a:pt x="822" y="2732"/>
                    <a:pt x="822" y="2055"/>
                  </a:cubicBezTo>
                  <a:cubicBezTo>
                    <a:pt x="822" y="1372"/>
                    <a:pt x="1372" y="820"/>
                    <a:pt x="2057" y="820"/>
                  </a:cubicBezTo>
                  <a:close/>
                  <a:moveTo>
                    <a:pt x="2057" y="0"/>
                  </a:moveTo>
                  <a:cubicBezTo>
                    <a:pt x="921" y="0"/>
                    <a:pt x="0" y="921"/>
                    <a:pt x="0" y="2055"/>
                  </a:cubicBezTo>
                  <a:cubicBezTo>
                    <a:pt x="0" y="3183"/>
                    <a:pt x="921" y="4105"/>
                    <a:pt x="2057" y="4105"/>
                  </a:cubicBezTo>
                  <a:cubicBezTo>
                    <a:pt x="3185" y="4105"/>
                    <a:pt x="4105" y="3183"/>
                    <a:pt x="4105" y="2055"/>
                  </a:cubicBezTo>
                  <a:cubicBezTo>
                    <a:pt x="4105" y="921"/>
                    <a:pt x="3185" y="0"/>
                    <a:pt x="20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53"/>
            <p:cNvSpPr/>
            <p:nvPr/>
          </p:nvSpPr>
          <p:spPr>
            <a:xfrm>
              <a:off x="4253247" y="4387205"/>
              <a:ext cx="22138" cy="22165"/>
            </a:xfrm>
            <a:custGeom>
              <a:avLst/>
              <a:gdLst/>
              <a:ahLst/>
              <a:cxnLst/>
              <a:rect l="l" t="t" r="r" b="b"/>
              <a:pathLst>
                <a:path w="821" h="822" extrusionOk="0">
                  <a:moveTo>
                    <a:pt x="415" y="0"/>
                  </a:moveTo>
                  <a:cubicBezTo>
                    <a:pt x="189" y="0"/>
                    <a:pt x="1" y="182"/>
                    <a:pt x="1" y="414"/>
                  </a:cubicBezTo>
                  <a:cubicBezTo>
                    <a:pt x="1" y="640"/>
                    <a:pt x="189" y="822"/>
                    <a:pt x="415" y="822"/>
                  </a:cubicBezTo>
                  <a:cubicBezTo>
                    <a:pt x="640" y="822"/>
                    <a:pt x="821" y="640"/>
                    <a:pt x="821" y="414"/>
                  </a:cubicBezTo>
                  <a:cubicBezTo>
                    <a:pt x="821" y="182"/>
                    <a:pt x="640" y="0"/>
                    <a:pt x="4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53"/>
            <p:cNvSpPr/>
            <p:nvPr/>
          </p:nvSpPr>
          <p:spPr>
            <a:xfrm>
              <a:off x="3986374" y="4120359"/>
              <a:ext cx="377914" cy="377914"/>
            </a:xfrm>
            <a:custGeom>
              <a:avLst/>
              <a:gdLst/>
              <a:ahLst/>
              <a:cxnLst/>
              <a:rect l="l" t="t" r="r" b="b"/>
              <a:pathLst>
                <a:path w="14015" h="14015" extrusionOk="0">
                  <a:moveTo>
                    <a:pt x="6601" y="822"/>
                  </a:moveTo>
                  <a:lnTo>
                    <a:pt x="6601" y="6601"/>
                  </a:lnTo>
                  <a:lnTo>
                    <a:pt x="822" y="6601"/>
                  </a:lnTo>
                  <a:lnTo>
                    <a:pt x="822" y="1235"/>
                  </a:lnTo>
                  <a:cubicBezTo>
                    <a:pt x="822" y="1010"/>
                    <a:pt x="1010" y="822"/>
                    <a:pt x="1236" y="822"/>
                  </a:cubicBezTo>
                  <a:close/>
                  <a:moveTo>
                    <a:pt x="12786" y="822"/>
                  </a:moveTo>
                  <a:cubicBezTo>
                    <a:pt x="13012" y="822"/>
                    <a:pt x="13194" y="1010"/>
                    <a:pt x="13194" y="1235"/>
                  </a:cubicBezTo>
                  <a:lnTo>
                    <a:pt x="13194" y="6601"/>
                  </a:lnTo>
                  <a:lnTo>
                    <a:pt x="7422" y="6601"/>
                  </a:lnTo>
                  <a:lnTo>
                    <a:pt x="7422" y="822"/>
                  </a:lnTo>
                  <a:close/>
                  <a:moveTo>
                    <a:pt x="6601" y="7420"/>
                  </a:moveTo>
                  <a:lnTo>
                    <a:pt x="6601" y="13193"/>
                  </a:lnTo>
                  <a:lnTo>
                    <a:pt x="1236" y="13193"/>
                  </a:lnTo>
                  <a:cubicBezTo>
                    <a:pt x="1010" y="13193"/>
                    <a:pt x="822" y="13011"/>
                    <a:pt x="822" y="12786"/>
                  </a:cubicBezTo>
                  <a:lnTo>
                    <a:pt x="822" y="7420"/>
                  </a:lnTo>
                  <a:close/>
                  <a:moveTo>
                    <a:pt x="13194" y="7420"/>
                  </a:moveTo>
                  <a:lnTo>
                    <a:pt x="13194" y="12786"/>
                  </a:lnTo>
                  <a:cubicBezTo>
                    <a:pt x="13194" y="13011"/>
                    <a:pt x="13012" y="13193"/>
                    <a:pt x="12786" y="13193"/>
                  </a:cubicBezTo>
                  <a:lnTo>
                    <a:pt x="7422" y="13193"/>
                  </a:lnTo>
                  <a:lnTo>
                    <a:pt x="7422" y="7420"/>
                  </a:lnTo>
                  <a:close/>
                  <a:moveTo>
                    <a:pt x="1236" y="0"/>
                  </a:moveTo>
                  <a:cubicBezTo>
                    <a:pt x="553" y="0"/>
                    <a:pt x="1" y="552"/>
                    <a:pt x="1" y="1235"/>
                  </a:cubicBezTo>
                  <a:lnTo>
                    <a:pt x="1" y="12786"/>
                  </a:lnTo>
                  <a:cubicBezTo>
                    <a:pt x="1" y="13463"/>
                    <a:pt x="553" y="14015"/>
                    <a:pt x="1236" y="14015"/>
                  </a:cubicBezTo>
                  <a:lnTo>
                    <a:pt x="12786" y="14015"/>
                  </a:lnTo>
                  <a:cubicBezTo>
                    <a:pt x="13463" y="14015"/>
                    <a:pt x="14015" y="13463"/>
                    <a:pt x="14015" y="12786"/>
                  </a:cubicBezTo>
                  <a:lnTo>
                    <a:pt x="14015" y="1235"/>
                  </a:lnTo>
                  <a:cubicBezTo>
                    <a:pt x="14015" y="552"/>
                    <a:pt x="13463" y="0"/>
                    <a:pt x="127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 name="Google Shape;787;p53"/>
          <p:cNvGrpSpPr/>
          <p:nvPr/>
        </p:nvGrpSpPr>
        <p:grpSpPr>
          <a:xfrm>
            <a:off x="4798834" y="1415351"/>
            <a:ext cx="377888" cy="378022"/>
            <a:chOff x="4779523" y="1709796"/>
            <a:chExt cx="377888" cy="378022"/>
          </a:xfrm>
        </p:grpSpPr>
        <p:sp>
          <p:nvSpPr>
            <p:cNvPr id="788" name="Google Shape;788;p53"/>
            <p:cNvSpPr/>
            <p:nvPr/>
          </p:nvSpPr>
          <p:spPr>
            <a:xfrm>
              <a:off x="4779523" y="1709796"/>
              <a:ext cx="377888" cy="378022"/>
            </a:xfrm>
            <a:custGeom>
              <a:avLst/>
              <a:gdLst/>
              <a:ahLst/>
              <a:cxnLst/>
              <a:rect l="l" t="t" r="r" b="b"/>
              <a:pathLst>
                <a:path w="14014" h="14019" extrusionOk="0">
                  <a:moveTo>
                    <a:pt x="12509" y="821"/>
                  </a:moveTo>
                  <a:cubicBezTo>
                    <a:pt x="12885" y="821"/>
                    <a:pt x="13192" y="1128"/>
                    <a:pt x="13192" y="1510"/>
                  </a:cubicBezTo>
                  <a:lnTo>
                    <a:pt x="13192" y="7258"/>
                  </a:lnTo>
                  <a:cubicBezTo>
                    <a:pt x="13192" y="7634"/>
                    <a:pt x="12885" y="7940"/>
                    <a:pt x="12509" y="7940"/>
                  </a:cubicBezTo>
                  <a:lnTo>
                    <a:pt x="10290" y="7940"/>
                  </a:lnTo>
                  <a:cubicBezTo>
                    <a:pt x="10065" y="7940"/>
                    <a:pt x="9883" y="8122"/>
                    <a:pt x="9883" y="8354"/>
                  </a:cubicBezTo>
                  <a:lnTo>
                    <a:pt x="9883" y="8999"/>
                  </a:lnTo>
                  <a:lnTo>
                    <a:pt x="8943" y="8059"/>
                  </a:lnTo>
                  <a:cubicBezTo>
                    <a:pt x="8861" y="7984"/>
                    <a:pt x="8762" y="7940"/>
                    <a:pt x="8649" y="7940"/>
                  </a:cubicBezTo>
                  <a:lnTo>
                    <a:pt x="3146" y="7940"/>
                  </a:lnTo>
                  <a:cubicBezTo>
                    <a:pt x="2770" y="7940"/>
                    <a:pt x="2463" y="7634"/>
                    <a:pt x="2463" y="7258"/>
                  </a:cubicBezTo>
                  <a:lnTo>
                    <a:pt x="2463" y="1510"/>
                  </a:lnTo>
                  <a:cubicBezTo>
                    <a:pt x="2463" y="1128"/>
                    <a:pt x="2770" y="821"/>
                    <a:pt x="3146" y="821"/>
                  </a:cubicBezTo>
                  <a:close/>
                  <a:moveTo>
                    <a:pt x="1642" y="5259"/>
                  </a:moveTo>
                  <a:lnTo>
                    <a:pt x="1642" y="7940"/>
                  </a:lnTo>
                  <a:cubicBezTo>
                    <a:pt x="1642" y="8392"/>
                    <a:pt x="2012" y="8762"/>
                    <a:pt x="2463" y="8762"/>
                  </a:cubicBezTo>
                  <a:lnTo>
                    <a:pt x="8479" y="8762"/>
                  </a:lnTo>
                  <a:lnTo>
                    <a:pt x="10003" y="10284"/>
                  </a:lnTo>
                  <a:cubicBezTo>
                    <a:pt x="10086" y="10367"/>
                    <a:pt x="10189" y="10404"/>
                    <a:pt x="10289" y="10404"/>
                  </a:cubicBezTo>
                  <a:cubicBezTo>
                    <a:pt x="10500" y="10404"/>
                    <a:pt x="10704" y="10242"/>
                    <a:pt x="10704" y="9997"/>
                  </a:cubicBezTo>
                  <a:lnTo>
                    <a:pt x="10704" y="8762"/>
                  </a:lnTo>
                  <a:lnTo>
                    <a:pt x="11551" y="8762"/>
                  </a:lnTo>
                  <a:lnTo>
                    <a:pt x="11551" y="10868"/>
                  </a:lnTo>
                  <a:cubicBezTo>
                    <a:pt x="11551" y="11250"/>
                    <a:pt x="11244" y="11556"/>
                    <a:pt x="10868" y="11556"/>
                  </a:cubicBezTo>
                  <a:lnTo>
                    <a:pt x="5364" y="11556"/>
                  </a:lnTo>
                  <a:cubicBezTo>
                    <a:pt x="5258" y="11556"/>
                    <a:pt x="5152" y="11594"/>
                    <a:pt x="5077" y="11675"/>
                  </a:cubicBezTo>
                  <a:lnTo>
                    <a:pt x="4137" y="12615"/>
                  </a:lnTo>
                  <a:lnTo>
                    <a:pt x="4137" y="11964"/>
                  </a:lnTo>
                  <a:cubicBezTo>
                    <a:pt x="4137" y="11738"/>
                    <a:pt x="3949" y="11556"/>
                    <a:pt x="3723" y="11556"/>
                  </a:cubicBezTo>
                  <a:lnTo>
                    <a:pt x="1505" y="11556"/>
                  </a:lnTo>
                  <a:cubicBezTo>
                    <a:pt x="1129" y="11556"/>
                    <a:pt x="820" y="11250"/>
                    <a:pt x="820" y="10868"/>
                  </a:cubicBezTo>
                  <a:lnTo>
                    <a:pt x="820" y="5635"/>
                  </a:lnTo>
                  <a:cubicBezTo>
                    <a:pt x="820" y="5427"/>
                    <a:pt x="990" y="5259"/>
                    <a:pt x="1196" y="5259"/>
                  </a:cubicBezTo>
                  <a:close/>
                  <a:moveTo>
                    <a:pt x="3146" y="0"/>
                  </a:moveTo>
                  <a:cubicBezTo>
                    <a:pt x="2318" y="0"/>
                    <a:pt x="1642" y="677"/>
                    <a:pt x="1642" y="1510"/>
                  </a:cubicBezTo>
                  <a:lnTo>
                    <a:pt x="1642" y="4437"/>
                  </a:lnTo>
                  <a:lnTo>
                    <a:pt x="1505" y="4437"/>
                  </a:lnTo>
                  <a:cubicBezTo>
                    <a:pt x="677" y="4437"/>
                    <a:pt x="0" y="5108"/>
                    <a:pt x="0" y="5941"/>
                  </a:cubicBezTo>
                  <a:lnTo>
                    <a:pt x="0" y="10868"/>
                  </a:lnTo>
                  <a:cubicBezTo>
                    <a:pt x="0" y="11701"/>
                    <a:pt x="677" y="12378"/>
                    <a:pt x="1505" y="12378"/>
                  </a:cubicBezTo>
                  <a:lnTo>
                    <a:pt x="3316" y="12378"/>
                  </a:lnTo>
                  <a:lnTo>
                    <a:pt x="3316" y="13607"/>
                  </a:lnTo>
                  <a:cubicBezTo>
                    <a:pt x="3316" y="13855"/>
                    <a:pt x="3514" y="14018"/>
                    <a:pt x="3722" y="14018"/>
                  </a:cubicBezTo>
                  <a:cubicBezTo>
                    <a:pt x="3823" y="14018"/>
                    <a:pt x="3927" y="13980"/>
                    <a:pt x="4011" y="13894"/>
                  </a:cubicBezTo>
                  <a:lnTo>
                    <a:pt x="5534" y="12378"/>
                  </a:lnTo>
                  <a:lnTo>
                    <a:pt x="10868" y="12378"/>
                  </a:lnTo>
                  <a:cubicBezTo>
                    <a:pt x="11701" y="12378"/>
                    <a:pt x="12372" y="11701"/>
                    <a:pt x="12372" y="10868"/>
                  </a:cubicBezTo>
                  <a:lnTo>
                    <a:pt x="12372" y="8762"/>
                  </a:lnTo>
                  <a:lnTo>
                    <a:pt x="12509" y="8762"/>
                  </a:lnTo>
                  <a:cubicBezTo>
                    <a:pt x="13342" y="8762"/>
                    <a:pt x="14013" y="8085"/>
                    <a:pt x="14013" y="7258"/>
                  </a:cubicBezTo>
                  <a:lnTo>
                    <a:pt x="14013" y="1510"/>
                  </a:lnTo>
                  <a:cubicBezTo>
                    <a:pt x="14013" y="677"/>
                    <a:pt x="13342" y="0"/>
                    <a:pt x="125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53"/>
            <p:cNvSpPr/>
            <p:nvPr/>
          </p:nvSpPr>
          <p:spPr>
            <a:xfrm>
              <a:off x="4870260" y="1768930"/>
              <a:ext cx="111554" cy="118161"/>
            </a:xfrm>
            <a:custGeom>
              <a:avLst/>
              <a:gdLst/>
              <a:ahLst/>
              <a:cxnLst/>
              <a:rect l="l" t="t" r="r" b="b"/>
              <a:pathLst>
                <a:path w="4137" h="4382" extrusionOk="0">
                  <a:moveTo>
                    <a:pt x="2193" y="0"/>
                  </a:moveTo>
                  <a:cubicBezTo>
                    <a:pt x="984" y="0"/>
                    <a:pt x="0" y="984"/>
                    <a:pt x="0" y="2187"/>
                  </a:cubicBezTo>
                  <a:cubicBezTo>
                    <a:pt x="0" y="3396"/>
                    <a:pt x="984" y="4382"/>
                    <a:pt x="2193" y="4382"/>
                  </a:cubicBezTo>
                  <a:cubicBezTo>
                    <a:pt x="3341" y="4382"/>
                    <a:pt x="4137" y="3479"/>
                    <a:pt x="4137" y="2187"/>
                  </a:cubicBezTo>
                  <a:cubicBezTo>
                    <a:pt x="4137" y="1962"/>
                    <a:pt x="3955" y="1780"/>
                    <a:pt x="3729" y="1780"/>
                  </a:cubicBezTo>
                  <a:lnTo>
                    <a:pt x="2664" y="1780"/>
                  </a:lnTo>
                  <a:cubicBezTo>
                    <a:pt x="2439" y="1780"/>
                    <a:pt x="2257" y="1962"/>
                    <a:pt x="2257" y="2187"/>
                  </a:cubicBezTo>
                  <a:cubicBezTo>
                    <a:pt x="2257" y="2413"/>
                    <a:pt x="2439" y="2601"/>
                    <a:pt x="2664" y="2601"/>
                  </a:cubicBezTo>
                  <a:lnTo>
                    <a:pt x="3278" y="2601"/>
                  </a:lnTo>
                  <a:cubicBezTo>
                    <a:pt x="3165" y="3103"/>
                    <a:pt x="2846" y="3560"/>
                    <a:pt x="2193" y="3560"/>
                  </a:cubicBezTo>
                  <a:cubicBezTo>
                    <a:pt x="1435" y="3560"/>
                    <a:pt x="822" y="2945"/>
                    <a:pt x="822" y="2187"/>
                  </a:cubicBezTo>
                  <a:cubicBezTo>
                    <a:pt x="822" y="1435"/>
                    <a:pt x="1435" y="821"/>
                    <a:pt x="2193" y="821"/>
                  </a:cubicBezTo>
                  <a:cubicBezTo>
                    <a:pt x="2470" y="821"/>
                    <a:pt x="2733" y="903"/>
                    <a:pt x="2959" y="1053"/>
                  </a:cubicBezTo>
                  <a:cubicBezTo>
                    <a:pt x="3029" y="1099"/>
                    <a:pt x="3108" y="1122"/>
                    <a:pt x="3187" y="1122"/>
                  </a:cubicBezTo>
                  <a:cubicBezTo>
                    <a:pt x="3320" y="1122"/>
                    <a:pt x="3451" y="1058"/>
                    <a:pt x="3529" y="940"/>
                  </a:cubicBezTo>
                  <a:cubicBezTo>
                    <a:pt x="3654" y="752"/>
                    <a:pt x="3604" y="501"/>
                    <a:pt x="3416" y="376"/>
                  </a:cubicBezTo>
                  <a:cubicBezTo>
                    <a:pt x="3052" y="125"/>
                    <a:pt x="2633" y="0"/>
                    <a:pt x="21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53"/>
            <p:cNvSpPr/>
            <p:nvPr/>
          </p:nvSpPr>
          <p:spPr>
            <a:xfrm>
              <a:off x="4999368" y="1768930"/>
              <a:ext cx="111554" cy="118161"/>
            </a:xfrm>
            <a:custGeom>
              <a:avLst/>
              <a:gdLst/>
              <a:ahLst/>
              <a:cxnLst/>
              <a:rect l="l" t="t" r="r" b="b"/>
              <a:pathLst>
                <a:path w="4137" h="4382" extrusionOk="0">
                  <a:moveTo>
                    <a:pt x="2195" y="0"/>
                  </a:moveTo>
                  <a:cubicBezTo>
                    <a:pt x="985" y="0"/>
                    <a:pt x="0" y="984"/>
                    <a:pt x="0" y="2187"/>
                  </a:cubicBezTo>
                  <a:cubicBezTo>
                    <a:pt x="0" y="3396"/>
                    <a:pt x="985" y="4382"/>
                    <a:pt x="2195" y="4382"/>
                  </a:cubicBezTo>
                  <a:cubicBezTo>
                    <a:pt x="3341" y="4382"/>
                    <a:pt x="4136" y="3479"/>
                    <a:pt x="4136" y="2187"/>
                  </a:cubicBezTo>
                  <a:cubicBezTo>
                    <a:pt x="4136" y="1962"/>
                    <a:pt x="3956" y="1780"/>
                    <a:pt x="3730" y="1780"/>
                  </a:cubicBezTo>
                  <a:lnTo>
                    <a:pt x="2664" y="1780"/>
                  </a:lnTo>
                  <a:cubicBezTo>
                    <a:pt x="2438" y="1780"/>
                    <a:pt x="2250" y="1962"/>
                    <a:pt x="2250" y="2187"/>
                  </a:cubicBezTo>
                  <a:cubicBezTo>
                    <a:pt x="2250" y="2413"/>
                    <a:pt x="2438" y="2601"/>
                    <a:pt x="2664" y="2601"/>
                  </a:cubicBezTo>
                  <a:lnTo>
                    <a:pt x="3272" y="2601"/>
                  </a:lnTo>
                  <a:cubicBezTo>
                    <a:pt x="3166" y="3103"/>
                    <a:pt x="2846" y="3560"/>
                    <a:pt x="2195" y="3560"/>
                  </a:cubicBezTo>
                  <a:cubicBezTo>
                    <a:pt x="1437" y="3560"/>
                    <a:pt x="821" y="2945"/>
                    <a:pt x="821" y="2187"/>
                  </a:cubicBezTo>
                  <a:cubicBezTo>
                    <a:pt x="821" y="1435"/>
                    <a:pt x="1437" y="821"/>
                    <a:pt x="2195" y="821"/>
                  </a:cubicBezTo>
                  <a:cubicBezTo>
                    <a:pt x="2464" y="821"/>
                    <a:pt x="2733" y="903"/>
                    <a:pt x="2959" y="1053"/>
                  </a:cubicBezTo>
                  <a:cubicBezTo>
                    <a:pt x="3029" y="1099"/>
                    <a:pt x="3107" y="1122"/>
                    <a:pt x="3185" y="1122"/>
                  </a:cubicBezTo>
                  <a:cubicBezTo>
                    <a:pt x="3317" y="1122"/>
                    <a:pt x="3447" y="1058"/>
                    <a:pt x="3529" y="940"/>
                  </a:cubicBezTo>
                  <a:cubicBezTo>
                    <a:pt x="3655" y="752"/>
                    <a:pt x="3604" y="501"/>
                    <a:pt x="3416" y="376"/>
                  </a:cubicBezTo>
                  <a:cubicBezTo>
                    <a:pt x="3053" y="125"/>
                    <a:pt x="2632" y="0"/>
                    <a:pt x="21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 name="Google Shape;791;p53"/>
          <p:cNvGrpSpPr/>
          <p:nvPr/>
        </p:nvGrpSpPr>
        <p:grpSpPr>
          <a:xfrm>
            <a:off x="4014393" y="3241663"/>
            <a:ext cx="318942" cy="377941"/>
            <a:chOff x="3986374" y="3515157"/>
            <a:chExt cx="318942" cy="377941"/>
          </a:xfrm>
        </p:grpSpPr>
        <p:sp>
          <p:nvSpPr>
            <p:cNvPr id="792" name="Google Shape;792;p53"/>
            <p:cNvSpPr/>
            <p:nvPr/>
          </p:nvSpPr>
          <p:spPr>
            <a:xfrm>
              <a:off x="3986374" y="3515157"/>
              <a:ext cx="318942" cy="377941"/>
            </a:xfrm>
            <a:custGeom>
              <a:avLst/>
              <a:gdLst/>
              <a:ahLst/>
              <a:cxnLst/>
              <a:rect l="l" t="t" r="r" b="b"/>
              <a:pathLst>
                <a:path w="11828" h="14016" extrusionOk="0">
                  <a:moveTo>
                    <a:pt x="10593" y="822"/>
                  </a:moveTo>
                  <a:cubicBezTo>
                    <a:pt x="10825" y="822"/>
                    <a:pt x="11007" y="1004"/>
                    <a:pt x="11007" y="1230"/>
                  </a:cubicBezTo>
                  <a:lnTo>
                    <a:pt x="11007" y="11088"/>
                  </a:lnTo>
                  <a:cubicBezTo>
                    <a:pt x="11007" y="11314"/>
                    <a:pt x="10825" y="11496"/>
                    <a:pt x="10593" y="11496"/>
                  </a:cubicBezTo>
                  <a:lnTo>
                    <a:pt x="2934" y="11496"/>
                  </a:lnTo>
                  <a:cubicBezTo>
                    <a:pt x="2702" y="11496"/>
                    <a:pt x="2520" y="11314"/>
                    <a:pt x="2520" y="11088"/>
                  </a:cubicBezTo>
                  <a:lnTo>
                    <a:pt x="2520" y="1230"/>
                  </a:lnTo>
                  <a:cubicBezTo>
                    <a:pt x="2520" y="1004"/>
                    <a:pt x="2702" y="822"/>
                    <a:pt x="2934" y="822"/>
                  </a:cubicBezTo>
                  <a:close/>
                  <a:moveTo>
                    <a:pt x="1700" y="2520"/>
                  </a:moveTo>
                  <a:lnTo>
                    <a:pt x="1700" y="11088"/>
                  </a:lnTo>
                  <a:cubicBezTo>
                    <a:pt x="1700" y="11765"/>
                    <a:pt x="2251" y="12317"/>
                    <a:pt x="2934" y="12317"/>
                  </a:cubicBezTo>
                  <a:lnTo>
                    <a:pt x="9308" y="12317"/>
                  </a:lnTo>
                  <a:lnTo>
                    <a:pt x="9308" y="12786"/>
                  </a:lnTo>
                  <a:cubicBezTo>
                    <a:pt x="9308" y="13012"/>
                    <a:pt x="9126" y="13194"/>
                    <a:pt x="8901" y="13194"/>
                  </a:cubicBezTo>
                  <a:lnTo>
                    <a:pt x="1236" y="13194"/>
                  </a:lnTo>
                  <a:cubicBezTo>
                    <a:pt x="1010" y="13194"/>
                    <a:pt x="822" y="13012"/>
                    <a:pt x="822" y="12786"/>
                  </a:cubicBezTo>
                  <a:lnTo>
                    <a:pt x="822" y="2928"/>
                  </a:lnTo>
                  <a:cubicBezTo>
                    <a:pt x="822" y="2702"/>
                    <a:pt x="1010" y="2520"/>
                    <a:pt x="1236" y="2520"/>
                  </a:cubicBezTo>
                  <a:close/>
                  <a:moveTo>
                    <a:pt x="2934" y="1"/>
                  </a:moveTo>
                  <a:cubicBezTo>
                    <a:pt x="2251" y="1"/>
                    <a:pt x="1700" y="553"/>
                    <a:pt x="1700" y="1230"/>
                  </a:cubicBezTo>
                  <a:lnTo>
                    <a:pt x="1700" y="1699"/>
                  </a:lnTo>
                  <a:lnTo>
                    <a:pt x="1236" y="1699"/>
                  </a:lnTo>
                  <a:cubicBezTo>
                    <a:pt x="553" y="1699"/>
                    <a:pt x="1" y="2251"/>
                    <a:pt x="1" y="2928"/>
                  </a:cubicBezTo>
                  <a:lnTo>
                    <a:pt x="1" y="12786"/>
                  </a:lnTo>
                  <a:cubicBezTo>
                    <a:pt x="1" y="13463"/>
                    <a:pt x="553" y="14015"/>
                    <a:pt x="1236" y="14015"/>
                  </a:cubicBezTo>
                  <a:lnTo>
                    <a:pt x="8901" y="14015"/>
                  </a:lnTo>
                  <a:cubicBezTo>
                    <a:pt x="9578" y="14015"/>
                    <a:pt x="10130" y="13463"/>
                    <a:pt x="10130" y="12786"/>
                  </a:cubicBezTo>
                  <a:lnTo>
                    <a:pt x="10130" y="12317"/>
                  </a:lnTo>
                  <a:lnTo>
                    <a:pt x="10593" y="12317"/>
                  </a:lnTo>
                  <a:cubicBezTo>
                    <a:pt x="11276" y="12317"/>
                    <a:pt x="11828" y="11765"/>
                    <a:pt x="11828" y="11088"/>
                  </a:cubicBezTo>
                  <a:lnTo>
                    <a:pt x="11828" y="1230"/>
                  </a:lnTo>
                  <a:cubicBezTo>
                    <a:pt x="11828" y="553"/>
                    <a:pt x="11276" y="1"/>
                    <a:pt x="105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53"/>
            <p:cNvSpPr/>
            <p:nvPr/>
          </p:nvSpPr>
          <p:spPr>
            <a:xfrm>
              <a:off x="4076464" y="3559460"/>
              <a:ext cx="184575" cy="154995"/>
            </a:xfrm>
            <a:custGeom>
              <a:avLst/>
              <a:gdLst/>
              <a:ahLst/>
              <a:cxnLst/>
              <a:rect l="l" t="t" r="r" b="b"/>
              <a:pathLst>
                <a:path w="6845" h="5748" extrusionOk="0">
                  <a:moveTo>
                    <a:pt x="3416" y="3283"/>
                  </a:moveTo>
                  <a:cubicBezTo>
                    <a:pt x="3798" y="3283"/>
                    <a:pt x="4105" y="3587"/>
                    <a:pt x="4105" y="3967"/>
                  </a:cubicBezTo>
                  <a:lnTo>
                    <a:pt x="4105" y="4927"/>
                  </a:lnTo>
                  <a:lnTo>
                    <a:pt x="2739" y="4927"/>
                  </a:lnTo>
                  <a:lnTo>
                    <a:pt x="2739" y="3980"/>
                  </a:lnTo>
                  <a:cubicBezTo>
                    <a:pt x="2739" y="3636"/>
                    <a:pt x="3022" y="3316"/>
                    <a:pt x="3373" y="3284"/>
                  </a:cubicBezTo>
                  <a:cubicBezTo>
                    <a:pt x="3387" y="3283"/>
                    <a:pt x="3402" y="3283"/>
                    <a:pt x="3416" y="3283"/>
                  </a:cubicBezTo>
                  <a:close/>
                  <a:moveTo>
                    <a:pt x="6023" y="822"/>
                  </a:moveTo>
                  <a:lnTo>
                    <a:pt x="6023" y="4927"/>
                  </a:lnTo>
                  <a:lnTo>
                    <a:pt x="4926" y="4927"/>
                  </a:lnTo>
                  <a:lnTo>
                    <a:pt x="4926" y="3967"/>
                  </a:lnTo>
                  <a:cubicBezTo>
                    <a:pt x="4926" y="3717"/>
                    <a:pt x="4865" y="3478"/>
                    <a:pt x="4758" y="3272"/>
                  </a:cubicBezTo>
                  <a:cubicBezTo>
                    <a:pt x="5027" y="3052"/>
                    <a:pt x="5196" y="2720"/>
                    <a:pt x="5203" y="2350"/>
                  </a:cubicBezTo>
                  <a:cubicBezTo>
                    <a:pt x="5209" y="2150"/>
                    <a:pt x="5053" y="1950"/>
                    <a:pt x="4851" y="1918"/>
                  </a:cubicBezTo>
                  <a:cubicBezTo>
                    <a:pt x="4833" y="1916"/>
                    <a:pt x="4815" y="1915"/>
                    <a:pt x="4798" y="1915"/>
                  </a:cubicBezTo>
                  <a:cubicBezTo>
                    <a:pt x="4571" y="1915"/>
                    <a:pt x="4382" y="2098"/>
                    <a:pt x="4382" y="2326"/>
                  </a:cubicBezTo>
                  <a:cubicBezTo>
                    <a:pt x="4382" y="2470"/>
                    <a:pt x="4307" y="2601"/>
                    <a:pt x="4188" y="2676"/>
                  </a:cubicBezTo>
                  <a:cubicBezTo>
                    <a:pt x="3962" y="2538"/>
                    <a:pt x="3705" y="2463"/>
                    <a:pt x="3422" y="2463"/>
                  </a:cubicBezTo>
                  <a:cubicBezTo>
                    <a:pt x="3141" y="2463"/>
                    <a:pt x="2884" y="2538"/>
                    <a:pt x="2658" y="2676"/>
                  </a:cubicBezTo>
                  <a:cubicBezTo>
                    <a:pt x="2539" y="2601"/>
                    <a:pt x="2464" y="2470"/>
                    <a:pt x="2464" y="2326"/>
                  </a:cubicBezTo>
                  <a:cubicBezTo>
                    <a:pt x="2464" y="2098"/>
                    <a:pt x="2280" y="1915"/>
                    <a:pt x="2048" y="1915"/>
                  </a:cubicBezTo>
                  <a:cubicBezTo>
                    <a:pt x="2030" y="1915"/>
                    <a:pt x="2012" y="1916"/>
                    <a:pt x="1993" y="1918"/>
                  </a:cubicBezTo>
                  <a:cubicBezTo>
                    <a:pt x="1793" y="1950"/>
                    <a:pt x="1637" y="2150"/>
                    <a:pt x="1643" y="2350"/>
                  </a:cubicBezTo>
                  <a:cubicBezTo>
                    <a:pt x="1649" y="2720"/>
                    <a:pt x="1819" y="3052"/>
                    <a:pt x="2088" y="3272"/>
                  </a:cubicBezTo>
                  <a:cubicBezTo>
                    <a:pt x="1981" y="3478"/>
                    <a:pt x="1918" y="3717"/>
                    <a:pt x="1918" y="3967"/>
                  </a:cubicBezTo>
                  <a:lnTo>
                    <a:pt x="1918" y="4927"/>
                  </a:lnTo>
                  <a:lnTo>
                    <a:pt x="822" y="4927"/>
                  </a:lnTo>
                  <a:lnTo>
                    <a:pt x="822" y="822"/>
                  </a:lnTo>
                  <a:close/>
                  <a:moveTo>
                    <a:pt x="414" y="0"/>
                  </a:moveTo>
                  <a:cubicBezTo>
                    <a:pt x="182" y="0"/>
                    <a:pt x="0" y="182"/>
                    <a:pt x="0" y="408"/>
                  </a:cubicBezTo>
                  <a:lnTo>
                    <a:pt x="0" y="5340"/>
                  </a:lnTo>
                  <a:cubicBezTo>
                    <a:pt x="0" y="5566"/>
                    <a:pt x="182" y="5748"/>
                    <a:pt x="414" y="5748"/>
                  </a:cubicBezTo>
                  <a:lnTo>
                    <a:pt x="6431" y="5748"/>
                  </a:lnTo>
                  <a:cubicBezTo>
                    <a:pt x="6662" y="5748"/>
                    <a:pt x="6844" y="5566"/>
                    <a:pt x="6844" y="5340"/>
                  </a:cubicBezTo>
                  <a:lnTo>
                    <a:pt x="6844" y="408"/>
                  </a:lnTo>
                  <a:cubicBezTo>
                    <a:pt x="6844" y="182"/>
                    <a:pt x="6662" y="0"/>
                    <a:pt x="64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53"/>
            <p:cNvSpPr/>
            <p:nvPr/>
          </p:nvSpPr>
          <p:spPr>
            <a:xfrm>
              <a:off x="4120741" y="3736593"/>
              <a:ext cx="140299" cy="22111"/>
            </a:xfrm>
            <a:custGeom>
              <a:avLst/>
              <a:gdLst/>
              <a:ahLst/>
              <a:cxnLst/>
              <a:rect l="l" t="t" r="r" b="b"/>
              <a:pathLst>
                <a:path w="5203" h="820" extrusionOk="0">
                  <a:moveTo>
                    <a:pt x="415" y="0"/>
                  </a:moveTo>
                  <a:cubicBezTo>
                    <a:pt x="189" y="0"/>
                    <a:pt x="1" y="181"/>
                    <a:pt x="1" y="414"/>
                  </a:cubicBezTo>
                  <a:cubicBezTo>
                    <a:pt x="1" y="639"/>
                    <a:pt x="189" y="820"/>
                    <a:pt x="415" y="820"/>
                  </a:cubicBezTo>
                  <a:lnTo>
                    <a:pt x="4795" y="820"/>
                  </a:lnTo>
                  <a:cubicBezTo>
                    <a:pt x="5020" y="820"/>
                    <a:pt x="5202" y="639"/>
                    <a:pt x="5202" y="414"/>
                  </a:cubicBezTo>
                  <a:cubicBezTo>
                    <a:pt x="5202" y="181"/>
                    <a:pt x="5020" y="0"/>
                    <a:pt x="47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53"/>
            <p:cNvSpPr/>
            <p:nvPr/>
          </p:nvSpPr>
          <p:spPr>
            <a:xfrm>
              <a:off x="4120741" y="3780843"/>
              <a:ext cx="140299" cy="22165"/>
            </a:xfrm>
            <a:custGeom>
              <a:avLst/>
              <a:gdLst/>
              <a:ahLst/>
              <a:cxnLst/>
              <a:rect l="l" t="t" r="r" b="b"/>
              <a:pathLst>
                <a:path w="5203" h="822" extrusionOk="0">
                  <a:moveTo>
                    <a:pt x="415" y="0"/>
                  </a:moveTo>
                  <a:cubicBezTo>
                    <a:pt x="189" y="0"/>
                    <a:pt x="1" y="188"/>
                    <a:pt x="1" y="414"/>
                  </a:cubicBezTo>
                  <a:cubicBezTo>
                    <a:pt x="1" y="639"/>
                    <a:pt x="189" y="821"/>
                    <a:pt x="415" y="821"/>
                  </a:cubicBezTo>
                  <a:lnTo>
                    <a:pt x="4795" y="821"/>
                  </a:lnTo>
                  <a:cubicBezTo>
                    <a:pt x="5020" y="821"/>
                    <a:pt x="5202" y="639"/>
                    <a:pt x="5202" y="414"/>
                  </a:cubicBezTo>
                  <a:cubicBezTo>
                    <a:pt x="5202" y="188"/>
                    <a:pt x="5020" y="0"/>
                    <a:pt x="47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53"/>
            <p:cNvSpPr/>
            <p:nvPr/>
          </p:nvSpPr>
          <p:spPr>
            <a:xfrm>
              <a:off x="4076464" y="3736593"/>
              <a:ext cx="22165" cy="22111"/>
            </a:xfrm>
            <a:custGeom>
              <a:avLst/>
              <a:gdLst/>
              <a:ahLst/>
              <a:cxnLst/>
              <a:rect l="l" t="t" r="r" b="b"/>
              <a:pathLst>
                <a:path w="822" h="820" extrusionOk="0">
                  <a:moveTo>
                    <a:pt x="414" y="0"/>
                  </a:moveTo>
                  <a:cubicBezTo>
                    <a:pt x="182" y="0"/>
                    <a:pt x="0" y="181"/>
                    <a:pt x="0" y="414"/>
                  </a:cubicBezTo>
                  <a:cubicBezTo>
                    <a:pt x="0" y="639"/>
                    <a:pt x="182" y="820"/>
                    <a:pt x="414" y="820"/>
                  </a:cubicBezTo>
                  <a:cubicBezTo>
                    <a:pt x="640" y="820"/>
                    <a:pt x="822" y="639"/>
                    <a:pt x="822" y="414"/>
                  </a:cubicBezTo>
                  <a:cubicBezTo>
                    <a:pt x="822" y="181"/>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53"/>
            <p:cNvSpPr/>
            <p:nvPr/>
          </p:nvSpPr>
          <p:spPr>
            <a:xfrm>
              <a:off x="4076464" y="3780843"/>
              <a:ext cx="22165" cy="22165"/>
            </a:xfrm>
            <a:custGeom>
              <a:avLst/>
              <a:gdLst/>
              <a:ahLst/>
              <a:cxnLst/>
              <a:rect l="l" t="t" r="r" b="b"/>
              <a:pathLst>
                <a:path w="822" h="822" extrusionOk="0">
                  <a:moveTo>
                    <a:pt x="414" y="0"/>
                  </a:moveTo>
                  <a:cubicBezTo>
                    <a:pt x="182" y="0"/>
                    <a:pt x="0" y="188"/>
                    <a:pt x="0" y="414"/>
                  </a:cubicBezTo>
                  <a:cubicBezTo>
                    <a:pt x="0" y="639"/>
                    <a:pt x="182" y="821"/>
                    <a:pt x="414" y="821"/>
                  </a:cubicBezTo>
                  <a:cubicBezTo>
                    <a:pt x="640" y="821"/>
                    <a:pt x="822" y="639"/>
                    <a:pt x="822" y="414"/>
                  </a:cubicBezTo>
                  <a:cubicBezTo>
                    <a:pt x="822" y="188"/>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 name="Google Shape;798;p53"/>
          <p:cNvGrpSpPr/>
          <p:nvPr/>
        </p:nvGrpSpPr>
        <p:grpSpPr>
          <a:xfrm>
            <a:off x="3984907" y="2646923"/>
            <a:ext cx="377914" cy="377914"/>
            <a:chOff x="3986374" y="2920336"/>
            <a:chExt cx="377914" cy="377914"/>
          </a:xfrm>
        </p:grpSpPr>
        <p:sp>
          <p:nvSpPr>
            <p:cNvPr id="799" name="Google Shape;799;p53"/>
            <p:cNvSpPr/>
            <p:nvPr/>
          </p:nvSpPr>
          <p:spPr>
            <a:xfrm>
              <a:off x="3986374" y="2920336"/>
              <a:ext cx="243764" cy="199244"/>
            </a:xfrm>
            <a:custGeom>
              <a:avLst/>
              <a:gdLst/>
              <a:ahLst/>
              <a:cxnLst/>
              <a:rect l="l" t="t" r="r" b="b"/>
              <a:pathLst>
                <a:path w="9040" h="7389" extrusionOk="0">
                  <a:moveTo>
                    <a:pt x="8079" y="820"/>
                  </a:moveTo>
                  <a:cubicBezTo>
                    <a:pt x="8155" y="820"/>
                    <a:pt x="8218" y="883"/>
                    <a:pt x="8218" y="958"/>
                  </a:cubicBezTo>
                  <a:lnTo>
                    <a:pt x="8218" y="4794"/>
                  </a:lnTo>
                  <a:cubicBezTo>
                    <a:pt x="8218" y="4869"/>
                    <a:pt x="8155" y="4926"/>
                    <a:pt x="8079" y="4926"/>
                  </a:cubicBezTo>
                  <a:lnTo>
                    <a:pt x="960" y="4926"/>
                  </a:lnTo>
                  <a:cubicBezTo>
                    <a:pt x="885" y="4926"/>
                    <a:pt x="822" y="4869"/>
                    <a:pt x="822" y="4794"/>
                  </a:cubicBezTo>
                  <a:lnTo>
                    <a:pt x="822" y="958"/>
                  </a:lnTo>
                  <a:cubicBezTo>
                    <a:pt x="822" y="883"/>
                    <a:pt x="885" y="820"/>
                    <a:pt x="960" y="820"/>
                  </a:cubicBezTo>
                  <a:close/>
                  <a:moveTo>
                    <a:pt x="5204" y="5746"/>
                  </a:moveTo>
                  <a:lnTo>
                    <a:pt x="5204" y="6567"/>
                  </a:lnTo>
                  <a:lnTo>
                    <a:pt x="3836" y="6567"/>
                  </a:lnTo>
                  <a:lnTo>
                    <a:pt x="3836" y="5746"/>
                  </a:lnTo>
                  <a:close/>
                  <a:moveTo>
                    <a:pt x="960" y="0"/>
                  </a:moveTo>
                  <a:cubicBezTo>
                    <a:pt x="434" y="0"/>
                    <a:pt x="1" y="432"/>
                    <a:pt x="1" y="958"/>
                  </a:cubicBezTo>
                  <a:lnTo>
                    <a:pt x="1" y="4794"/>
                  </a:lnTo>
                  <a:cubicBezTo>
                    <a:pt x="1" y="5320"/>
                    <a:pt x="434" y="5746"/>
                    <a:pt x="960" y="5746"/>
                  </a:cubicBezTo>
                  <a:lnTo>
                    <a:pt x="3016" y="5746"/>
                  </a:lnTo>
                  <a:lnTo>
                    <a:pt x="3016" y="6567"/>
                  </a:lnTo>
                  <a:lnTo>
                    <a:pt x="2603" y="6567"/>
                  </a:lnTo>
                  <a:cubicBezTo>
                    <a:pt x="2427" y="6567"/>
                    <a:pt x="2264" y="6680"/>
                    <a:pt x="2213" y="6850"/>
                  </a:cubicBezTo>
                  <a:cubicBezTo>
                    <a:pt x="2126" y="7131"/>
                    <a:pt x="2332" y="7388"/>
                    <a:pt x="2603" y="7388"/>
                  </a:cubicBezTo>
                  <a:lnTo>
                    <a:pt x="6438" y="7388"/>
                  </a:lnTo>
                  <a:cubicBezTo>
                    <a:pt x="6613" y="7388"/>
                    <a:pt x="6777" y="7282"/>
                    <a:pt x="6826" y="7113"/>
                  </a:cubicBezTo>
                  <a:cubicBezTo>
                    <a:pt x="6914" y="6830"/>
                    <a:pt x="6708" y="6567"/>
                    <a:pt x="6438" y="6567"/>
                  </a:cubicBezTo>
                  <a:lnTo>
                    <a:pt x="6025" y="6567"/>
                  </a:lnTo>
                  <a:lnTo>
                    <a:pt x="6025" y="5746"/>
                  </a:lnTo>
                  <a:lnTo>
                    <a:pt x="8079" y="5746"/>
                  </a:lnTo>
                  <a:cubicBezTo>
                    <a:pt x="8606" y="5746"/>
                    <a:pt x="9039" y="5320"/>
                    <a:pt x="9039" y="4794"/>
                  </a:cubicBezTo>
                  <a:lnTo>
                    <a:pt x="9039" y="958"/>
                  </a:lnTo>
                  <a:cubicBezTo>
                    <a:pt x="9039" y="432"/>
                    <a:pt x="8606" y="0"/>
                    <a:pt x="80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53"/>
            <p:cNvSpPr/>
            <p:nvPr/>
          </p:nvSpPr>
          <p:spPr>
            <a:xfrm>
              <a:off x="4253597" y="2920336"/>
              <a:ext cx="110691" cy="221383"/>
            </a:xfrm>
            <a:custGeom>
              <a:avLst/>
              <a:gdLst/>
              <a:ahLst/>
              <a:cxnLst/>
              <a:rect l="l" t="t" r="r" b="b"/>
              <a:pathLst>
                <a:path w="4105" h="8210" extrusionOk="0">
                  <a:moveTo>
                    <a:pt x="3153" y="820"/>
                  </a:moveTo>
                  <a:cubicBezTo>
                    <a:pt x="3228" y="820"/>
                    <a:pt x="3284" y="883"/>
                    <a:pt x="3284" y="958"/>
                  </a:cubicBezTo>
                  <a:lnTo>
                    <a:pt x="3284" y="1641"/>
                  </a:lnTo>
                  <a:lnTo>
                    <a:pt x="821" y="1641"/>
                  </a:lnTo>
                  <a:lnTo>
                    <a:pt x="821" y="958"/>
                  </a:lnTo>
                  <a:cubicBezTo>
                    <a:pt x="821" y="883"/>
                    <a:pt x="883" y="820"/>
                    <a:pt x="958" y="820"/>
                  </a:cubicBezTo>
                  <a:close/>
                  <a:moveTo>
                    <a:pt x="3284" y="2462"/>
                  </a:moveTo>
                  <a:lnTo>
                    <a:pt x="3284" y="3284"/>
                  </a:lnTo>
                  <a:lnTo>
                    <a:pt x="821" y="3284"/>
                  </a:lnTo>
                  <a:lnTo>
                    <a:pt x="821" y="2462"/>
                  </a:lnTo>
                  <a:close/>
                  <a:moveTo>
                    <a:pt x="3284" y="4105"/>
                  </a:moveTo>
                  <a:lnTo>
                    <a:pt x="3284" y="7258"/>
                  </a:lnTo>
                  <a:cubicBezTo>
                    <a:pt x="3284" y="7333"/>
                    <a:pt x="3228" y="7388"/>
                    <a:pt x="3153" y="7388"/>
                  </a:cubicBezTo>
                  <a:lnTo>
                    <a:pt x="958" y="7388"/>
                  </a:lnTo>
                  <a:cubicBezTo>
                    <a:pt x="883" y="7388"/>
                    <a:pt x="821" y="7333"/>
                    <a:pt x="821" y="7258"/>
                  </a:cubicBezTo>
                  <a:lnTo>
                    <a:pt x="821" y="4105"/>
                  </a:lnTo>
                  <a:close/>
                  <a:moveTo>
                    <a:pt x="958" y="0"/>
                  </a:moveTo>
                  <a:cubicBezTo>
                    <a:pt x="432" y="0"/>
                    <a:pt x="0" y="432"/>
                    <a:pt x="0" y="958"/>
                  </a:cubicBezTo>
                  <a:lnTo>
                    <a:pt x="0" y="7258"/>
                  </a:lnTo>
                  <a:cubicBezTo>
                    <a:pt x="0" y="7784"/>
                    <a:pt x="432" y="8210"/>
                    <a:pt x="958" y="8210"/>
                  </a:cubicBezTo>
                  <a:lnTo>
                    <a:pt x="3153" y="8210"/>
                  </a:lnTo>
                  <a:cubicBezTo>
                    <a:pt x="3679" y="8210"/>
                    <a:pt x="4105" y="7784"/>
                    <a:pt x="4105" y="7258"/>
                  </a:cubicBezTo>
                  <a:lnTo>
                    <a:pt x="4105" y="958"/>
                  </a:lnTo>
                  <a:cubicBezTo>
                    <a:pt x="4105" y="432"/>
                    <a:pt x="3679" y="0"/>
                    <a:pt x="31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53"/>
            <p:cNvSpPr/>
            <p:nvPr/>
          </p:nvSpPr>
          <p:spPr>
            <a:xfrm>
              <a:off x="4297874" y="3053165"/>
              <a:ext cx="22138" cy="22111"/>
            </a:xfrm>
            <a:custGeom>
              <a:avLst/>
              <a:gdLst/>
              <a:ahLst/>
              <a:cxnLst/>
              <a:rect l="l" t="t" r="r" b="b"/>
              <a:pathLst>
                <a:path w="821" h="820" extrusionOk="0">
                  <a:moveTo>
                    <a:pt x="414" y="0"/>
                  </a:moveTo>
                  <a:cubicBezTo>
                    <a:pt x="189" y="0"/>
                    <a:pt x="1" y="188"/>
                    <a:pt x="1" y="414"/>
                  </a:cubicBezTo>
                  <a:cubicBezTo>
                    <a:pt x="1" y="639"/>
                    <a:pt x="189" y="820"/>
                    <a:pt x="414" y="820"/>
                  </a:cubicBezTo>
                  <a:cubicBezTo>
                    <a:pt x="640" y="820"/>
                    <a:pt x="820" y="639"/>
                    <a:pt x="820" y="414"/>
                  </a:cubicBezTo>
                  <a:cubicBezTo>
                    <a:pt x="820" y="188"/>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53"/>
            <p:cNvSpPr/>
            <p:nvPr/>
          </p:nvSpPr>
          <p:spPr>
            <a:xfrm>
              <a:off x="3986374" y="3143202"/>
              <a:ext cx="243764" cy="154995"/>
            </a:xfrm>
            <a:custGeom>
              <a:avLst/>
              <a:gdLst/>
              <a:ahLst/>
              <a:cxnLst/>
              <a:rect l="l" t="t" r="r" b="b"/>
              <a:pathLst>
                <a:path w="9040" h="5748" extrusionOk="0">
                  <a:moveTo>
                    <a:pt x="8079" y="822"/>
                  </a:moveTo>
                  <a:cubicBezTo>
                    <a:pt x="8155" y="822"/>
                    <a:pt x="8218" y="885"/>
                    <a:pt x="8218" y="960"/>
                  </a:cubicBezTo>
                  <a:lnTo>
                    <a:pt x="8218" y="4796"/>
                  </a:lnTo>
                  <a:cubicBezTo>
                    <a:pt x="8218" y="4871"/>
                    <a:pt x="8155" y="4926"/>
                    <a:pt x="8079" y="4926"/>
                  </a:cubicBezTo>
                  <a:lnTo>
                    <a:pt x="960" y="4926"/>
                  </a:lnTo>
                  <a:cubicBezTo>
                    <a:pt x="885" y="4926"/>
                    <a:pt x="822" y="4871"/>
                    <a:pt x="822" y="4796"/>
                  </a:cubicBezTo>
                  <a:lnTo>
                    <a:pt x="822" y="960"/>
                  </a:lnTo>
                  <a:cubicBezTo>
                    <a:pt x="822" y="885"/>
                    <a:pt x="885" y="822"/>
                    <a:pt x="960" y="822"/>
                  </a:cubicBezTo>
                  <a:close/>
                  <a:moveTo>
                    <a:pt x="960" y="0"/>
                  </a:moveTo>
                  <a:cubicBezTo>
                    <a:pt x="434" y="0"/>
                    <a:pt x="1" y="434"/>
                    <a:pt x="1" y="960"/>
                  </a:cubicBezTo>
                  <a:lnTo>
                    <a:pt x="1" y="4796"/>
                  </a:lnTo>
                  <a:cubicBezTo>
                    <a:pt x="1" y="5322"/>
                    <a:pt x="434" y="5748"/>
                    <a:pt x="960" y="5748"/>
                  </a:cubicBezTo>
                  <a:lnTo>
                    <a:pt x="8079" y="5748"/>
                  </a:lnTo>
                  <a:cubicBezTo>
                    <a:pt x="8606" y="5748"/>
                    <a:pt x="9039" y="5322"/>
                    <a:pt x="9039" y="4796"/>
                  </a:cubicBezTo>
                  <a:lnTo>
                    <a:pt x="9039" y="960"/>
                  </a:lnTo>
                  <a:cubicBezTo>
                    <a:pt x="9039" y="434"/>
                    <a:pt x="8606" y="0"/>
                    <a:pt x="80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53"/>
            <p:cNvSpPr/>
            <p:nvPr/>
          </p:nvSpPr>
          <p:spPr>
            <a:xfrm>
              <a:off x="4268482" y="3172755"/>
              <a:ext cx="95807" cy="125495"/>
            </a:xfrm>
            <a:custGeom>
              <a:avLst/>
              <a:gdLst/>
              <a:ahLst/>
              <a:cxnLst/>
              <a:rect l="l" t="t" r="r" b="b"/>
              <a:pathLst>
                <a:path w="3553" h="4654" extrusionOk="0">
                  <a:moveTo>
                    <a:pt x="2187" y="917"/>
                  </a:moveTo>
                  <a:cubicBezTo>
                    <a:pt x="2512" y="1067"/>
                    <a:pt x="2732" y="1400"/>
                    <a:pt x="2732" y="1782"/>
                  </a:cubicBezTo>
                  <a:lnTo>
                    <a:pt x="2732" y="2860"/>
                  </a:lnTo>
                  <a:cubicBezTo>
                    <a:pt x="2732" y="3367"/>
                    <a:pt x="2344" y="3800"/>
                    <a:pt x="1835" y="3830"/>
                  </a:cubicBezTo>
                  <a:cubicBezTo>
                    <a:pt x="1813" y="3832"/>
                    <a:pt x="1792" y="3833"/>
                    <a:pt x="1770" y="3833"/>
                  </a:cubicBezTo>
                  <a:cubicBezTo>
                    <a:pt x="1248" y="3833"/>
                    <a:pt x="820" y="3403"/>
                    <a:pt x="820" y="2878"/>
                  </a:cubicBezTo>
                  <a:lnTo>
                    <a:pt x="820" y="1782"/>
                  </a:lnTo>
                  <a:cubicBezTo>
                    <a:pt x="820" y="1400"/>
                    <a:pt x="1039" y="1067"/>
                    <a:pt x="1366" y="917"/>
                  </a:cubicBezTo>
                  <a:lnTo>
                    <a:pt x="1366" y="1493"/>
                  </a:lnTo>
                  <a:cubicBezTo>
                    <a:pt x="1366" y="1707"/>
                    <a:pt x="1522" y="1895"/>
                    <a:pt x="1730" y="1913"/>
                  </a:cubicBezTo>
                  <a:cubicBezTo>
                    <a:pt x="1748" y="1915"/>
                    <a:pt x="1766" y="1916"/>
                    <a:pt x="1783" y="1916"/>
                  </a:cubicBezTo>
                  <a:cubicBezTo>
                    <a:pt x="2008" y="1916"/>
                    <a:pt x="2187" y="1733"/>
                    <a:pt x="2187" y="1507"/>
                  </a:cubicBezTo>
                  <a:lnTo>
                    <a:pt x="2187" y="917"/>
                  </a:lnTo>
                  <a:close/>
                  <a:moveTo>
                    <a:pt x="1773" y="1"/>
                  </a:moveTo>
                  <a:cubicBezTo>
                    <a:pt x="1746" y="1"/>
                    <a:pt x="1719" y="1"/>
                    <a:pt x="1692" y="2"/>
                  </a:cubicBezTo>
                  <a:cubicBezTo>
                    <a:pt x="739" y="46"/>
                    <a:pt x="0" y="854"/>
                    <a:pt x="0" y="1807"/>
                  </a:cubicBezTo>
                  <a:lnTo>
                    <a:pt x="0" y="2847"/>
                  </a:lnTo>
                  <a:cubicBezTo>
                    <a:pt x="0" y="3806"/>
                    <a:pt x="739" y="4608"/>
                    <a:pt x="1692" y="4652"/>
                  </a:cubicBezTo>
                  <a:cubicBezTo>
                    <a:pt x="1723" y="4653"/>
                    <a:pt x="1753" y="4654"/>
                    <a:pt x="1783" y="4654"/>
                  </a:cubicBezTo>
                  <a:cubicBezTo>
                    <a:pt x="2763" y="4654"/>
                    <a:pt x="3553" y="3857"/>
                    <a:pt x="3553" y="2878"/>
                  </a:cubicBezTo>
                  <a:lnTo>
                    <a:pt x="3553" y="1782"/>
                  </a:lnTo>
                  <a:cubicBezTo>
                    <a:pt x="3553" y="799"/>
                    <a:pt x="2757" y="1"/>
                    <a:pt x="17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53"/>
            <p:cNvSpPr/>
            <p:nvPr/>
          </p:nvSpPr>
          <p:spPr>
            <a:xfrm>
              <a:off x="4030678" y="3231782"/>
              <a:ext cx="110691" cy="22165"/>
            </a:xfrm>
            <a:custGeom>
              <a:avLst/>
              <a:gdLst/>
              <a:ahLst/>
              <a:cxnLst/>
              <a:rect l="l" t="t" r="r" b="b"/>
              <a:pathLst>
                <a:path w="4105" h="822" extrusionOk="0">
                  <a:moveTo>
                    <a:pt x="414" y="0"/>
                  </a:moveTo>
                  <a:cubicBezTo>
                    <a:pt x="188" y="0"/>
                    <a:pt x="0" y="188"/>
                    <a:pt x="0" y="414"/>
                  </a:cubicBezTo>
                  <a:cubicBezTo>
                    <a:pt x="0" y="640"/>
                    <a:pt x="188" y="822"/>
                    <a:pt x="414" y="822"/>
                  </a:cubicBezTo>
                  <a:lnTo>
                    <a:pt x="3697" y="822"/>
                  </a:lnTo>
                  <a:cubicBezTo>
                    <a:pt x="3923" y="822"/>
                    <a:pt x="4105" y="640"/>
                    <a:pt x="4105" y="414"/>
                  </a:cubicBezTo>
                  <a:cubicBezTo>
                    <a:pt x="4105" y="188"/>
                    <a:pt x="3923" y="0"/>
                    <a:pt x="36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53"/>
            <p:cNvSpPr/>
            <p:nvPr/>
          </p:nvSpPr>
          <p:spPr>
            <a:xfrm>
              <a:off x="4030678" y="3187478"/>
              <a:ext cx="22165" cy="22192"/>
            </a:xfrm>
            <a:custGeom>
              <a:avLst/>
              <a:gdLst/>
              <a:ahLst/>
              <a:cxnLst/>
              <a:rect l="l" t="t" r="r" b="b"/>
              <a:pathLst>
                <a:path w="822" h="823" extrusionOk="0">
                  <a:moveTo>
                    <a:pt x="414" y="1"/>
                  </a:moveTo>
                  <a:cubicBezTo>
                    <a:pt x="188" y="1"/>
                    <a:pt x="0" y="189"/>
                    <a:pt x="0" y="415"/>
                  </a:cubicBezTo>
                  <a:cubicBezTo>
                    <a:pt x="0" y="640"/>
                    <a:pt x="188" y="822"/>
                    <a:pt x="414" y="822"/>
                  </a:cubicBezTo>
                  <a:cubicBezTo>
                    <a:pt x="639" y="822"/>
                    <a:pt x="821" y="640"/>
                    <a:pt x="821" y="415"/>
                  </a:cubicBezTo>
                  <a:cubicBezTo>
                    <a:pt x="821" y="189"/>
                    <a:pt x="639"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53"/>
            <p:cNvSpPr/>
            <p:nvPr/>
          </p:nvSpPr>
          <p:spPr>
            <a:xfrm>
              <a:off x="4074954" y="3187478"/>
              <a:ext cx="22165" cy="22192"/>
            </a:xfrm>
            <a:custGeom>
              <a:avLst/>
              <a:gdLst/>
              <a:ahLst/>
              <a:cxnLst/>
              <a:rect l="l" t="t" r="r" b="b"/>
              <a:pathLst>
                <a:path w="822" h="823" extrusionOk="0">
                  <a:moveTo>
                    <a:pt x="414" y="1"/>
                  </a:moveTo>
                  <a:cubicBezTo>
                    <a:pt x="189" y="1"/>
                    <a:pt x="1" y="189"/>
                    <a:pt x="1" y="415"/>
                  </a:cubicBezTo>
                  <a:cubicBezTo>
                    <a:pt x="1" y="640"/>
                    <a:pt x="189" y="822"/>
                    <a:pt x="414" y="822"/>
                  </a:cubicBezTo>
                  <a:cubicBezTo>
                    <a:pt x="640" y="822"/>
                    <a:pt x="822" y="640"/>
                    <a:pt x="822" y="415"/>
                  </a:cubicBezTo>
                  <a:cubicBezTo>
                    <a:pt x="822" y="189"/>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53"/>
            <p:cNvSpPr/>
            <p:nvPr/>
          </p:nvSpPr>
          <p:spPr>
            <a:xfrm>
              <a:off x="4119204" y="3187478"/>
              <a:ext cx="22165" cy="22192"/>
            </a:xfrm>
            <a:custGeom>
              <a:avLst/>
              <a:gdLst/>
              <a:ahLst/>
              <a:cxnLst/>
              <a:rect l="l" t="t" r="r" b="b"/>
              <a:pathLst>
                <a:path w="822" h="823" extrusionOk="0">
                  <a:moveTo>
                    <a:pt x="414" y="1"/>
                  </a:moveTo>
                  <a:cubicBezTo>
                    <a:pt x="189" y="1"/>
                    <a:pt x="1" y="189"/>
                    <a:pt x="1" y="415"/>
                  </a:cubicBezTo>
                  <a:cubicBezTo>
                    <a:pt x="1" y="640"/>
                    <a:pt x="189" y="822"/>
                    <a:pt x="414" y="822"/>
                  </a:cubicBezTo>
                  <a:cubicBezTo>
                    <a:pt x="640" y="822"/>
                    <a:pt x="822" y="640"/>
                    <a:pt x="822" y="415"/>
                  </a:cubicBezTo>
                  <a:cubicBezTo>
                    <a:pt x="822" y="189"/>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53"/>
            <p:cNvSpPr/>
            <p:nvPr/>
          </p:nvSpPr>
          <p:spPr>
            <a:xfrm>
              <a:off x="4163669" y="3187478"/>
              <a:ext cx="22165" cy="22192"/>
            </a:xfrm>
            <a:custGeom>
              <a:avLst/>
              <a:gdLst/>
              <a:ahLst/>
              <a:cxnLst/>
              <a:rect l="l" t="t" r="r" b="b"/>
              <a:pathLst>
                <a:path w="822" h="823" extrusionOk="0">
                  <a:moveTo>
                    <a:pt x="408" y="1"/>
                  </a:moveTo>
                  <a:cubicBezTo>
                    <a:pt x="182" y="1"/>
                    <a:pt x="0" y="189"/>
                    <a:pt x="0" y="415"/>
                  </a:cubicBezTo>
                  <a:cubicBezTo>
                    <a:pt x="0" y="640"/>
                    <a:pt x="182" y="822"/>
                    <a:pt x="408" y="822"/>
                  </a:cubicBezTo>
                  <a:cubicBezTo>
                    <a:pt x="634" y="822"/>
                    <a:pt x="822" y="640"/>
                    <a:pt x="822" y="415"/>
                  </a:cubicBezTo>
                  <a:cubicBezTo>
                    <a:pt x="822" y="189"/>
                    <a:pt x="634"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53"/>
            <p:cNvSpPr/>
            <p:nvPr/>
          </p:nvSpPr>
          <p:spPr>
            <a:xfrm>
              <a:off x="4163669" y="3231782"/>
              <a:ext cx="22165" cy="22165"/>
            </a:xfrm>
            <a:custGeom>
              <a:avLst/>
              <a:gdLst/>
              <a:ahLst/>
              <a:cxnLst/>
              <a:rect l="l" t="t" r="r" b="b"/>
              <a:pathLst>
                <a:path w="822" h="822" extrusionOk="0">
                  <a:moveTo>
                    <a:pt x="408" y="0"/>
                  </a:moveTo>
                  <a:cubicBezTo>
                    <a:pt x="182" y="0"/>
                    <a:pt x="0" y="188"/>
                    <a:pt x="0" y="414"/>
                  </a:cubicBezTo>
                  <a:cubicBezTo>
                    <a:pt x="0" y="640"/>
                    <a:pt x="182" y="822"/>
                    <a:pt x="408" y="822"/>
                  </a:cubicBezTo>
                  <a:cubicBezTo>
                    <a:pt x="634" y="822"/>
                    <a:pt x="822" y="640"/>
                    <a:pt x="822" y="414"/>
                  </a:cubicBezTo>
                  <a:cubicBezTo>
                    <a:pt x="822" y="188"/>
                    <a:pt x="63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 name="Google Shape;810;p53"/>
          <p:cNvGrpSpPr/>
          <p:nvPr/>
        </p:nvGrpSpPr>
        <p:grpSpPr>
          <a:xfrm>
            <a:off x="4029952" y="1415459"/>
            <a:ext cx="287824" cy="377914"/>
            <a:chOff x="4007353" y="1720259"/>
            <a:chExt cx="287824" cy="377914"/>
          </a:xfrm>
        </p:grpSpPr>
        <p:sp>
          <p:nvSpPr>
            <p:cNvPr id="811" name="Google Shape;811;p53"/>
            <p:cNvSpPr/>
            <p:nvPr/>
          </p:nvSpPr>
          <p:spPr>
            <a:xfrm>
              <a:off x="4007353" y="1720259"/>
              <a:ext cx="287824" cy="377914"/>
            </a:xfrm>
            <a:custGeom>
              <a:avLst/>
              <a:gdLst/>
              <a:ahLst/>
              <a:cxnLst/>
              <a:rect l="l" t="t" r="r" b="b"/>
              <a:pathLst>
                <a:path w="10674" h="14015" extrusionOk="0">
                  <a:moveTo>
                    <a:pt x="2464" y="1643"/>
                  </a:moveTo>
                  <a:lnTo>
                    <a:pt x="2464" y="3547"/>
                  </a:lnTo>
                  <a:cubicBezTo>
                    <a:pt x="1999" y="3485"/>
                    <a:pt x="1643" y="3084"/>
                    <a:pt x="1643" y="2601"/>
                  </a:cubicBezTo>
                  <a:lnTo>
                    <a:pt x="1643" y="1780"/>
                  </a:lnTo>
                  <a:cubicBezTo>
                    <a:pt x="1643" y="1704"/>
                    <a:pt x="1704" y="1643"/>
                    <a:pt x="1780" y="1643"/>
                  </a:cubicBezTo>
                  <a:close/>
                  <a:moveTo>
                    <a:pt x="8894" y="1643"/>
                  </a:moveTo>
                  <a:cubicBezTo>
                    <a:pt x="8970" y="1643"/>
                    <a:pt x="9031" y="1704"/>
                    <a:pt x="9031" y="1780"/>
                  </a:cubicBezTo>
                  <a:lnTo>
                    <a:pt x="9031" y="2601"/>
                  </a:lnTo>
                  <a:cubicBezTo>
                    <a:pt x="9031" y="3084"/>
                    <a:pt x="8675" y="3485"/>
                    <a:pt x="8210" y="3547"/>
                  </a:cubicBezTo>
                  <a:lnTo>
                    <a:pt x="8210" y="1643"/>
                  </a:lnTo>
                  <a:close/>
                  <a:moveTo>
                    <a:pt x="7390" y="821"/>
                  </a:moveTo>
                  <a:lnTo>
                    <a:pt x="7390" y="3968"/>
                  </a:lnTo>
                  <a:cubicBezTo>
                    <a:pt x="7390" y="5100"/>
                    <a:pt x="6467" y="6024"/>
                    <a:pt x="5337" y="6024"/>
                  </a:cubicBezTo>
                  <a:cubicBezTo>
                    <a:pt x="5311" y="6024"/>
                    <a:pt x="5285" y="6024"/>
                    <a:pt x="5259" y="6023"/>
                  </a:cubicBezTo>
                  <a:cubicBezTo>
                    <a:pt x="4156" y="5979"/>
                    <a:pt x="3284" y="5051"/>
                    <a:pt x="3284" y="3943"/>
                  </a:cubicBezTo>
                  <a:lnTo>
                    <a:pt x="3284" y="821"/>
                  </a:lnTo>
                  <a:close/>
                  <a:moveTo>
                    <a:pt x="5748" y="6812"/>
                  </a:moveTo>
                  <a:lnTo>
                    <a:pt x="5748" y="7006"/>
                  </a:lnTo>
                  <a:cubicBezTo>
                    <a:pt x="5748" y="7489"/>
                    <a:pt x="5841" y="7966"/>
                    <a:pt x="6023" y="8405"/>
                  </a:cubicBezTo>
                  <a:lnTo>
                    <a:pt x="4651" y="8405"/>
                  </a:lnTo>
                  <a:cubicBezTo>
                    <a:pt x="4833" y="7966"/>
                    <a:pt x="4926" y="7489"/>
                    <a:pt x="4926" y="7006"/>
                  </a:cubicBezTo>
                  <a:lnTo>
                    <a:pt x="4926" y="6812"/>
                  </a:lnTo>
                  <a:cubicBezTo>
                    <a:pt x="5059" y="6832"/>
                    <a:pt x="5196" y="6844"/>
                    <a:pt x="5334" y="6844"/>
                  </a:cubicBezTo>
                  <a:cubicBezTo>
                    <a:pt x="5478" y="6844"/>
                    <a:pt x="5615" y="6832"/>
                    <a:pt x="5748" y="6812"/>
                  </a:cubicBezTo>
                  <a:close/>
                  <a:moveTo>
                    <a:pt x="8160" y="8542"/>
                  </a:moveTo>
                  <a:cubicBezTo>
                    <a:pt x="8374" y="8542"/>
                    <a:pt x="8556" y="8669"/>
                    <a:pt x="8637" y="8863"/>
                  </a:cubicBezTo>
                  <a:lnTo>
                    <a:pt x="9684" y="11501"/>
                  </a:lnTo>
                  <a:cubicBezTo>
                    <a:pt x="9797" y="11782"/>
                    <a:pt x="9853" y="12077"/>
                    <a:pt x="9853" y="12384"/>
                  </a:cubicBezTo>
                  <a:cubicBezTo>
                    <a:pt x="9853" y="12829"/>
                    <a:pt x="9489" y="13193"/>
                    <a:pt x="9045" y="13193"/>
                  </a:cubicBezTo>
                  <a:cubicBezTo>
                    <a:pt x="8863" y="13193"/>
                    <a:pt x="8687" y="13136"/>
                    <a:pt x="8542" y="13023"/>
                  </a:cubicBezTo>
                  <a:lnTo>
                    <a:pt x="6957" y="11776"/>
                  </a:lnTo>
                  <a:cubicBezTo>
                    <a:pt x="6888" y="11720"/>
                    <a:pt x="6801" y="11689"/>
                    <a:pt x="6706" y="11689"/>
                  </a:cubicBezTo>
                  <a:lnTo>
                    <a:pt x="3968" y="11689"/>
                  </a:lnTo>
                  <a:cubicBezTo>
                    <a:pt x="3873" y="11689"/>
                    <a:pt x="3786" y="11720"/>
                    <a:pt x="3717" y="11776"/>
                  </a:cubicBezTo>
                  <a:lnTo>
                    <a:pt x="2132" y="13023"/>
                  </a:lnTo>
                  <a:cubicBezTo>
                    <a:pt x="1987" y="13136"/>
                    <a:pt x="1811" y="13193"/>
                    <a:pt x="1629" y="13193"/>
                  </a:cubicBezTo>
                  <a:cubicBezTo>
                    <a:pt x="1186" y="13193"/>
                    <a:pt x="822" y="12829"/>
                    <a:pt x="822" y="12384"/>
                  </a:cubicBezTo>
                  <a:cubicBezTo>
                    <a:pt x="822" y="12077"/>
                    <a:pt x="877" y="11782"/>
                    <a:pt x="990" y="11501"/>
                  </a:cubicBezTo>
                  <a:lnTo>
                    <a:pt x="2037" y="8863"/>
                  </a:lnTo>
                  <a:cubicBezTo>
                    <a:pt x="2118" y="8669"/>
                    <a:pt x="2300" y="8542"/>
                    <a:pt x="2514" y="8542"/>
                  </a:cubicBezTo>
                  <a:cubicBezTo>
                    <a:pt x="2696" y="8542"/>
                    <a:pt x="2864" y="8637"/>
                    <a:pt x="2953" y="8793"/>
                  </a:cubicBezTo>
                  <a:lnTo>
                    <a:pt x="3096" y="9025"/>
                  </a:lnTo>
                  <a:cubicBezTo>
                    <a:pt x="3171" y="9150"/>
                    <a:pt x="3303" y="9225"/>
                    <a:pt x="3448" y="9225"/>
                  </a:cubicBezTo>
                  <a:lnTo>
                    <a:pt x="7226" y="9225"/>
                  </a:lnTo>
                  <a:cubicBezTo>
                    <a:pt x="7371" y="9225"/>
                    <a:pt x="7503" y="9150"/>
                    <a:pt x="7578" y="9025"/>
                  </a:cubicBezTo>
                  <a:lnTo>
                    <a:pt x="7721" y="8793"/>
                  </a:lnTo>
                  <a:cubicBezTo>
                    <a:pt x="7810" y="8637"/>
                    <a:pt x="7978" y="8542"/>
                    <a:pt x="8160" y="8542"/>
                  </a:cubicBezTo>
                  <a:close/>
                  <a:moveTo>
                    <a:pt x="2815" y="0"/>
                  </a:moveTo>
                  <a:cubicBezTo>
                    <a:pt x="2621" y="0"/>
                    <a:pt x="2464" y="157"/>
                    <a:pt x="2464" y="351"/>
                  </a:cubicBezTo>
                  <a:lnTo>
                    <a:pt x="2464" y="821"/>
                  </a:lnTo>
                  <a:lnTo>
                    <a:pt x="1643" y="821"/>
                  </a:lnTo>
                  <a:cubicBezTo>
                    <a:pt x="1186" y="821"/>
                    <a:pt x="822" y="1191"/>
                    <a:pt x="822" y="1643"/>
                  </a:cubicBezTo>
                  <a:lnTo>
                    <a:pt x="822" y="2601"/>
                  </a:lnTo>
                  <a:cubicBezTo>
                    <a:pt x="822" y="3509"/>
                    <a:pt x="1498" y="4255"/>
                    <a:pt x="2375" y="4368"/>
                  </a:cubicBezTo>
                  <a:cubicBezTo>
                    <a:pt x="2207" y="4926"/>
                    <a:pt x="1736" y="5365"/>
                    <a:pt x="1148" y="5484"/>
                  </a:cubicBezTo>
                  <a:cubicBezTo>
                    <a:pt x="928" y="5528"/>
                    <a:pt x="784" y="5747"/>
                    <a:pt x="828" y="5967"/>
                  </a:cubicBezTo>
                  <a:cubicBezTo>
                    <a:pt x="865" y="6161"/>
                    <a:pt x="1041" y="6300"/>
                    <a:pt x="1229" y="6300"/>
                  </a:cubicBezTo>
                  <a:cubicBezTo>
                    <a:pt x="1253" y="6300"/>
                    <a:pt x="1285" y="6292"/>
                    <a:pt x="1310" y="6286"/>
                  </a:cubicBezTo>
                  <a:cubicBezTo>
                    <a:pt x="1924" y="6167"/>
                    <a:pt x="2451" y="5817"/>
                    <a:pt x="2803" y="5328"/>
                  </a:cubicBezTo>
                  <a:cubicBezTo>
                    <a:pt x="3090" y="5866"/>
                    <a:pt x="3547" y="6306"/>
                    <a:pt x="4105" y="6569"/>
                  </a:cubicBezTo>
                  <a:lnTo>
                    <a:pt x="4105" y="7006"/>
                  </a:lnTo>
                  <a:cubicBezTo>
                    <a:pt x="4105" y="7503"/>
                    <a:pt x="3980" y="7978"/>
                    <a:pt x="3735" y="8405"/>
                  </a:cubicBezTo>
                  <a:lnTo>
                    <a:pt x="3679" y="8405"/>
                  </a:lnTo>
                  <a:lnTo>
                    <a:pt x="3491" y="8091"/>
                  </a:lnTo>
                  <a:cubicBezTo>
                    <a:pt x="3485" y="8079"/>
                    <a:pt x="3479" y="8073"/>
                    <a:pt x="3466" y="8059"/>
                  </a:cubicBezTo>
                  <a:cubicBezTo>
                    <a:pt x="3154" y="7822"/>
                    <a:pt x="2823" y="7717"/>
                    <a:pt x="2513" y="7717"/>
                  </a:cubicBezTo>
                  <a:cubicBezTo>
                    <a:pt x="1963" y="7717"/>
                    <a:pt x="1477" y="8048"/>
                    <a:pt x="1273" y="8562"/>
                  </a:cubicBezTo>
                  <a:lnTo>
                    <a:pt x="226" y="11194"/>
                  </a:lnTo>
                  <a:cubicBezTo>
                    <a:pt x="75" y="11576"/>
                    <a:pt x="0" y="11978"/>
                    <a:pt x="0" y="12384"/>
                  </a:cubicBezTo>
                  <a:cubicBezTo>
                    <a:pt x="0" y="13281"/>
                    <a:pt x="728" y="14014"/>
                    <a:pt x="1627" y="14014"/>
                  </a:cubicBezTo>
                  <a:cubicBezTo>
                    <a:pt x="1890" y="14014"/>
                    <a:pt x="2167" y="13952"/>
                    <a:pt x="2445" y="13813"/>
                  </a:cubicBezTo>
                  <a:cubicBezTo>
                    <a:pt x="2451" y="13813"/>
                    <a:pt x="2457" y="13807"/>
                    <a:pt x="2470" y="13801"/>
                  </a:cubicBezTo>
                  <a:lnTo>
                    <a:pt x="4111" y="12510"/>
                  </a:lnTo>
                  <a:lnTo>
                    <a:pt x="6563" y="12510"/>
                  </a:lnTo>
                  <a:lnTo>
                    <a:pt x="8035" y="13670"/>
                  </a:lnTo>
                  <a:cubicBezTo>
                    <a:pt x="8323" y="13895"/>
                    <a:pt x="8681" y="14014"/>
                    <a:pt x="9045" y="14014"/>
                  </a:cubicBezTo>
                  <a:cubicBezTo>
                    <a:pt x="9940" y="14014"/>
                    <a:pt x="10674" y="13286"/>
                    <a:pt x="10674" y="12384"/>
                  </a:cubicBezTo>
                  <a:cubicBezTo>
                    <a:pt x="10674" y="11978"/>
                    <a:pt x="10599" y="11576"/>
                    <a:pt x="10448" y="11194"/>
                  </a:cubicBezTo>
                  <a:lnTo>
                    <a:pt x="9401" y="8562"/>
                  </a:lnTo>
                  <a:cubicBezTo>
                    <a:pt x="9195" y="8047"/>
                    <a:pt x="8704" y="7720"/>
                    <a:pt x="8150" y="7720"/>
                  </a:cubicBezTo>
                  <a:cubicBezTo>
                    <a:pt x="8130" y="7720"/>
                    <a:pt x="8111" y="7720"/>
                    <a:pt x="8091" y="7721"/>
                  </a:cubicBezTo>
                  <a:cubicBezTo>
                    <a:pt x="7640" y="7747"/>
                    <a:pt x="7240" y="7998"/>
                    <a:pt x="7007" y="8386"/>
                  </a:cubicBezTo>
                  <a:lnTo>
                    <a:pt x="6995" y="8405"/>
                  </a:lnTo>
                  <a:lnTo>
                    <a:pt x="6931" y="8405"/>
                  </a:lnTo>
                  <a:cubicBezTo>
                    <a:pt x="6694" y="7978"/>
                    <a:pt x="6569" y="7503"/>
                    <a:pt x="6569" y="7006"/>
                  </a:cubicBezTo>
                  <a:lnTo>
                    <a:pt x="6569" y="6569"/>
                  </a:lnTo>
                  <a:cubicBezTo>
                    <a:pt x="7119" y="6306"/>
                    <a:pt x="7578" y="5866"/>
                    <a:pt x="7872" y="5328"/>
                  </a:cubicBezTo>
                  <a:cubicBezTo>
                    <a:pt x="8224" y="5817"/>
                    <a:pt x="8750" y="6167"/>
                    <a:pt x="9364" y="6286"/>
                  </a:cubicBezTo>
                  <a:cubicBezTo>
                    <a:pt x="9389" y="6292"/>
                    <a:pt x="9413" y="6300"/>
                    <a:pt x="9445" y="6300"/>
                  </a:cubicBezTo>
                  <a:cubicBezTo>
                    <a:pt x="9633" y="6300"/>
                    <a:pt x="9809" y="6161"/>
                    <a:pt x="9847" y="5967"/>
                  </a:cubicBezTo>
                  <a:cubicBezTo>
                    <a:pt x="9890" y="5747"/>
                    <a:pt x="9746" y="5528"/>
                    <a:pt x="9520" y="5484"/>
                  </a:cubicBezTo>
                  <a:cubicBezTo>
                    <a:pt x="8938" y="5365"/>
                    <a:pt x="8467" y="4926"/>
                    <a:pt x="8299" y="4368"/>
                  </a:cubicBezTo>
                  <a:cubicBezTo>
                    <a:pt x="9170" y="4255"/>
                    <a:pt x="9853" y="3509"/>
                    <a:pt x="9853" y="2601"/>
                  </a:cubicBezTo>
                  <a:lnTo>
                    <a:pt x="9853" y="1780"/>
                  </a:lnTo>
                  <a:cubicBezTo>
                    <a:pt x="9853" y="1253"/>
                    <a:pt x="9427" y="821"/>
                    <a:pt x="8894" y="821"/>
                  </a:cubicBezTo>
                  <a:lnTo>
                    <a:pt x="8210" y="821"/>
                  </a:lnTo>
                  <a:lnTo>
                    <a:pt x="8210" y="414"/>
                  </a:lnTo>
                  <a:cubicBezTo>
                    <a:pt x="8210" y="182"/>
                    <a:pt x="8029" y="0"/>
                    <a:pt x="77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53"/>
            <p:cNvSpPr/>
            <p:nvPr/>
          </p:nvSpPr>
          <p:spPr>
            <a:xfrm>
              <a:off x="4206624" y="1991149"/>
              <a:ext cx="22111" cy="22165"/>
            </a:xfrm>
            <a:custGeom>
              <a:avLst/>
              <a:gdLst/>
              <a:ahLst/>
              <a:cxnLst/>
              <a:rect l="l" t="t" r="r" b="b"/>
              <a:pathLst>
                <a:path w="820" h="822" extrusionOk="0">
                  <a:moveTo>
                    <a:pt x="414" y="0"/>
                  </a:moveTo>
                  <a:cubicBezTo>
                    <a:pt x="181" y="0"/>
                    <a:pt x="0" y="182"/>
                    <a:pt x="0" y="414"/>
                  </a:cubicBezTo>
                  <a:cubicBezTo>
                    <a:pt x="0" y="640"/>
                    <a:pt x="181" y="822"/>
                    <a:pt x="414" y="822"/>
                  </a:cubicBezTo>
                  <a:cubicBezTo>
                    <a:pt x="639" y="822"/>
                    <a:pt x="820" y="640"/>
                    <a:pt x="820" y="414"/>
                  </a:cubicBezTo>
                  <a:cubicBezTo>
                    <a:pt x="820" y="182"/>
                    <a:pt x="639"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53"/>
            <p:cNvSpPr/>
            <p:nvPr/>
          </p:nvSpPr>
          <p:spPr>
            <a:xfrm>
              <a:off x="4162321" y="1991149"/>
              <a:ext cx="22165" cy="22165"/>
            </a:xfrm>
            <a:custGeom>
              <a:avLst/>
              <a:gdLst/>
              <a:ahLst/>
              <a:cxnLst/>
              <a:rect l="l" t="t" r="r" b="b"/>
              <a:pathLst>
                <a:path w="822" h="822" extrusionOk="0">
                  <a:moveTo>
                    <a:pt x="414" y="0"/>
                  </a:moveTo>
                  <a:cubicBezTo>
                    <a:pt x="183" y="0"/>
                    <a:pt x="1" y="182"/>
                    <a:pt x="1" y="414"/>
                  </a:cubicBezTo>
                  <a:cubicBezTo>
                    <a:pt x="1" y="640"/>
                    <a:pt x="183" y="822"/>
                    <a:pt x="414" y="822"/>
                  </a:cubicBezTo>
                  <a:cubicBezTo>
                    <a:pt x="640" y="822"/>
                    <a:pt x="822" y="640"/>
                    <a:pt x="822" y="414"/>
                  </a:cubicBezTo>
                  <a:cubicBezTo>
                    <a:pt x="822" y="182"/>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53"/>
            <p:cNvSpPr/>
            <p:nvPr/>
          </p:nvSpPr>
          <p:spPr>
            <a:xfrm>
              <a:off x="4073795" y="1991149"/>
              <a:ext cx="58999" cy="22165"/>
            </a:xfrm>
            <a:custGeom>
              <a:avLst/>
              <a:gdLst/>
              <a:ahLst/>
              <a:cxnLst/>
              <a:rect l="l" t="t" r="r" b="b"/>
              <a:pathLst>
                <a:path w="2188" h="822" extrusionOk="0">
                  <a:moveTo>
                    <a:pt x="406" y="0"/>
                  </a:moveTo>
                  <a:cubicBezTo>
                    <a:pt x="181" y="0"/>
                    <a:pt x="0" y="182"/>
                    <a:pt x="0" y="414"/>
                  </a:cubicBezTo>
                  <a:cubicBezTo>
                    <a:pt x="0" y="640"/>
                    <a:pt x="181" y="822"/>
                    <a:pt x="406" y="822"/>
                  </a:cubicBezTo>
                  <a:lnTo>
                    <a:pt x="1780" y="822"/>
                  </a:lnTo>
                  <a:cubicBezTo>
                    <a:pt x="2005" y="822"/>
                    <a:pt x="2187" y="640"/>
                    <a:pt x="2187" y="414"/>
                  </a:cubicBezTo>
                  <a:cubicBezTo>
                    <a:pt x="2187" y="182"/>
                    <a:pt x="2005" y="0"/>
                    <a:pt x="17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 name="Google Shape;815;p53"/>
          <p:cNvGrpSpPr/>
          <p:nvPr/>
        </p:nvGrpSpPr>
        <p:grpSpPr>
          <a:xfrm>
            <a:off x="3984907" y="2015699"/>
            <a:ext cx="377914" cy="377941"/>
            <a:chOff x="3965611" y="2304617"/>
            <a:chExt cx="377914" cy="377941"/>
          </a:xfrm>
        </p:grpSpPr>
        <p:sp>
          <p:nvSpPr>
            <p:cNvPr id="816" name="Google Shape;816;p53"/>
            <p:cNvSpPr/>
            <p:nvPr/>
          </p:nvSpPr>
          <p:spPr>
            <a:xfrm>
              <a:off x="3965611" y="2304617"/>
              <a:ext cx="377914" cy="377941"/>
            </a:xfrm>
            <a:custGeom>
              <a:avLst/>
              <a:gdLst/>
              <a:ahLst/>
              <a:cxnLst/>
              <a:rect l="l" t="t" r="r" b="b"/>
              <a:pathLst>
                <a:path w="14015" h="14016" extrusionOk="0">
                  <a:moveTo>
                    <a:pt x="7195" y="822"/>
                  </a:moveTo>
                  <a:lnTo>
                    <a:pt x="6599" y="2308"/>
                  </a:lnTo>
                  <a:cubicBezTo>
                    <a:pt x="6494" y="2572"/>
                    <a:pt x="6243" y="2740"/>
                    <a:pt x="5967" y="2740"/>
                  </a:cubicBezTo>
                  <a:lnTo>
                    <a:pt x="822" y="2740"/>
                  </a:lnTo>
                  <a:lnTo>
                    <a:pt x="822" y="1505"/>
                  </a:lnTo>
                  <a:cubicBezTo>
                    <a:pt x="822" y="1129"/>
                    <a:pt x="1129" y="822"/>
                    <a:pt x="1505" y="822"/>
                  </a:cubicBezTo>
                  <a:lnTo>
                    <a:pt x="1643" y="822"/>
                  </a:lnTo>
                  <a:lnTo>
                    <a:pt x="1643" y="1499"/>
                  </a:lnTo>
                  <a:cubicBezTo>
                    <a:pt x="1643" y="1707"/>
                    <a:pt x="1793" y="1895"/>
                    <a:pt x="2006" y="1913"/>
                  </a:cubicBezTo>
                  <a:cubicBezTo>
                    <a:pt x="2023" y="1915"/>
                    <a:pt x="2041" y="1916"/>
                    <a:pt x="2058" y="1916"/>
                  </a:cubicBezTo>
                  <a:cubicBezTo>
                    <a:pt x="2280" y="1916"/>
                    <a:pt x="2463" y="1733"/>
                    <a:pt x="2463" y="1505"/>
                  </a:cubicBezTo>
                  <a:lnTo>
                    <a:pt x="2463" y="822"/>
                  </a:lnTo>
                  <a:lnTo>
                    <a:pt x="3284" y="822"/>
                  </a:lnTo>
                  <a:lnTo>
                    <a:pt x="3284" y="1499"/>
                  </a:lnTo>
                  <a:cubicBezTo>
                    <a:pt x="3284" y="1707"/>
                    <a:pt x="3434" y="1895"/>
                    <a:pt x="3648" y="1913"/>
                  </a:cubicBezTo>
                  <a:cubicBezTo>
                    <a:pt x="3666" y="1915"/>
                    <a:pt x="3683" y="1916"/>
                    <a:pt x="3700" y="1916"/>
                  </a:cubicBezTo>
                  <a:cubicBezTo>
                    <a:pt x="3921" y="1916"/>
                    <a:pt x="4105" y="1733"/>
                    <a:pt x="4105" y="1505"/>
                  </a:cubicBezTo>
                  <a:lnTo>
                    <a:pt x="4105" y="822"/>
                  </a:lnTo>
                  <a:lnTo>
                    <a:pt x="4927" y="822"/>
                  </a:lnTo>
                  <a:lnTo>
                    <a:pt x="4927" y="1499"/>
                  </a:lnTo>
                  <a:cubicBezTo>
                    <a:pt x="4927" y="1707"/>
                    <a:pt x="5083" y="1895"/>
                    <a:pt x="5291" y="1913"/>
                  </a:cubicBezTo>
                  <a:cubicBezTo>
                    <a:pt x="5308" y="1915"/>
                    <a:pt x="5326" y="1916"/>
                    <a:pt x="5343" y="1916"/>
                  </a:cubicBezTo>
                  <a:cubicBezTo>
                    <a:pt x="5564" y="1916"/>
                    <a:pt x="5748" y="1733"/>
                    <a:pt x="5748" y="1505"/>
                  </a:cubicBezTo>
                  <a:lnTo>
                    <a:pt x="5748" y="822"/>
                  </a:lnTo>
                  <a:close/>
                  <a:moveTo>
                    <a:pt x="12511" y="822"/>
                  </a:moveTo>
                  <a:cubicBezTo>
                    <a:pt x="12887" y="822"/>
                    <a:pt x="13193" y="1129"/>
                    <a:pt x="13193" y="1505"/>
                  </a:cubicBezTo>
                  <a:lnTo>
                    <a:pt x="13193" y="12511"/>
                  </a:lnTo>
                  <a:cubicBezTo>
                    <a:pt x="13193" y="12887"/>
                    <a:pt x="12887" y="13194"/>
                    <a:pt x="12511" y="13194"/>
                  </a:cubicBezTo>
                  <a:lnTo>
                    <a:pt x="1505" y="13194"/>
                  </a:lnTo>
                  <a:cubicBezTo>
                    <a:pt x="1129" y="13194"/>
                    <a:pt x="822" y="12887"/>
                    <a:pt x="822" y="12511"/>
                  </a:cubicBezTo>
                  <a:lnTo>
                    <a:pt x="822" y="3561"/>
                  </a:lnTo>
                  <a:lnTo>
                    <a:pt x="5967" y="3561"/>
                  </a:lnTo>
                  <a:cubicBezTo>
                    <a:pt x="6581" y="3561"/>
                    <a:pt x="7133" y="3191"/>
                    <a:pt x="7365" y="2615"/>
                  </a:cubicBezTo>
                  <a:lnTo>
                    <a:pt x="8079" y="822"/>
                  </a:lnTo>
                  <a:close/>
                  <a:moveTo>
                    <a:pt x="1505" y="1"/>
                  </a:moveTo>
                  <a:cubicBezTo>
                    <a:pt x="671" y="1"/>
                    <a:pt x="0" y="678"/>
                    <a:pt x="0" y="1505"/>
                  </a:cubicBezTo>
                  <a:lnTo>
                    <a:pt x="0" y="12511"/>
                  </a:lnTo>
                  <a:cubicBezTo>
                    <a:pt x="0" y="13344"/>
                    <a:pt x="671" y="14015"/>
                    <a:pt x="1505" y="14015"/>
                  </a:cubicBezTo>
                  <a:lnTo>
                    <a:pt x="12511" y="14015"/>
                  </a:lnTo>
                  <a:cubicBezTo>
                    <a:pt x="13338" y="14015"/>
                    <a:pt x="14015" y="13344"/>
                    <a:pt x="14015" y="12511"/>
                  </a:cubicBezTo>
                  <a:lnTo>
                    <a:pt x="14015" y="1505"/>
                  </a:lnTo>
                  <a:cubicBezTo>
                    <a:pt x="14015" y="678"/>
                    <a:pt x="13338" y="1"/>
                    <a:pt x="125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53"/>
            <p:cNvSpPr/>
            <p:nvPr/>
          </p:nvSpPr>
          <p:spPr>
            <a:xfrm>
              <a:off x="4010562" y="2442732"/>
              <a:ext cx="287986" cy="169691"/>
            </a:xfrm>
            <a:custGeom>
              <a:avLst/>
              <a:gdLst/>
              <a:ahLst/>
              <a:cxnLst/>
              <a:rect l="l" t="t" r="r" b="b"/>
              <a:pathLst>
                <a:path w="10680" h="6293" extrusionOk="0">
                  <a:moveTo>
                    <a:pt x="8160" y="820"/>
                  </a:moveTo>
                  <a:cubicBezTo>
                    <a:pt x="8374" y="820"/>
                    <a:pt x="8562" y="947"/>
                    <a:pt x="8637" y="1141"/>
                  </a:cubicBezTo>
                  <a:lnTo>
                    <a:pt x="9684" y="3779"/>
                  </a:lnTo>
                  <a:cubicBezTo>
                    <a:pt x="9797" y="4062"/>
                    <a:pt x="9858" y="4355"/>
                    <a:pt x="9858" y="4663"/>
                  </a:cubicBezTo>
                  <a:cubicBezTo>
                    <a:pt x="9858" y="5107"/>
                    <a:pt x="9496" y="5471"/>
                    <a:pt x="9045" y="5471"/>
                  </a:cubicBezTo>
                  <a:cubicBezTo>
                    <a:pt x="8869" y="5471"/>
                    <a:pt x="8687" y="5408"/>
                    <a:pt x="8550" y="5303"/>
                  </a:cubicBezTo>
                  <a:lnTo>
                    <a:pt x="6963" y="4054"/>
                  </a:lnTo>
                  <a:cubicBezTo>
                    <a:pt x="6888" y="3999"/>
                    <a:pt x="6800" y="3967"/>
                    <a:pt x="6707" y="3967"/>
                  </a:cubicBezTo>
                  <a:lnTo>
                    <a:pt x="3974" y="3967"/>
                  </a:lnTo>
                  <a:cubicBezTo>
                    <a:pt x="3879" y="3967"/>
                    <a:pt x="3792" y="3999"/>
                    <a:pt x="3717" y="4054"/>
                  </a:cubicBezTo>
                  <a:lnTo>
                    <a:pt x="2131" y="5303"/>
                  </a:lnTo>
                  <a:cubicBezTo>
                    <a:pt x="1993" y="5408"/>
                    <a:pt x="1811" y="5471"/>
                    <a:pt x="1631" y="5471"/>
                  </a:cubicBezTo>
                  <a:cubicBezTo>
                    <a:pt x="1185" y="5471"/>
                    <a:pt x="821" y="5107"/>
                    <a:pt x="821" y="4663"/>
                  </a:cubicBezTo>
                  <a:cubicBezTo>
                    <a:pt x="821" y="4355"/>
                    <a:pt x="879" y="4062"/>
                    <a:pt x="991" y="3779"/>
                  </a:cubicBezTo>
                  <a:lnTo>
                    <a:pt x="2044" y="1141"/>
                  </a:lnTo>
                  <a:cubicBezTo>
                    <a:pt x="2119" y="947"/>
                    <a:pt x="2307" y="820"/>
                    <a:pt x="2520" y="820"/>
                  </a:cubicBezTo>
                  <a:cubicBezTo>
                    <a:pt x="2696" y="820"/>
                    <a:pt x="2864" y="915"/>
                    <a:pt x="2959" y="1072"/>
                  </a:cubicBezTo>
                  <a:lnTo>
                    <a:pt x="3097" y="1303"/>
                  </a:lnTo>
                  <a:cubicBezTo>
                    <a:pt x="3172" y="1430"/>
                    <a:pt x="3309" y="1505"/>
                    <a:pt x="3454" y="1505"/>
                  </a:cubicBezTo>
                  <a:lnTo>
                    <a:pt x="7226" y="1505"/>
                  </a:lnTo>
                  <a:cubicBezTo>
                    <a:pt x="7370" y="1505"/>
                    <a:pt x="7509" y="1430"/>
                    <a:pt x="7578" y="1303"/>
                  </a:cubicBezTo>
                  <a:lnTo>
                    <a:pt x="7722" y="1072"/>
                  </a:lnTo>
                  <a:cubicBezTo>
                    <a:pt x="7816" y="915"/>
                    <a:pt x="7986" y="820"/>
                    <a:pt x="8160" y="820"/>
                  </a:cubicBezTo>
                  <a:close/>
                  <a:moveTo>
                    <a:pt x="2520" y="1"/>
                  </a:moveTo>
                  <a:cubicBezTo>
                    <a:pt x="1969" y="1"/>
                    <a:pt x="1480" y="326"/>
                    <a:pt x="1279" y="840"/>
                  </a:cubicBezTo>
                  <a:lnTo>
                    <a:pt x="232" y="3472"/>
                  </a:lnTo>
                  <a:cubicBezTo>
                    <a:pt x="75" y="3854"/>
                    <a:pt x="0" y="4256"/>
                    <a:pt x="0" y="4663"/>
                  </a:cubicBezTo>
                  <a:cubicBezTo>
                    <a:pt x="0" y="5566"/>
                    <a:pt x="734" y="6292"/>
                    <a:pt x="1631" y="6292"/>
                  </a:cubicBezTo>
                  <a:cubicBezTo>
                    <a:pt x="1993" y="6292"/>
                    <a:pt x="2357" y="6174"/>
                    <a:pt x="2638" y="5948"/>
                  </a:cubicBezTo>
                  <a:lnTo>
                    <a:pt x="4112" y="4788"/>
                  </a:lnTo>
                  <a:lnTo>
                    <a:pt x="6569" y="4788"/>
                  </a:lnTo>
                  <a:lnTo>
                    <a:pt x="8041" y="5948"/>
                  </a:lnTo>
                  <a:cubicBezTo>
                    <a:pt x="8324" y="6174"/>
                    <a:pt x="8681" y="6292"/>
                    <a:pt x="9045" y="6292"/>
                  </a:cubicBezTo>
                  <a:cubicBezTo>
                    <a:pt x="9947" y="6292"/>
                    <a:pt x="10680" y="5566"/>
                    <a:pt x="10680" y="4663"/>
                  </a:cubicBezTo>
                  <a:cubicBezTo>
                    <a:pt x="10680" y="4256"/>
                    <a:pt x="10598" y="3854"/>
                    <a:pt x="10448" y="3472"/>
                  </a:cubicBezTo>
                  <a:lnTo>
                    <a:pt x="9401" y="840"/>
                  </a:lnTo>
                  <a:cubicBezTo>
                    <a:pt x="9201" y="326"/>
                    <a:pt x="8712" y="1"/>
                    <a:pt x="8160" y="1"/>
                  </a:cubicBezTo>
                  <a:cubicBezTo>
                    <a:pt x="7697" y="1"/>
                    <a:pt x="7258" y="244"/>
                    <a:pt x="7020" y="646"/>
                  </a:cubicBezTo>
                  <a:lnTo>
                    <a:pt x="6994" y="683"/>
                  </a:lnTo>
                  <a:lnTo>
                    <a:pt x="3685" y="683"/>
                  </a:lnTo>
                  <a:lnTo>
                    <a:pt x="3661" y="646"/>
                  </a:lnTo>
                  <a:cubicBezTo>
                    <a:pt x="3422" y="244"/>
                    <a:pt x="2984" y="1"/>
                    <a:pt x="25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53"/>
            <p:cNvSpPr/>
            <p:nvPr/>
          </p:nvSpPr>
          <p:spPr>
            <a:xfrm>
              <a:off x="4209833" y="2505398"/>
              <a:ext cx="22327" cy="22165"/>
            </a:xfrm>
            <a:custGeom>
              <a:avLst/>
              <a:gdLst/>
              <a:ahLst/>
              <a:cxnLst/>
              <a:rect l="l" t="t" r="r" b="b"/>
              <a:pathLst>
                <a:path w="828" h="822" extrusionOk="0">
                  <a:moveTo>
                    <a:pt x="414" y="1"/>
                  </a:moveTo>
                  <a:cubicBezTo>
                    <a:pt x="188" y="1"/>
                    <a:pt x="0" y="183"/>
                    <a:pt x="0" y="414"/>
                  </a:cubicBezTo>
                  <a:cubicBezTo>
                    <a:pt x="0" y="640"/>
                    <a:pt x="188" y="822"/>
                    <a:pt x="414" y="822"/>
                  </a:cubicBezTo>
                  <a:cubicBezTo>
                    <a:pt x="639" y="822"/>
                    <a:pt x="827" y="640"/>
                    <a:pt x="827" y="414"/>
                  </a:cubicBezTo>
                  <a:cubicBezTo>
                    <a:pt x="827" y="183"/>
                    <a:pt x="639"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53"/>
            <p:cNvSpPr/>
            <p:nvPr/>
          </p:nvSpPr>
          <p:spPr>
            <a:xfrm>
              <a:off x="4165530" y="2505398"/>
              <a:ext cx="22165" cy="22165"/>
            </a:xfrm>
            <a:custGeom>
              <a:avLst/>
              <a:gdLst/>
              <a:ahLst/>
              <a:cxnLst/>
              <a:rect l="l" t="t" r="r" b="b"/>
              <a:pathLst>
                <a:path w="822" h="822" extrusionOk="0">
                  <a:moveTo>
                    <a:pt x="414" y="1"/>
                  </a:moveTo>
                  <a:cubicBezTo>
                    <a:pt x="189" y="1"/>
                    <a:pt x="0" y="183"/>
                    <a:pt x="0" y="414"/>
                  </a:cubicBezTo>
                  <a:cubicBezTo>
                    <a:pt x="0" y="640"/>
                    <a:pt x="189" y="822"/>
                    <a:pt x="414" y="822"/>
                  </a:cubicBezTo>
                  <a:cubicBezTo>
                    <a:pt x="640" y="822"/>
                    <a:pt x="822" y="640"/>
                    <a:pt x="822" y="414"/>
                  </a:cubicBezTo>
                  <a:cubicBezTo>
                    <a:pt x="822" y="183"/>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53"/>
            <p:cNvSpPr/>
            <p:nvPr/>
          </p:nvSpPr>
          <p:spPr>
            <a:xfrm>
              <a:off x="4076977" y="2505398"/>
              <a:ext cx="59161" cy="22165"/>
            </a:xfrm>
            <a:custGeom>
              <a:avLst/>
              <a:gdLst/>
              <a:ahLst/>
              <a:cxnLst/>
              <a:rect l="l" t="t" r="r" b="b"/>
              <a:pathLst>
                <a:path w="2194" h="822" extrusionOk="0">
                  <a:moveTo>
                    <a:pt x="415" y="1"/>
                  </a:moveTo>
                  <a:cubicBezTo>
                    <a:pt x="189" y="1"/>
                    <a:pt x="1" y="183"/>
                    <a:pt x="1" y="414"/>
                  </a:cubicBezTo>
                  <a:cubicBezTo>
                    <a:pt x="1" y="640"/>
                    <a:pt x="189" y="822"/>
                    <a:pt x="415" y="822"/>
                  </a:cubicBezTo>
                  <a:lnTo>
                    <a:pt x="1780" y="822"/>
                  </a:lnTo>
                  <a:cubicBezTo>
                    <a:pt x="2006" y="822"/>
                    <a:pt x="2194" y="640"/>
                    <a:pt x="2194" y="414"/>
                  </a:cubicBezTo>
                  <a:cubicBezTo>
                    <a:pt x="2194" y="183"/>
                    <a:pt x="2006" y="1"/>
                    <a:pt x="17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53"/>
            <p:cNvSpPr/>
            <p:nvPr/>
          </p:nvSpPr>
          <p:spPr>
            <a:xfrm>
              <a:off x="4186994" y="2378501"/>
              <a:ext cx="110718" cy="22165"/>
            </a:xfrm>
            <a:custGeom>
              <a:avLst/>
              <a:gdLst/>
              <a:ahLst/>
              <a:cxnLst/>
              <a:rect l="l" t="t" r="r" b="b"/>
              <a:pathLst>
                <a:path w="4106" h="822" extrusionOk="0">
                  <a:moveTo>
                    <a:pt x="414" y="0"/>
                  </a:moveTo>
                  <a:cubicBezTo>
                    <a:pt x="182" y="0"/>
                    <a:pt x="0" y="182"/>
                    <a:pt x="0" y="408"/>
                  </a:cubicBezTo>
                  <a:cubicBezTo>
                    <a:pt x="0" y="633"/>
                    <a:pt x="182" y="821"/>
                    <a:pt x="414" y="821"/>
                  </a:cubicBezTo>
                  <a:lnTo>
                    <a:pt x="3699" y="821"/>
                  </a:lnTo>
                  <a:cubicBezTo>
                    <a:pt x="3925" y="821"/>
                    <a:pt x="4105" y="633"/>
                    <a:pt x="4105" y="408"/>
                  </a:cubicBezTo>
                  <a:cubicBezTo>
                    <a:pt x="4105" y="182"/>
                    <a:pt x="3925" y="0"/>
                    <a:pt x="36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 name="Google Shape;822;p53"/>
          <p:cNvGrpSpPr/>
          <p:nvPr/>
        </p:nvGrpSpPr>
        <p:grpSpPr>
          <a:xfrm>
            <a:off x="3175213" y="3857301"/>
            <a:ext cx="377914" cy="377914"/>
            <a:chOff x="3162000" y="4130822"/>
            <a:chExt cx="377914" cy="377914"/>
          </a:xfrm>
        </p:grpSpPr>
        <p:sp>
          <p:nvSpPr>
            <p:cNvPr id="823" name="Google Shape;823;p53"/>
            <p:cNvSpPr/>
            <p:nvPr/>
          </p:nvSpPr>
          <p:spPr>
            <a:xfrm>
              <a:off x="3162000" y="4265188"/>
              <a:ext cx="377914" cy="243548"/>
            </a:xfrm>
            <a:custGeom>
              <a:avLst/>
              <a:gdLst/>
              <a:ahLst/>
              <a:cxnLst/>
              <a:rect l="l" t="t" r="r" b="b"/>
              <a:pathLst>
                <a:path w="14015" h="9032" extrusionOk="0">
                  <a:moveTo>
                    <a:pt x="5611" y="3561"/>
                  </a:moveTo>
                  <a:cubicBezTo>
                    <a:pt x="5692" y="3561"/>
                    <a:pt x="5748" y="3617"/>
                    <a:pt x="5748" y="3698"/>
                  </a:cubicBezTo>
                  <a:lnTo>
                    <a:pt x="5748" y="6431"/>
                  </a:lnTo>
                  <a:cubicBezTo>
                    <a:pt x="5748" y="6506"/>
                    <a:pt x="5692" y="6569"/>
                    <a:pt x="5611" y="6569"/>
                  </a:cubicBezTo>
                  <a:lnTo>
                    <a:pt x="960" y="6569"/>
                  </a:lnTo>
                  <a:cubicBezTo>
                    <a:pt x="885" y="6569"/>
                    <a:pt x="822" y="6506"/>
                    <a:pt x="822" y="6431"/>
                  </a:cubicBezTo>
                  <a:lnTo>
                    <a:pt x="822" y="3698"/>
                  </a:lnTo>
                  <a:cubicBezTo>
                    <a:pt x="822" y="3617"/>
                    <a:pt x="885" y="3561"/>
                    <a:pt x="960" y="3561"/>
                  </a:cubicBezTo>
                  <a:close/>
                  <a:moveTo>
                    <a:pt x="13057" y="3561"/>
                  </a:moveTo>
                  <a:cubicBezTo>
                    <a:pt x="13138" y="3561"/>
                    <a:pt x="13194" y="3617"/>
                    <a:pt x="13194" y="3698"/>
                  </a:cubicBezTo>
                  <a:lnTo>
                    <a:pt x="13194" y="6431"/>
                  </a:lnTo>
                  <a:cubicBezTo>
                    <a:pt x="13194" y="6506"/>
                    <a:pt x="13138" y="6569"/>
                    <a:pt x="13057" y="6569"/>
                  </a:cubicBezTo>
                  <a:lnTo>
                    <a:pt x="8406" y="6569"/>
                  </a:lnTo>
                  <a:cubicBezTo>
                    <a:pt x="8331" y="6569"/>
                    <a:pt x="8267" y="6506"/>
                    <a:pt x="8267" y="6431"/>
                  </a:cubicBezTo>
                  <a:lnTo>
                    <a:pt x="8267" y="3698"/>
                  </a:lnTo>
                  <a:cubicBezTo>
                    <a:pt x="8267" y="3617"/>
                    <a:pt x="8331" y="3561"/>
                    <a:pt x="8406" y="3561"/>
                  </a:cubicBezTo>
                  <a:close/>
                  <a:moveTo>
                    <a:pt x="3699" y="7389"/>
                  </a:moveTo>
                  <a:lnTo>
                    <a:pt x="3699" y="8210"/>
                  </a:lnTo>
                  <a:lnTo>
                    <a:pt x="2878" y="8210"/>
                  </a:lnTo>
                  <a:lnTo>
                    <a:pt x="2878" y="7389"/>
                  </a:lnTo>
                  <a:close/>
                  <a:moveTo>
                    <a:pt x="11145" y="7389"/>
                  </a:moveTo>
                  <a:lnTo>
                    <a:pt x="11145" y="8210"/>
                  </a:lnTo>
                  <a:lnTo>
                    <a:pt x="10324" y="8210"/>
                  </a:lnTo>
                  <a:lnTo>
                    <a:pt x="10324" y="7389"/>
                  </a:lnTo>
                  <a:close/>
                  <a:moveTo>
                    <a:pt x="4107" y="1"/>
                  </a:moveTo>
                  <a:cubicBezTo>
                    <a:pt x="3430" y="1"/>
                    <a:pt x="2878" y="553"/>
                    <a:pt x="2878" y="1230"/>
                  </a:cubicBezTo>
                  <a:lnTo>
                    <a:pt x="2878" y="2740"/>
                  </a:lnTo>
                  <a:lnTo>
                    <a:pt x="960" y="2740"/>
                  </a:lnTo>
                  <a:cubicBezTo>
                    <a:pt x="434" y="2740"/>
                    <a:pt x="1" y="3165"/>
                    <a:pt x="1" y="3698"/>
                  </a:cubicBezTo>
                  <a:lnTo>
                    <a:pt x="1" y="6431"/>
                  </a:lnTo>
                  <a:cubicBezTo>
                    <a:pt x="1" y="6963"/>
                    <a:pt x="434" y="7389"/>
                    <a:pt x="960" y="7389"/>
                  </a:cubicBezTo>
                  <a:lnTo>
                    <a:pt x="2057" y="7389"/>
                  </a:lnTo>
                  <a:lnTo>
                    <a:pt x="2057" y="8210"/>
                  </a:lnTo>
                  <a:lnTo>
                    <a:pt x="1643" y="8210"/>
                  </a:lnTo>
                  <a:cubicBezTo>
                    <a:pt x="1467" y="8210"/>
                    <a:pt x="1305" y="8323"/>
                    <a:pt x="1255" y="8493"/>
                  </a:cubicBezTo>
                  <a:cubicBezTo>
                    <a:pt x="1166" y="8774"/>
                    <a:pt x="1374" y="9032"/>
                    <a:pt x="1643" y="9032"/>
                  </a:cubicBezTo>
                  <a:lnTo>
                    <a:pt x="4927" y="9032"/>
                  </a:lnTo>
                  <a:cubicBezTo>
                    <a:pt x="5109" y="9032"/>
                    <a:pt x="5265" y="8919"/>
                    <a:pt x="5322" y="8750"/>
                  </a:cubicBezTo>
                  <a:cubicBezTo>
                    <a:pt x="5403" y="8468"/>
                    <a:pt x="5197" y="8210"/>
                    <a:pt x="4927" y="8210"/>
                  </a:cubicBezTo>
                  <a:lnTo>
                    <a:pt x="4521" y="8210"/>
                  </a:lnTo>
                  <a:lnTo>
                    <a:pt x="4521" y="7389"/>
                  </a:lnTo>
                  <a:lnTo>
                    <a:pt x="5611" y="7389"/>
                  </a:lnTo>
                  <a:cubicBezTo>
                    <a:pt x="6144" y="7389"/>
                    <a:pt x="6569" y="6963"/>
                    <a:pt x="6569" y="6431"/>
                  </a:cubicBezTo>
                  <a:lnTo>
                    <a:pt x="6569" y="3698"/>
                  </a:lnTo>
                  <a:cubicBezTo>
                    <a:pt x="6569" y="3165"/>
                    <a:pt x="6144" y="2740"/>
                    <a:pt x="5611" y="2740"/>
                  </a:cubicBezTo>
                  <a:lnTo>
                    <a:pt x="3699" y="2740"/>
                  </a:lnTo>
                  <a:lnTo>
                    <a:pt x="3699" y="1230"/>
                  </a:lnTo>
                  <a:cubicBezTo>
                    <a:pt x="3699" y="1004"/>
                    <a:pt x="3881" y="822"/>
                    <a:pt x="4107" y="822"/>
                  </a:cubicBezTo>
                  <a:lnTo>
                    <a:pt x="9910" y="822"/>
                  </a:lnTo>
                  <a:cubicBezTo>
                    <a:pt x="10136" y="822"/>
                    <a:pt x="10324" y="1004"/>
                    <a:pt x="10324" y="1230"/>
                  </a:cubicBezTo>
                  <a:lnTo>
                    <a:pt x="10324" y="2740"/>
                  </a:lnTo>
                  <a:lnTo>
                    <a:pt x="8406" y="2740"/>
                  </a:lnTo>
                  <a:cubicBezTo>
                    <a:pt x="7879" y="2740"/>
                    <a:pt x="7446" y="3165"/>
                    <a:pt x="7446" y="3698"/>
                  </a:cubicBezTo>
                  <a:lnTo>
                    <a:pt x="7446" y="6431"/>
                  </a:lnTo>
                  <a:cubicBezTo>
                    <a:pt x="7446" y="6963"/>
                    <a:pt x="7879" y="7389"/>
                    <a:pt x="8406" y="7389"/>
                  </a:cubicBezTo>
                  <a:lnTo>
                    <a:pt x="9502" y="7389"/>
                  </a:lnTo>
                  <a:lnTo>
                    <a:pt x="9502" y="8210"/>
                  </a:lnTo>
                  <a:lnTo>
                    <a:pt x="9089" y="8210"/>
                  </a:lnTo>
                  <a:cubicBezTo>
                    <a:pt x="8913" y="8210"/>
                    <a:pt x="8750" y="8323"/>
                    <a:pt x="8701" y="8493"/>
                  </a:cubicBezTo>
                  <a:cubicBezTo>
                    <a:pt x="8612" y="8774"/>
                    <a:pt x="8819" y="9032"/>
                    <a:pt x="9089" y="9032"/>
                  </a:cubicBezTo>
                  <a:lnTo>
                    <a:pt x="12372" y="9032"/>
                  </a:lnTo>
                  <a:cubicBezTo>
                    <a:pt x="12554" y="9032"/>
                    <a:pt x="12711" y="8919"/>
                    <a:pt x="12768" y="8750"/>
                  </a:cubicBezTo>
                  <a:cubicBezTo>
                    <a:pt x="12849" y="8468"/>
                    <a:pt x="12643" y="8210"/>
                    <a:pt x="12372" y="8210"/>
                  </a:cubicBezTo>
                  <a:lnTo>
                    <a:pt x="11966" y="8210"/>
                  </a:lnTo>
                  <a:lnTo>
                    <a:pt x="11966" y="7389"/>
                  </a:lnTo>
                  <a:lnTo>
                    <a:pt x="13057" y="7389"/>
                  </a:lnTo>
                  <a:cubicBezTo>
                    <a:pt x="13589" y="7389"/>
                    <a:pt x="14015" y="6963"/>
                    <a:pt x="14015" y="6431"/>
                  </a:cubicBezTo>
                  <a:lnTo>
                    <a:pt x="14015" y="3698"/>
                  </a:lnTo>
                  <a:cubicBezTo>
                    <a:pt x="14015" y="3165"/>
                    <a:pt x="13589" y="2740"/>
                    <a:pt x="13057" y="2740"/>
                  </a:cubicBezTo>
                  <a:lnTo>
                    <a:pt x="11145" y="2740"/>
                  </a:lnTo>
                  <a:lnTo>
                    <a:pt x="11145" y="1230"/>
                  </a:lnTo>
                  <a:cubicBezTo>
                    <a:pt x="11145" y="553"/>
                    <a:pt x="10593" y="1"/>
                    <a:pt x="99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53"/>
            <p:cNvSpPr/>
            <p:nvPr/>
          </p:nvSpPr>
          <p:spPr>
            <a:xfrm>
              <a:off x="3339969" y="4219402"/>
              <a:ext cx="22192" cy="22165"/>
            </a:xfrm>
            <a:custGeom>
              <a:avLst/>
              <a:gdLst/>
              <a:ahLst/>
              <a:cxnLst/>
              <a:rect l="l" t="t" r="r" b="b"/>
              <a:pathLst>
                <a:path w="823" h="822" extrusionOk="0">
                  <a:moveTo>
                    <a:pt x="408" y="1"/>
                  </a:moveTo>
                  <a:cubicBezTo>
                    <a:pt x="183" y="1"/>
                    <a:pt x="1" y="183"/>
                    <a:pt x="1" y="414"/>
                  </a:cubicBezTo>
                  <a:cubicBezTo>
                    <a:pt x="1" y="640"/>
                    <a:pt x="183" y="822"/>
                    <a:pt x="408" y="822"/>
                  </a:cubicBezTo>
                  <a:cubicBezTo>
                    <a:pt x="634" y="822"/>
                    <a:pt x="822" y="640"/>
                    <a:pt x="822" y="414"/>
                  </a:cubicBezTo>
                  <a:cubicBezTo>
                    <a:pt x="822" y="183"/>
                    <a:pt x="634"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53"/>
            <p:cNvSpPr/>
            <p:nvPr/>
          </p:nvSpPr>
          <p:spPr>
            <a:xfrm>
              <a:off x="3304969" y="4175098"/>
              <a:ext cx="92139" cy="36295"/>
            </a:xfrm>
            <a:custGeom>
              <a:avLst/>
              <a:gdLst/>
              <a:ahLst/>
              <a:cxnLst/>
              <a:rect l="l" t="t" r="r" b="b"/>
              <a:pathLst>
                <a:path w="3417" h="1346" extrusionOk="0">
                  <a:moveTo>
                    <a:pt x="1706" y="1"/>
                  </a:moveTo>
                  <a:cubicBezTo>
                    <a:pt x="1145" y="1"/>
                    <a:pt x="584" y="214"/>
                    <a:pt x="159" y="640"/>
                  </a:cubicBezTo>
                  <a:cubicBezTo>
                    <a:pt x="1" y="803"/>
                    <a:pt x="1" y="1060"/>
                    <a:pt x="159" y="1224"/>
                  </a:cubicBezTo>
                  <a:cubicBezTo>
                    <a:pt x="240" y="1305"/>
                    <a:pt x="345" y="1346"/>
                    <a:pt x="450" y="1346"/>
                  </a:cubicBezTo>
                  <a:cubicBezTo>
                    <a:pt x="555" y="1346"/>
                    <a:pt x="660" y="1305"/>
                    <a:pt x="741" y="1224"/>
                  </a:cubicBezTo>
                  <a:cubicBezTo>
                    <a:pt x="1007" y="957"/>
                    <a:pt x="1356" y="823"/>
                    <a:pt x="1707" y="823"/>
                  </a:cubicBezTo>
                  <a:cubicBezTo>
                    <a:pt x="2057" y="823"/>
                    <a:pt x="2408" y="957"/>
                    <a:pt x="2678" y="1224"/>
                  </a:cubicBezTo>
                  <a:cubicBezTo>
                    <a:pt x="2756" y="1305"/>
                    <a:pt x="2861" y="1346"/>
                    <a:pt x="2966" y="1346"/>
                  </a:cubicBezTo>
                  <a:cubicBezTo>
                    <a:pt x="3071" y="1346"/>
                    <a:pt x="3176" y="1305"/>
                    <a:pt x="3254" y="1224"/>
                  </a:cubicBezTo>
                  <a:cubicBezTo>
                    <a:pt x="3417" y="1060"/>
                    <a:pt x="3417" y="803"/>
                    <a:pt x="3254" y="640"/>
                  </a:cubicBezTo>
                  <a:cubicBezTo>
                    <a:pt x="2828" y="214"/>
                    <a:pt x="2267" y="1"/>
                    <a:pt x="17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53"/>
            <p:cNvSpPr/>
            <p:nvPr/>
          </p:nvSpPr>
          <p:spPr>
            <a:xfrm>
              <a:off x="3273527" y="4130822"/>
              <a:ext cx="154860" cy="49184"/>
            </a:xfrm>
            <a:custGeom>
              <a:avLst/>
              <a:gdLst/>
              <a:ahLst/>
              <a:cxnLst/>
              <a:rect l="l" t="t" r="r" b="b"/>
              <a:pathLst>
                <a:path w="5743" h="1824" extrusionOk="0">
                  <a:moveTo>
                    <a:pt x="2872" y="0"/>
                  </a:moveTo>
                  <a:cubicBezTo>
                    <a:pt x="1851" y="0"/>
                    <a:pt x="885" y="402"/>
                    <a:pt x="165" y="1123"/>
                  </a:cubicBezTo>
                  <a:cubicBezTo>
                    <a:pt x="1" y="1287"/>
                    <a:pt x="1" y="1542"/>
                    <a:pt x="165" y="1706"/>
                  </a:cubicBezTo>
                  <a:cubicBezTo>
                    <a:pt x="246" y="1784"/>
                    <a:pt x="351" y="1824"/>
                    <a:pt x="456" y="1824"/>
                  </a:cubicBezTo>
                  <a:cubicBezTo>
                    <a:pt x="561" y="1824"/>
                    <a:pt x="666" y="1784"/>
                    <a:pt x="747" y="1706"/>
                  </a:cubicBezTo>
                  <a:cubicBezTo>
                    <a:pt x="1311" y="1136"/>
                    <a:pt x="2069" y="822"/>
                    <a:pt x="2872" y="822"/>
                  </a:cubicBezTo>
                  <a:cubicBezTo>
                    <a:pt x="3680" y="822"/>
                    <a:pt x="4432" y="1136"/>
                    <a:pt x="5002" y="1706"/>
                  </a:cubicBezTo>
                  <a:cubicBezTo>
                    <a:pt x="5084" y="1784"/>
                    <a:pt x="5190" y="1824"/>
                    <a:pt x="5295" y="1824"/>
                  </a:cubicBezTo>
                  <a:cubicBezTo>
                    <a:pt x="5400" y="1824"/>
                    <a:pt x="5505" y="1784"/>
                    <a:pt x="5586" y="1706"/>
                  </a:cubicBezTo>
                  <a:cubicBezTo>
                    <a:pt x="5742" y="1542"/>
                    <a:pt x="5742" y="1287"/>
                    <a:pt x="5586" y="1123"/>
                  </a:cubicBezTo>
                  <a:cubicBezTo>
                    <a:pt x="4859" y="402"/>
                    <a:pt x="3900" y="0"/>
                    <a:pt x="28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 name="Google Shape;827;p53"/>
          <p:cNvGrpSpPr/>
          <p:nvPr/>
        </p:nvGrpSpPr>
        <p:grpSpPr>
          <a:xfrm>
            <a:off x="3175240" y="2646761"/>
            <a:ext cx="377861" cy="378076"/>
            <a:chOff x="3172516" y="2909820"/>
            <a:chExt cx="377861" cy="378076"/>
          </a:xfrm>
        </p:grpSpPr>
        <p:sp>
          <p:nvSpPr>
            <p:cNvPr id="828" name="Google Shape;828;p53"/>
            <p:cNvSpPr/>
            <p:nvPr/>
          </p:nvSpPr>
          <p:spPr>
            <a:xfrm>
              <a:off x="3172516" y="2909820"/>
              <a:ext cx="377861" cy="378076"/>
            </a:xfrm>
            <a:custGeom>
              <a:avLst/>
              <a:gdLst/>
              <a:ahLst/>
              <a:cxnLst/>
              <a:rect l="l" t="t" r="r" b="b"/>
              <a:pathLst>
                <a:path w="14013" h="14021" extrusionOk="0">
                  <a:moveTo>
                    <a:pt x="12509" y="822"/>
                  </a:moveTo>
                  <a:cubicBezTo>
                    <a:pt x="12885" y="822"/>
                    <a:pt x="13193" y="1129"/>
                    <a:pt x="13193" y="1511"/>
                  </a:cubicBezTo>
                  <a:lnTo>
                    <a:pt x="13193" y="9308"/>
                  </a:lnTo>
                  <a:lnTo>
                    <a:pt x="821" y="9308"/>
                  </a:lnTo>
                  <a:lnTo>
                    <a:pt x="821" y="1511"/>
                  </a:lnTo>
                  <a:cubicBezTo>
                    <a:pt x="821" y="1129"/>
                    <a:pt x="1128" y="822"/>
                    <a:pt x="1504" y="822"/>
                  </a:cubicBezTo>
                  <a:close/>
                  <a:moveTo>
                    <a:pt x="13193" y="10129"/>
                  </a:moveTo>
                  <a:lnTo>
                    <a:pt x="13193" y="10543"/>
                  </a:lnTo>
                  <a:cubicBezTo>
                    <a:pt x="13193" y="10919"/>
                    <a:pt x="12885" y="11226"/>
                    <a:pt x="12509" y="11226"/>
                  </a:cubicBezTo>
                  <a:lnTo>
                    <a:pt x="1504" y="11226"/>
                  </a:lnTo>
                  <a:cubicBezTo>
                    <a:pt x="1128" y="11226"/>
                    <a:pt x="821" y="10919"/>
                    <a:pt x="821" y="10543"/>
                  </a:cubicBezTo>
                  <a:lnTo>
                    <a:pt x="821" y="10129"/>
                  </a:lnTo>
                  <a:close/>
                  <a:moveTo>
                    <a:pt x="8241" y="12047"/>
                  </a:moveTo>
                  <a:lnTo>
                    <a:pt x="8241" y="13199"/>
                  </a:lnTo>
                  <a:lnTo>
                    <a:pt x="5772" y="13199"/>
                  </a:lnTo>
                  <a:lnTo>
                    <a:pt x="5772" y="12047"/>
                  </a:lnTo>
                  <a:close/>
                  <a:moveTo>
                    <a:pt x="1504" y="0"/>
                  </a:moveTo>
                  <a:cubicBezTo>
                    <a:pt x="671" y="0"/>
                    <a:pt x="0" y="677"/>
                    <a:pt x="0" y="1511"/>
                  </a:cubicBezTo>
                  <a:lnTo>
                    <a:pt x="0" y="10543"/>
                  </a:lnTo>
                  <a:cubicBezTo>
                    <a:pt x="0" y="11376"/>
                    <a:pt x="671" y="12047"/>
                    <a:pt x="1504" y="12047"/>
                  </a:cubicBezTo>
                  <a:lnTo>
                    <a:pt x="4950" y="12047"/>
                  </a:lnTo>
                  <a:lnTo>
                    <a:pt x="4950" y="13199"/>
                  </a:lnTo>
                  <a:lnTo>
                    <a:pt x="4004" y="13199"/>
                  </a:lnTo>
                  <a:cubicBezTo>
                    <a:pt x="3798" y="13199"/>
                    <a:pt x="3610" y="13350"/>
                    <a:pt x="3585" y="13563"/>
                  </a:cubicBezTo>
                  <a:cubicBezTo>
                    <a:pt x="3559" y="13807"/>
                    <a:pt x="3755" y="14021"/>
                    <a:pt x="3998" y="14021"/>
                  </a:cubicBezTo>
                  <a:lnTo>
                    <a:pt x="10009" y="14021"/>
                  </a:lnTo>
                  <a:cubicBezTo>
                    <a:pt x="10215" y="14021"/>
                    <a:pt x="10403" y="13864"/>
                    <a:pt x="10428" y="13657"/>
                  </a:cubicBezTo>
                  <a:cubicBezTo>
                    <a:pt x="10454" y="13407"/>
                    <a:pt x="10260" y="13199"/>
                    <a:pt x="10015" y="13199"/>
                  </a:cubicBezTo>
                  <a:lnTo>
                    <a:pt x="9063" y="13199"/>
                  </a:lnTo>
                  <a:lnTo>
                    <a:pt x="9063" y="12047"/>
                  </a:lnTo>
                  <a:lnTo>
                    <a:pt x="12509" y="12047"/>
                  </a:lnTo>
                  <a:cubicBezTo>
                    <a:pt x="13344" y="12047"/>
                    <a:pt x="14013" y="11376"/>
                    <a:pt x="14013" y="10543"/>
                  </a:cubicBezTo>
                  <a:lnTo>
                    <a:pt x="14013" y="1511"/>
                  </a:lnTo>
                  <a:cubicBezTo>
                    <a:pt x="14013" y="677"/>
                    <a:pt x="13344" y="0"/>
                    <a:pt x="125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53"/>
            <p:cNvSpPr/>
            <p:nvPr/>
          </p:nvSpPr>
          <p:spPr>
            <a:xfrm>
              <a:off x="3283882" y="2954231"/>
              <a:ext cx="155157" cy="184441"/>
            </a:xfrm>
            <a:custGeom>
              <a:avLst/>
              <a:gdLst/>
              <a:ahLst/>
              <a:cxnLst/>
              <a:rect l="l" t="t" r="r" b="b"/>
              <a:pathLst>
                <a:path w="5754" h="6840" extrusionOk="0">
                  <a:moveTo>
                    <a:pt x="2880" y="822"/>
                  </a:moveTo>
                  <a:cubicBezTo>
                    <a:pt x="4010" y="822"/>
                    <a:pt x="4933" y="1740"/>
                    <a:pt x="4933" y="2872"/>
                  </a:cubicBezTo>
                  <a:lnTo>
                    <a:pt x="4933" y="4095"/>
                  </a:lnTo>
                  <a:cubicBezTo>
                    <a:pt x="4933" y="4390"/>
                    <a:pt x="4782" y="4671"/>
                    <a:pt x="4531" y="4835"/>
                  </a:cubicBezTo>
                  <a:cubicBezTo>
                    <a:pt x="4268" y="5009"/>
                    <a:pt x="4111" y="5310"/>
                    <a:pt x="4111" y="5631"/>
                  </a:cubicBezTo>
                  <a:lnTo>
                    <a:pt x="4111" y="6019"/>
                  </a:lnTo>
                  <a:lnTo>
                    <a:pt x="1642" y="6019"/>
                  </a:lnTo>
                  <a:lnTo>
                    <a:pt x="1642" y="5631"/>
                  </a:lnTo>
                  <a:cubicBezTo>
                    <a:pt x="1642" y="5310"/>
                    <a:pt x="1485" y="5009"/>
                    <a:pt x="1216" y="4835"/>
                  </a:cubicBezTo>
                  <a:cubicBezTo>
                    <a:pt x="971" y="4665"/>
                    <a:pt x="820" y="4390"/>
                    <a:pt x="820" y="4095"/>
                  </a:cubicBezTo>
                  <a:lnTo>
                    <a:pt x="820" y="2897"/>
                  </a:lnTo>
                  <a:cubicBezTo>
                    <a:pt x="820" y="1789"/>
                    <a:pt x="1693" y="861"/>
                    <a:pt x="2801" y="823"/>
                  </a:cubicBezTo>
                  <a:cubicBezTo>
                    <a:pt x="2828" y="822"/>
                    <a:pt x="2854" y="822"/>
                    <a:pt x="2880" y="822"/>
                  </a:cubicBezTo>
                  <a:close/>
                  <a:moveTo>
                    <a:pt x="2869" y="1"/>
                  </a:moveTo>
                  <a:cubicBezTo>
                    <a:pt x="1286" y="1"/>
                    <a:pt x="1" y="1292"/>
                    <a:pt x="1" y="2872"/>
                  </a:cubicBezTo>
                  <a:lnTo>
                    <a:pt x="1" y="4095"/>
                  </a:lnTo>
                  <a:cubicBezTo>
                    <a:pt x="1" y="4665"/>
                    <a:pt x="288" y="5197"/>
                    <a:pt x="765" y="5518"/>
                  </a:cubicBezTo>
                  <a:cubicBezTo>
                    <a:pt x="802" y="5542"/>
                    <a:pt x="820" y="5587"/>
                    <a:pt x="820" y="5631"/>
                  </a:cubicBezTo>
                  <a:lnTo>
                    <a:pt x="820" y="6432"/>
                  </a:lnTo>
                  <a:cubicBezTo>
                    <a:pt x="820" y="6658"/>
                    <a:pt x="1008" y="6840"/>
                    <a:pt x="1234" y="6840"/>
                  </a:cubicBezTo>
                  <a:lnTo>
                    <a:pt x="4519" y="6840"/>
                  </a:lnTo>
                  <a:cubicBezTo>
                    <a:pt x="4745" y="6840"/>
                    <a:pt x="4933" y="6658"/>
                    <a:pt x="4933" y="6432"/>
                  </a:cubicBezTo>
                  <a:lnTo>
                    <a:pt x="4933" y="5631"/>
                  </a:lnTo>
                  <a:cubicBezTo>
                    <a:pt x="4933" y="5587"/>
                    <a:pt x="4951" y="5542"/>
                    <a:pt x="4988" y="5518"/>
                  </a:cubicBezTo>
                  <a:cubicBezTo>
                    <a:pt x="5465" y="5197"/>
                    <a:pt x="5754" y="4665"/>
                    <a:pt x="5754" y="4095"/>
                  </a:cubicBezTo>
                  <a:lnTo>
                    <a:pt x="5754" y="2904"/>
                  </a:lnTo>
                  <a:cubicBezTo>
                    <a:pt x="5754" y="1344"/>
                    <a:pt x="4519" y="46"/>
                    <a:pt x="2958" y="2"/>
                  </a:cubicBezTo>
                  <a:cubicBezTo>
                    <a:pt x="2928" y="1"/>
                    <a:pt x="2898" y="1"/>
                    <a:pt x="28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53"/>
            <p:cNvSpPr/>
            <p:nvPr/>
          </p:nvSpPr>
          <p:spPr>
            <a:xfrm>
              <a:off x="3328132" y="3016978"/>
              <a:ext cx="22327" cy="22165"/>
            </a:xfrm>
            <a:custGeom>
              <a:avLst/>
              <a:gdLst/>
              <a:ahLst/>
              <a:cxnLst/>
              <a:rect l="l" t="t" r="r" b="b"/>
              <a:pathLst>
                <a:path w="828" h="822" extrusionOk="0">
                  <a:moveTo>
                    <a:pt x="414" y="0"/>
                  </a:moveTo>
                  <a:cubicBezTo>
                    <a:pt x="189" y="0"/>
                    <a:pt x="1" y="182"/>
                    <a:pt x="1" y="408"/>
                  </a:cubicBezTo>
                  <a:cubicBezTo>
                    <a:pt x="1" y="634"/>
                    <a:pt x="189" y="822"/>
                    <a:pt x="414" y="822"/>
                  </a:cubicBezTo>
                  <a:cubicBezTo>
                    <a:pt x="640" y="822"/>
                    <a:pt x="828" y="634"/>
                    <a:pt x="828" y="408"/>
                  </a:cubicBezTo>
                  <a:cubicBezTo>
                    <a:pt x="828" y="182"/>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53"/>
            <p:cNvSpPr/>
            <p:nvPr/>
          </p:nvSpPr>
          <p:spPr>
            <a:xfrm>
              <a:off x="3372597" y="3016978"/>
              <a:ext cx="22165" cy="22165"/>
            </a:xfrm>
            <a:custGeom>
              <a:avLst/>
              <a:gdLst/>
              <a:ahLst/>
              <a:cxnLst/>
              <a:rect l="l" t="t" r="r" b="b"/>
              <a:pathLst>
                <a:path w="822" h="822" extrusionOk="0">
                  <a:moveTo>
                    <a:pt x="408" y="0"/>
                  </a:moveTo>
                  <a:cubicBezTo>
                    <a:pt x="182" y="0"/>
                    <a:pt x="0" y="182"/>
                    <a:pt x="0" y="408"/>
                  </a:cubicBezTo>
                  <a:cubicBezTo>
                    <a:pt x="0" y="634"/>
                    <a:pt x="182" y="822"/>
                    <a:pt x="408" y="822"/>
                  </a:cubicBezTo>
                  <a:cubicBezTo>
                    <a:pt x="633" y="822"/>
                    <a:pt x="821" y="634"/>
                    <a:pt x="821" y="408"/>
                  </a:cubicBezTo>
                  <a:cubicBezTo>
                    <a:pt x="821" y="182"/>
                    <a:pt x="633"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53"/>
            <p:cNvSpPr/>
            <p:nvPr/>
          </p:nvSpPr>
          <p:spPr>
            <a:xfrm>
              <a:off x="3334576" y="3050145"/>
              <a:ext cx="53768" cy="36915"/>
            </a:xfrm>
            <a:custGeom>
              <a:avLst/>
              <a:gdLst/>
              <a:ahLst/>
              <a:cxnLst/>
              <a:rect l="l" t="t" r="r" b="b"/>
              <a:pathLst>
                <a:path w="1994" h="1369" extrusionOk="0">
                  <a:moveTo>
                    <a:pt x="997" y="1"/>
                  </a:moveTo>
                  <a:cubicBezTo>
                    <a:pt x="892" y="1"/>
                    <a:pt x="787" y="40"/>
                    <a:pt x="708" y="118"/>
                  </a:cubicBezTo>
                  <a:lnTo>
                    <a:pt x="157" y="669"/>
                  </a:lnTo>
                  <a:cubicBezTo>
                    <a:pt x="1" y="827"/>
                    <a:pt x="1" y="1090"/>
                    <a:pt x="157" y="1246"/>
                  </a:cubicBezTo>
                  <a:cubicBezTo>
                    <a:pt x="238" y="1327"/>
                    <a:pt x="343" y="1368"/>
                    <a:pt x="448" y="1368"/>
                  </a:cubicBezTo>
                  <a:cubicBezTo>
                    <a:pt x="553" y="1368"/>
                    <a:pt x="658" y="1327"/>
                    <a:pt x="739" y="1246"/>
                  </a:cubicBezTo>
                  <a:lnTo>
                    <a:pt x="996" y="989"/>
                  </a:lnTo>
                  <a:lnTo>
                    <a:pt x="1254" y="1246"/>
                  </a:lnTo>
                  <a:cubicBezTo>
                    <a:pt x="1335" y="1327"/>
                    <a:pt x="1440" y="1368"/>
                    <a:pt x="1545" y="1368"/>
                  </a:cubicBezTo>
                  <a:cubicBezTo>
                    <a:pt x="1650" y="1368"/>
                    <a:pt x="1755" y="1327"/>
                    <a:pt x="1836" y="1246"/>
                  </a:cubicBezTo>
                  <a:cubicBezTo>
                    <a:pt x="1994" y="1090"/>
                    <a:pt x="1994" y="827"/>
                    <a:pt x="1836" y="669"/>
                  </a:cubicBezTo>
                  <a:lnTo>
                    <a:pt x="1285" y="118"/>
                  </a:lnTo>
                  <a:cubicBezTo>
                    <a:pt x="1207" y="40"/>
                    <a:pt x="1102" y="1"/>
                    <a:pt x="9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 name="Google Shape;833;p53"/>
          <p:cNvGrpSpPr/>
          <p:nvPr/>
        </p:nvGrpSpPr>
        <p:grpSpPr>
          <a:xfrm>
            <a:off x="3174701" y="3241798"/>
            <a:ext cx="378939" cy="377807"/>
            <a:chOff x="3171977" y="3525673"/>
            <a:chExt cx="378939" cy="377807"/>
          </a:xfrm>
        </p:grpSpPr>
        <p:sp>
          <p:nvSpPr>
            <p:cNvPr id="834" name="Google Shape;834;p53"/>
            <p:cNvSpPr/>
            <p:nvPr/>
          </p:nvSpPr>
          <p:spPr>
            <a:xfrm>
              <a:off x="3413826" y="3767657"/>
              <a:ext cx="22192" cy="22165"/>
            </a:xfrm>
            <a:custGeom>
              <a:avLst/>
              <a:gdLst/>
              <a:ahLst/>
              <a:cxnLst/>
              <a:rect l="l" t="t" r="r" b="b"/>
              <a:pathLst>
                <a:path w="823" h="822" extrusionOk="0">
                  <a:moveTo>
                    <a:pt x="415" y="0"/>
                  </a:moveTo>
                  <a:cubicBezTo>
                    <a:pt x="183" y="0"/>
                    <a:pt x="1" y="188"/>
                    <a:pt x="1" y="414"/>
                  </a:cubicBezTo>
                  <a:cubicBezTo>
                    <a:pt x="1" y="640"/>
                    <a:pt x="183" y="822"/>
                    <a:pt x="415" y="822"/>
                  </a:cubicBezTo>
                  <a:cubicBezTo>
                    <a:pt x="640" y="822"/>
                    <a:pt x="822" y="640"/>
                    <a:pt x="822" y="414"/>
                  </a:cubicBezTo>
                  <a:cubicBezTo>
                    <a:pt x="822" y="188"/>
                    <a:pt x="640" y="0"/>
                    <a:pt x="4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53"/>
            <p:cNvSpPr/>
            <p:nvPr/>
          </p:nvSpPr>
          <p:spPr>
            <a:xfrm>
              <a:off x="3458076" y="3767657"/>
              <a:ext cx="22192" cy="22165"/>
            </a:xfrm>
            <a:custGeom>
              <a:avLst/>
              <a:gdLst/>
              <a:ahLst/>
              <a:cxnLst/>
              <a:rect l="l" t="t" r="r" b="b"/>
              <a:pathLst>
                <a:path w="823" h="822" extrusionOk="0">
                  <a:moveTo>
                    <a:pt x="415" y="0"/>
                  </a:moveTo>
                  <a:cubicBezTo>
                    <a:pt x="189" y="0"/>
                    <a:pt x="1" y="188"/>
                    <a:pt x="1" y="414"/>
                  </a:cubicBezTo>
                  <a:cubicBezTo>
                    <a:pt x="1" y="640"/>
                    <a:pt x="189" y="822"/>
                    <a:pt x="415" y="822"/>
                  </a:cubicBezTo>
                  <a:cubicBezTo>
                    <a:pt x="640" y="822"/>
                    <a:pt x="822" y="640"/>
                    <a:pt x="822" y="414"/>
                  </a:cubicBezTo>
                  <a:cubicBezTo>
                    <a:pt x="822" y="188"/>
                    <a:pt x="640" y="0"/>
                    <a:pt x="4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53"/>
            <p:cNvSpPr/>
            <p:nvPr/>
          </p:nvSpPr>
          <p:spPr>
            <a:xfrm>
              <a:off x="3241951" y="3745627"/>
              <a:ext cx="67790" cy="66415"/>
            </a:xfrm>
            <a:custGeom>
              <a:avLst/>
              <a:gdLst/>
              <a:ahLst/>
              <a:cxnLst/>
              <a:rect l="l" t="t" r="r" b="b"/>
              <a:pathLst>
                <a:path w="2514" h="2463" extrusionOk="0">
                  <a:moveTo>
                    <a:pt x="1251" y="0"/>
                  </a:moveTo>
                  <a:cubicBezTo>
                    <a:pt x="1025" y="0"/>
                    <a:pt x="847" y="184"/>
                    <a:pt x="847" y="410"/>
                  </a:cubicBezTo>
                  <a:lnTo>
                    <a:pt x="847" y="817"/>
                  </a:lnTo>
                  <a:lnTo>
                    <a:pt x="445" y="817"/>
                  </a:lnTo>
                  <a:cubicBezTo>
                    <a:pt x="232" y="817"/>
                    <a:pt x="51" y="974"/>
                    <a:pt x="26" y="1181"/>
                  </a:cubicBezTo>
                  <a:cubicBezTo>
                    <a:pt x="0" y="1432"/>
                    <a:pt x="194" y="1639"/>
                    <a:pt x="433" y="1639"/>
                  </a:cubicBezTo>
                  <a:lnTo>
                    <a:pt x="847" y="1639"/>
                  </a:lnTo>
                  <a:lnTo>
                    <a:pt x="847" y="2040"/>
                  </a:lnTo>
                  <a:cubicBezTo>
                    <a:pt x="847" y="2252"/>
                    <a:pt x="997" y="2434"/>
                    <a:pt x="1210" y="2460"/>
                  </a:cubicBezTo>
                  <a:cubicBezTo>
                    <a:pt x="1224" y="2461"/>
                    <a:pt x="1239" y="2462"/>
                    <a:pt x="1253" y="2462"/>
                  </a:cubicBezTo>
                  <a:cubicBezTo>
                    <a:pt x="1479" y="2462"/>
                    <a:pt x="1668" y="2276"/>
                    <a:pt x="1668" y="2052"/>
                  </a:cubicBezTo>
                  <a:lnTo>
                    <a:pt x="1668" y="1639"/>
                  </a:lnTo>
                  <a:lnTo>
                    <a:pt x="2074" y="1639"/>
                  </a:lnTo>
                  <a:cubicBezTo>
                    <a:pt x="2320" y="1639"/>
                    <a:pt x="2514" y="1432"/>
                    <a:pt x="2482" y="1181"/>
                  </a:cubicBezTo>
                  <a:cubicBezTo>
                    <a:pt x="2464" y="974"/>
                    <a:pt x="2276" y="817"/>
                    <a:pt x="2068" y="817"/>
                  </a:cubicBezTo>
                  <a:lnTo>
                    <a:pt x="1668" y="817"/>
                  </a:lnTo>
                  <a:lnTo>
                    <a:pt x="1668" y="417"/>
                  </a:lnTo>
                  <a:cubicBezTo>
                    <a:pt x="1668" y="210"/>
                    <a:pt x="1510" y="22"/>
                    <a:pt x="1304" y="4"/>
                  </a:cubicBezTo>
                  <a:cubicBezTo>
                    <a:pt x="1286" y="1"/>
                    <a:pt x="1268" y="0"/>
                    <a:pt x="12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53"/>
            <p:cNvSpPr/>
            <p:nvPr/>
          </p:nvSpPr>
          <p:spPr>
            <a:xfrm>
              <a:off x="3171977" y="3525673"/>
              <a:ext cx="378939" cy="377807"/>
            </a:xfrm>
            <a:custGeom>
              <a:avLst/>
              <a:gdLst/>
              <a:ahLst/>
              <a:cxnLst/>
              <a:rect l="l" t="t" r="r" b="b"/>
              <a:pathLst>
                <a:path w="14053" h="14011" extrusionOk="0">
                  <a:moveTo>
                    <a:pt x="7026" y="3284"/>
                  </a:moveTo>
                  <a:cubicBezTo>
                    <a:pt x="7327" y="3284"/>
                    <a:pt x="7573" y="3528"/>
                    <a:pt x="7573" y="3829"/>
                  </a:cubicBezTo>
                  <a:cubicBezTo>
                    <a:pt x="7573" y="4129"/>
                    <a:pt x="7327" y="4375"/>
                    <a:pt x="7026" y="4375"/>
                  </a:cubicBezTo>
                  <a:cubicBezTo>
                    <a:pt x="6726" y="4375"/>
                    <a:pt x="6482" y="4129"/>
                    <a:pt x="6482" y="3829"/>
                  </a:cubicBezTo>
                  <a:cubicBezTo>
                    <a:pt x="6482" y="3528"/>
                    <a:pt x="6726" y="3284"/>
                    <a:pt x="7026" y="3284"/>
                  </a:cubicBezTo>
                  <a:close/>
                  <a:moveTo>
                    <a:pt x="7460" y="820"/>
                  </a:moveTo>
                  <a:lnTo>
                    <a:pt x="7753" y="1404"/>
                  </a:lnTo>
                  <a:cubicBezTo>
                    <a:pt x="7804" y="1517"/>
                    <a:pt x="7903" y="1592"/>
                    <a:pt x="8024" y="1624"/>
                  </a:cubicBezTo>
                  <a:cubicBezTo>
                    <a:pt x="8487" y="1730"/>
                    <a:pt x="8926" y="1911"/>
                    <a:pt x="9332" y="2162"/>
                  </a:cubicBezTo>
                  <a:cubicBezTo>
                    <a:pt x="9396" y="2206"/>
                    <a:pt x="9472" y="2227"/>
                    <a:pt x="9548" y="2227"/>
                  </a:cubicBezTo>
                  <a:cubicBezTo>
                    <a:pt x="9593" y="2227"/>
                    <a:pt x="9637" y="2219"/>
                    <a:pt x="9678" y="2206"/>
                  </a:cubicBezTo>
                  <a:lnTo>
                    <a:pt x="10304" y="2000"/>
                  </a:lnTo>
                  <a:lnTo>
                    <a:pt x="10912" y="2607"/>
                  </a:lnTo>
                  <a:lnTo>
                    <a:pt x="10706" y="3227"/>
                  </a:lnTo>
                  <a:cubicBezTo>
                    <a:pt x="10668" y="3347"/>
                    <a:pt x="10680" y="3472"/>
                    <a:pt x="10743" y="3573"/>
                  </a:cubicBezTo>
                  <a:cubicBezTo>
                    <a:pt x="10994" y="3979"/>
                    <a:pt x="11182" y="4424"/>
                    <a:pt x="11288" y="4889"/>
                  </a:cubicBezTo>
                  <a:cubicBezTo>
                    <a:pt x="11313" y="5008"/>
                    <a:pt x="11395" y="5101"/>
                    <a:pt x="11501" y="5158"/>
                  </a:cubicBezTo>
                  <a:lnTo>
                    <a:pt x="12091" y="5453"/>
                  </a:lnTo>
                  <a:lnTo>
                    <a:pt x="12091" y="6310"/>
                  </a:lnTo>
                  <a:lnTo>
                    <a:pt x="11859" y="6431"/>
                  </a:lnTo>
                  <a:cubicBezTo>
                    <a:pt x="11521" y="6116"/>
                    <a:pt x="11076" y="5934"/>
                    <a:pt x="10593" y="5934"/>
                  </a:cubicBezTo>
                  <a:cubicBezTo>
                    <a:pt x="9985" y="5934"/>
                    <a:pt x="9427" y="6223"/>
                    <a:pt x="9083" y="6712"/>
                  </a:cubicBezTo>
                  <a:lnTo>
                    <a:pt x="9083" y="6431"/>
                  </a:lnTo>
                  <a:cubicBezTo>
                    <a:pt x="9083" y="5691"/>
                    <a:pt x="8687" y="5039"/>
                    <a:pt x="8099" y="4681"/>
                  </a:cubicBezTo>
                  <a:cubicBezTo>
                    <a:pt x="8305" y="4424"/>
                    <a:pt x="8418" y="4092"/>
                    <a:pt x="8392" y="3735"/>
                  </a:cubicBezTo>
                  <a:cubicBezTo>
                    <a:pt x="8343" y="3058"/>
                    <a:pt x="7804" y="2512"/>
                    <a:pt x="7133" y="2463"/>
                  </a:cubicBezTo>
                  <a:cubicBezTo>
                    <a:pt x="7100" y="2461"/>
                    <a:pt x="7068" y="2459"/>
                    <a:pt x="7035" y="2459"/>
                  </a:cubicBezTo>
                  <a:cubicBezTo>
                    <a:pt x="6278" y="2459"/>
                    <a:pt x="5661" y="3071"/>
                    <a:pt x="5661" y="3829"/>
                  </a:cubicBezTo>
                  <a:cubicBezTo>
                    <a:pt x="5661" y="4149"/>
                    <a:pt x="5768" y="4444"/>
                    <a:pt x="5956" y="4681"/>
                  </a:cubicBezTo>
                  <a:cubicBezTo>
                    <a:pt x="5366" y="5039"/>
                    <a:pt x="4970" y="5691"/>
                    <a:pt x="4970" y="6431"/>
                  </a:cubicBezTo>
                  <a:lnTo>
                    <a:pt x="4970" y="6712"/>
                  </a:lnTo>
                  <a:cubicBezTo>
                    <a:pt x="4626" y="6223"/>
                    <a:pt x="4068" y="5934"/>
                    <a:pt x="3460" y="5934"/>
                  </a:cubicBezTo>
                  <a:cubicBezTo>
                    <a:pt x="2977" y="5934"/>
                    <a:pt x="2534" y="6116"/>
                    <a:pt x="2195" y="6431"/>
                  </a:cubicBezTo>
                  <a:lnTo>
                    <a:pt x="1962" y="6310"/>
                  </a:lnTo>
                  <a:lnTo>
                    <a:pt x="1962" y="5453"/>
                  </a:lnTo>
                  <a:lnTo>
                    <a:pt x="2552" y="5158"/>
                  </a:lnTo>
                  <a:cubicBezTo>
                    <a:pt x="2658" y="5101"/>
                    <a:pt x="2740" y="5002"/>
                    <a:pt x="2765" y="4881"/>
                  </a:cubicBezTo>
                  <a:cubicBezTo>
                    <a:pt x="2872" y="4424"/>
                    <a:pt x="3060" y="3979"/>
                    <a:pt x="3310" y="3573"/>
                  </a:cubicBezTo>
                  <a:cubicBezTo>
                    <a:pt x="3373" y="3472"/>
                    <a:pt x="3385" y="3347"/>
                    <a:pt x="3347" y="3227"/>
                  </a:cubicBezTo>
                  <a:lnTo>
                    <a:pt x="3141" y="2607"/>
                  </a:lnTo>
                  <a:lnTo>
                    <a:pt x="3749" y="2000"/>
                  </a:lnTo>
                  <a:lnTo>
                    <a:pt x="4376" y="2206"/>
                  </a:lnTo>
                  <a:cubicBezTo>
                    <a:pt x="4418" y="2219"/>
                    <a:pt x="4462" y="2227"/>
                    <a:pt x="4506" y="2227"/>
                  </a:cubicBezTo>
                  <a:cubicBezTo>
                    <a:pt x="4581" y="2227"/>
                    <a:pt x="4657" y="2206"/>
                    <a:pt x="4721" y="2162"/>
                  </a:cubicBezTo>
                  <a:cubicBezTo>
                    <a:pt x="5128" y="1911"/>
                    <a:pt x="5566" y="1730"/>
                    <a:pt x="6031" y="1624"/>
                  </a:cubicBezTo>
                  <a:cubicBezTo>
                    <a:pt x="6150" y="1592"/>
                    <a:pt x="6249" y="1517"/>
                    <a:pt x="6300" y="1404"/>
                  </a:cubicBezTo>
                  <a:lnTo>
                    <a:pt x="6595" y="820"/>
                  </a:lnTo>
                  <a:close/>
                  <a:moveTo>
                    <a:pt x="7029" y="5200"/>
                  </a:moveTo>
                  <a:cubicBezTo>
                    <a:pt x="7051" y="5200"/>
                    <a:pt x="7073" y="5201"/>
                    <a:pt x="7096" y="5202"/>
                  </a:cubicBezTo>
                  <a:cubicBezTo>
                    <a:pt x="7735" y="5233"/>
                    <a:pt x="8261" y="5810"/>
                    <a:pt x="8261" y="6449"/>
                  </a:cubicBezTo>
                  <a:lnTo>
                    <a:pt x="8261" y="6894"/>
                  </a:lnTo>
                  <a:lnTo>
                    <a:pt x="5792" y="6894"/>
                  </a:lnTo>
                  <a:lnTo>
                    <a:pt x="5792" y="6431"/>
                  </a:lnTo>
                  <a:cubicBezTo>
                    <a:pt x="5792" y="5751"/>
                    <a:pt x="6350" y="5200"/>
                    <a:pt x="7029" y="5200"/>
                  </a:cubicBezTo>
                  <a:close/>
                  <a:moveTo>
                    <a:pt x="5360" y="11688"/>
                  </a:moveTo>
                  <a:cubicBezTo>
                    <a:pt x="5586" y="11688"/>
                    <a:pt x="5768" y="11870"/>
                    <a:pt x="5768" y="12095"/>
                  </a:cubicBezTo>
                  <a:cubicBezTo>
                    <a:pt x="5768" y="12321"/>
                    <a:pt x="5586" y="12509"/>
                    <a:pt x="5360" y="12509"/>
                  </a:cubicBezTo>
                  <a:cubicBezTo>
                    <a:pt x="5128" y="12509"/>
                    <a:pt x="4946" y="12321"/>
                    <a:pt x="4946" y="12095"/>
                  </a:cubicBezTo>
                  <a:cubicBezTo>
                    <a:pt x="4946" y="11870"/>
                    <a:pt x="5128" y="11688"/>
                    <a:pt x="5360" y="11688"/>
                  </a:cubicBezTo>
                  <a:close/>
                  <a:moveTo>
                    <a:pt x="8693" y="11688"/>
                  </a:moveTo>
                  <a:cubicBezTo>
                    <a:pt x="8926" y="11688"/>
                    <a:pt x="9107" y="11870"/>
                    <a:pt x="9107" y="12095"/>
                  </a:cubicBezTo>
                  <a:cubicBezTo>
                    <a:pt x="9107" y="12321"/>
                    <a:pt x="8926" y="12509"/>
                    <a:pt x="8693" y="12509"/>
                  </a:cubicBezTo>
                  <a:cubicBezTo>
                    <a:pt x="8467" y="12509"/>
                    <a:pt x="8287" y="12321"/>
                    <a:pt x="8287" y="12095"/>
                  </a:cubicBezTo>
                  <a:cubicBezTo>
                    <a:pt x="8287" y="11870"/>
                    <a:pt x="8467" y="11688"/>
                    <a:pt x="8693" y="11688"/>
                  </a:cubicBezTo>
                  <a:close/>
                  <a:moveTo>
                    <a:pt x="10593" y="6756"/>
                  </a:moveTo>
                  <a:cubicBezTo>
                    <a:pt x="11019" y="6756"/>
                    <a:pt x="11395" y="7013"/>
                    <a:pt x="11559" y="7408"/>
                  </a:cubicBezTo>
                  <a:lnTo>
                    <a:pt x="12968" y="10892"/>
                  </a:lnTo>
                  <a:cubicBezTo>
                    <a:pt x="13130" y="11288"/>
                    <a:pt x="13213" y="11707"/>
                    <a:pt x="13213" y="12139"/>
                  </a:cubicBezTo>
                  <a:cubicBezTo>
                    <a:pt x="13213" y="12723"/>
                    <a:pt x="12742" y="13192"/>
                    <a:pt x="12160" y="13192"/>
                  </a:cubicBezTo>
                  <a:cubicBezTo>
                    <a:pt x="11947" y="13192"/>
                    <a:pt x="11739" y="13130"/>
                    <a:pt x="11565" y="13004"/>
                  </a:cubicBezTo>
                  <a:lnTo>
                    <a:pt x="9904" y="11864"/>
                  </a:lnTo>
                  <a:cubicBezTo>
                    <a:pt x="9797" y="11294"/>
                    <a:pt x="9295" y="10868"/>
                    <a:pt x="8693" y="10868"/>
                  </a:cubicBezTo>
                  <a:cubicBezTo>
                    <a:pt x="8161" y="10868"/>
                    <a:pt x="7703" y="11206"/>
                    <a:pt x="7535" y="11688"/>
                  </a:cubicBezTo>
                  <a:lnTo>
                    <a:pt x="6520" y="11688"/>
                  </a:lnTo>
                  <a:cubicBezTo>
                    <a:pt x="6350" y="11206"/>
                    <a:pt x="5892" y="10868"/>
                    <a:pt x="5360" y="10868"/>
                  </a:cubicBezTo>
                  <a:cubicBezTo>
                    <a:pt x="4758" y="10868"/>
                    <a:pt x="4256" y="11294"/>
                    <a:pt x="4151" y="11864"/>
                  </a:cubicBezTo>
                  <a:lnTo>
                    <a:pt x="2488" y="13004"/>
                  </a:lnTo>
                  <a:cubicBezTo>
                    <a:pt x="2314" y="13130"/>
                    <a:pt x="2106" y="13192"/>
                    <a:pt x="1894" y="13192"/>
                  </a:cubicBezTo>
                  <a:cubicBezTo>
                    <a:pt x="1311" y="13192"/>
                    <a:pt x="841" y="12723"/>
                    <a:pt x="841" y="12139"/>
                  </a:cubicBezTo>
                  <a:cubicBezTo>
                    <a:pt x="841" y="11707"/>
                    <a:pt x="923" y="11288"/>
                    <a:pt x="1085" y="10892"/>
                  </a:cubicBezTo>
                  <a:lnTo>
                    <a:pt x="2496" y="7408"/>
                  </a:lnTo>
                  <a:cubicBezTo>
                    <a:pt x="2658" y="7013"/>
                    <a:pt x="3034" y="6756"/>
                    <a:pt x="3460" y="6756"/>
                  </a:cubicBezTo>
                  <a:cubicBezTo>
                    <a:pt x="3818" y="6756"/>
                    <a:pt x="4151" y="6938"/>
                    <a:pt x="4345" y="7245"/>
                  </a:cubicBezTo>
                  <a:cubicBezTo>
                    <a:pt x="4527" y="7539"/>
                    <a:pt x="4845" y="7715"/>
                    <a:pt x="5196" y="7715"/>
                  </a:cubicBezTo>
                  <a:lnTo>
                    <a:pt x="8857" y="7715"/>
                  </a:lnTo>
                  <a:cubicBezTo>
                    <a:pt x="9208" y="7715"/>
                    <a:pt x="9528" y="7539"/>
                    <a:pt x="9716" y="7245"/>
                  </a:cubicBezTo>
                  <a:cubicBezTo>
                    <a:pt x="9904" y="6938"/>
                    <a:pt x="10235" y="6756"/>
                    <a:pt x="10593" y="6756"/>
                  </a:cubicBezTo>
                  <a:close/>
                  <a:moveTo>
                    <a:pt x="6344" y="1"/>
                  </a:moveTo>
                  <a:cubicBezTo>
                    <a:pt x="6187" y="1"/>
                    <a:pt x="6043" y="88"/>
                    <a:pt x="5974" y="226"/>
                  </a:cubicBezTo>
                  <a:lnTo>
                    <a:pt x="5655" y="871"/>
                  </a:lnTo>
                  <a:cubicBezTo>
                    <a:pt x="5234" y="984"/>
                    <a:pt x="4833" y="1153"/>
                    <a:pt x="4457" y="1366"/>
                  </a:cubicBezTo>
                  <a:lnTo>
                    <a:pt x="3767" y="1141"/>
                  </a:lnTo>
                  <a:cubicBezTo>
                    <a:pt x="3725" y="1126"/>
                    <a:pt x="3681" y="1119"/>
                    <a:pt x="3637" y="1119"/>
                  </a:cubicBezTo>
                  <a:cubicBezTo>
                    <a:pt x="3532" y="1119"/>
                    <a:pt x="3427" y="1160"/>
                    <a:pt x="3347" y="1234"/>
                  </a:cubicBezTo>
                  <a:lnTo>
                    <a:pt x="2383" y="2206"/>
                  </a:lnTo>
                  <a:cubicBezTo>
                    <a:pt x="2270" y="2312"/>
                    <a:pt x="2233" y="2475"/>
                    <a:pt x="2282" y="2625"/>
                  </a:cubicBezTo>
                  <a:lnTo>
                    <a:pt x="2508" y="3310"/>
                  </a:lnTo>
                  <a:cubicBezTo>
                    <a:pt x="2294" y="3692"/>
                    <a:pt x="2126" y="4092"/>
                    <a:pt x="2013" y="4505"/>
                  </a:cubicBezTo>
                  <a:lnTo>
                    <a:pt x="1368" y="4832"/>
                  </a:lnTo>
                  <a:cubicBezTo>
                    <a:pt x="1229" y="4901"/>
                    <a:pt x="1142" y="5045"/>
                    <a:pt x="1142" y="5196"/>
                  </a:cubicBezTo>
                  <a:lnTo>
                    <a:pt x="1142" y="6568"/>
                  </a:lnTo>
                  <a:cubicBezTo>
                    <a:pt x="1142" y="6724"/>
                    <a:pt x="1229" y="6862"/>
                    <a:pt x="1368" y="6932"/>
                  </a:cubicBezTo>
                  <a:lnTo>
                    <a:pt x="1730" y="7114"/>
                  </a:lnTo>
                  <a:lnTo>
                    <a:pt x="321" y="10585"/>
                  </a:lnTo>
                  <a:cubicBezTo>
                    <a:pt x="133" y="11056"/>
                    <a:pt x="26" y="11557"/>
                    <a:pt x="20" y="12064"/>
                  </a:cubicBezTo>
                  <a:cubicBezTo>
                    <a:pt x="1" y="13087"/>
                    <a:pt x="778" y="13958"/>
                    <a:pt x="1794" y="14007"/>
                  </a:cubicBezTo>
                  <a:cubicBezTo>
                    <a:pt x="1832" y="14010"/>
                    <a:pt x="1871" y="14011"/>
                    <a:pt x="1910" y="14011"/>
                  </a:cubicBezTo>
                  <a:cubicBezTo>
                    <a:pt x="2287" y="14011"/>
                    <a:pt x="2646" y="13898"/>
                    <a:pt x="2953" y="13681"/>
                  </a:cubicBezTo>
                  <a:lnTo>
                    <a:pt x="4313" y="12748"/>
                  </a:lnTo>
                  <a:cubicBezTo>
                    <a:pt x="4533" y="13099"/>
                    <a:pt x="4915" y="13330"/>
                    <a:pt x="5360" y="13330"/>
                  </a:cubicBezTo>
                  <a:cubicBezTo>
                    <a:pt x="5892" y="13330"/>
                    <a:pt x="6350" y="12986"/>
                    <a:pt x="6520" y="12509"/>
                  </a:cubicBezTo>
                  <a:lnTo>
                    <a:pt x="7535" y="12509"/>
                  </a:lnTo>
                  <a:cubicBezTo>
                    <a:pt x="7703" y="12986"/>
                    <a:pt x="8161" y="13330"/>
                    <a:pt x="8693" y="13330"/>
                  </a:cubicBezTo>
                  <a:cubicBezTo>
                    <a:pt x="9138" y="13330"/>
                    <a:pt x="9520" y="13099"/>
                    <a:pt x="9740" y="12748"/>
                  </a:cubicBezTo>
                  <a:lnTo>
                    <a:pt x="11100" y="13681"/>
                  </a:lnTo>
                  <a:cubicBezTo>
                    <a:pt x="11408" y="13893"/>
                    <a:pt x="11769" y="14011"/>
                    <a:pt x="12143" y="14011"/>
                  </a:cubicBezTo>
                  <a:cubicBezTo>
                    <a:pt x="12180" y="14011"/>
                    <a:pt x="12216" y="14009"/>
                    <a:pt x="12253" y="14007"/>
                  </a:cubicBezTo>
                  <a:cubicBezTo>
                    <a:pt x="13275" y="13958"/>
                    <a:pt x="14052" y="13087"/>
                    <a:pt x="14033" y="12064"/>
                  </a:cubicBezTo>
                  <a:cubicBezTo>
                    <a:pt x="14021" y="11557"/>
                    <a:pt x="13920" y="11056"/>
                    <a:pt x="13732" y="10585"/>
                  </a:cubicBezTo>
                  <a:lnTo>
                    <a:pt x="12323" y="7114"/>
                  </a:lnTo>
                  <a:lnTo>
                    <a:pt x="12687" y="6932"/>
                  </a:lnTo>
                  <a:cubicBezTo>
                    <a:pt x="12824" y="6862"/>
                    <a:pt x="12912" y="6724"/>
                    <a:pt x="12912" y="6568"/>
                  </a:cubicBezTo>
                  <a:lnTo>
                    <a:pt x="12912" y="5196"/>
                  </a:lnTo>
                  <a:cubicBezTo>
                    <a:pt x="12912" y="5045"/>
                    <a:pt x="12824" y="4901"/>
                    <a:pt x="12687" y="4832"/>
                  </a:cubicBezTo>
                  <a:lnTo>
                    <a:pt x="12040" y="4505"/>
                  </a:lnTo>
                  <a:cubicBezTo>
                    <a:pt x="11921" y="4092"/>
                    <a:pt x="11759" y="3692"/>
                    <a:pt x="11539" y="3310"/>
                  </a:cubicBezTo>
                  <a:lnTo>
                    <a:pt x="11771" y="2625"/>
                  </a:lnTo>
                  <a:cubicBezTo>
                    <a:pt x="11822" y="2475"/>
                    <a:pt x="11784" y="2312"/>
                    <a:pt x="11671" y="2206"/>
                  </a:cubicBezTo>
                  <a:lnTo>
                    <a:pt x="10706" y="1234"/>
                  </a:lnTo>
                  <a:cubicBezTo>
                    <a:pt x="10626" y="1160"/>
                    <a:pt x="10522" y="1119"/>
                    <a:pt x="10416" y="1119"/>
                  </a:cubicBezTo>
                  <a:cubicBezTo>
                    <a:pt x="10373" y="1119"/>
                    <a:pt x="10328" y="1126"/>
                    <a:pt x="10286" y="1141"/>
                  </a:cubicBezTo>
                  <a:lnTo>
                    <a:pt x="9596" y="1366"/>
                  </a:lnTo>
                  <a:cubicBezTo>
                    <a:pt x="9220" y="1153"/>
                    <a:pt x="8819" y="984"/>
                    <a:pt x="8400" y="871"/>
                  </a:cubicBezTo>
                  <a:lnTo>
                    <a:pt x="8079" y="226"/>
                  </a:lnTo>
                  <a:cubicBezTo>
                    <a:pt x="8010" y="88"/>
                    <a:pt x="7866" y="1"/>
                    <a:pt x="77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53"/>
          <p:cNvGrpSpPr/>
          <p:nvPr/>
        </p:nvGrpSpPr>
        <p:grpSpPr>
          <a:xfrm>
            <a:off x="3171573" y="2015726"/>
            <a:ext cx="385195" cy="377914"/>
            <a:chOff x="3168445" y="2304671"/>
            <a:chExt cx="385195" cy="377914"/>
          </a:xfrm>
        </p:grpSpPr>
        <p:sp>
          <p:nvSpPr>
            <p:cNvPr id="839" name="Google Shape;839;p53"/>
            <p:cNvSpPr/>
            <p:nvPr/>
          </p:nvSpPr>
          <p:spPr>
            <a:xfrm>
              <a:off x="3168445" y="2304671"/>
              <a:ext cx="385195" cy="377914"/>
            </a:xfrm>
            <a:custGeom>
              <a:avLst/>
              <a:gdLst/>
              <a:ahLst/>
              <a:cxnLst/>
              <a:rect l="l" t="t" r="r" b="b"/>
              <a:pathLst>
                <a:path w="14285" h="14015" extrusionOk="0">
                  <a:moveTo>
                    <a:pt x="12933" y="822"/>
                  </a:moveTo>
                  <a:cubicBezTo>
                    <a:pt x="13038" y="822"/>
                    <a:pt x="13143" y="861"/>
                    <a:pt x="13224" y="939"/>
                  </a:cubicBezTo>
                  <a:cubicBezTo>
                    <a:pt x="13388" y="1103"/>
                    <a:pt x="13388" y="1360"/>
                    <a:pt x="13224" y="1523"/>
                  </a:cubicBezTo>
                  <a:lnTo>
                    <a:pt x="11482" y="3264"/>
                  </a:lnTo>
                  <a:lnTo>
                    <a:pt x="10900" y="2682"/>
                  </a:lnTo>
                  <a:lnTo>
                    <a:pt x="12642" y="939"/>
                  </a:lnTo>
                  <a:cubicBezTo>
                    <a:pt x="12723" y="861"/>
                    <a:pt x="12828" y="822"/>
                    <a:pt x="12933" y="822"/>
                  </a:cubicBezTo>
                  <a:close/>
                  <a:moveTo>
                    <a:pt x="10285" y="3227"/>
                  </a:moveTo>
                  <a:lnTo>
                    <a:pt x="10943" y="3886"/>
                  </a:lnTo>
                  <a:lnTo>
                    <a:pt x="9697" y="5540"/>
                  </a:lnTo>
                  <a:lnTo>
                    <a:pt x="8624" y="4468"/>
                  </a:lnTo>
                  <a:lnTo>
                    <a:pt x="10285" y="3227"/>
                  </a:lnTo>
                  <a:close/>
                  <a:moveTo>
                    <a:pt x="7027" y="4036"/>
                  </a:moveTo>
                  <a:lnTo>
                    <a:pt x="10128" y="7138"/>
                  </a:lnTo>
                  <a:cubicBezTo>
                    <a:pt x="9471" y="8054"/>
                    <a:pt x="9471" y="9301"/>
                    <a:pt x="10128" y="10215"/>
                  </a:cubicBezTo>
                  <a:lnTo>
                    <a:pt x="9439" y="10904"/>
                  </a:lnTo>
                  <a:cubicBezTo>
                    <a:pt x="7953" y="12390"/>
                    <a:pt x="5946" y="13189"/>
                    <a:pt x="3905" y="13189"/>
                  </a:cubicBezTo>
                  <a:cubicBezTo>
                    <a:pt x="3061" y="13189"/>
                    <a:pt x="2212" y="13053"/>
                    <a:pt x="1392" y="12772"/>
                  </a:cubicBezTo>
                  <a:cubicBezTo>
                    <a:pt x="432" y="9972"/>
                    <a:pt x="1160" y="6825"/>
                    <a:pt x="3259" y="4725"/>
                  </a:cubicBezTo>
                  <a:lnTo>
                    <a:pt x="3949" y="4036"/>
                  </a:lnTo>
                  <a:cubicBezTo>
                    <a:pt x="4406" y="4368"/>
                    <a:pt x="4947" y="4534"/>
                    <a:pt x="5487" y="4534"/>
                  </a:cubicBezTo>
                  <a:cubicBezTo>
                    <a:pt x="6028" y="4534"/>
                    <a:pt x="6569" y="4368"/>
                    <a:pt x="7027" y="4036"/>
                  </a:cubicBezTo>
                  <a:close/>
                  <a:moveTo>
                    <a:pt x="12934" y="1"/>
                  </a:moveTo>
                  <a:cubicBezTo>
                    <a:pt x="12618" y="1"/>
                    <a:pt x="12303" y="122"/>
                    <a:pt x="12066" y="363"/>
                  </a:cubicBezTo>
                  <a:lnTo>
                    <a:pt x="10322" y="2105"/>
                  </a:lnTo>
                  <a:lnTo>
                    <a:pt x="10027" y="1811"/>
                  </a:lnTo>
                  <a:cubicBezTo>
                    <a:pt x="9949" y="1733"/>
                    <a:pt x="9844" y="1693"/>
                    <a:pt x="9739" y="1693"/>
                  </a:cubicBezTo>
                  <a:cubicBezTo>
                    <a:pt x="9634" y="1693"/>
                    <a:pt x="9530" y="1733"/>
                    <a:pt x="9451" y="1811"/>
                  </a:cubicBezTo>
                  <a:cubicBezTo>
                    <a:pt x="9289" y="1974"/>
                    <a:pt x="9289" y="2231"/>
                    <a:pt x="9451" y="2394"/>
                  </a:cubicBezTo>
                  <a:lnTo>
                    <a:pt x="9697" y="2639"/>
                  </a:lnTo>
                  <a:lnTo>
                    <a:pt x="8034" y="3886"/>
                  </a:lnTo>
                  <a:lnTo>
                    <a:pt x="7340" y="3183"/>
                  </a:lnTo>
                  <a:cubicBezTo>
                    <a:pt x="7258" y="3105"/>
                    <a:pt x="7153" y="3066"/>
                    <a:pt x="7048" y="3066"/>
                  </a:cubicBezTo>
                  <a:cubicBezTo>
                    <a:pt x="6943" y="3066"/>
                    <a:pt x="6838" y="3105"/>
                    <a:pt x="6756" y="3183"/>
                  </a:cubicBezTo>
                  <a:cubicBezTo>
                    <a:pt x="6408" y="3534"/>
                    <a:pt x="5950" y="3710"/>
                    <a:pt x="5490" y="3710"/>
                  </a:cubicBezTo>
                  <a:cubicBezTo>
                    <a:pt x="5030" y="3710"/>
                    <a:pt x="4570" y="3534"/>
                    <a:pt x="4218" y="3183"/>
                  </a:cubicBezTo>
                  <a:cubicBezTo>
                    <a:pt x="4140" y="3105"/>
                    <a:pt x="4035" y="3066"/>
                    <a:pt x="3930" y="3066"/>
                  </a:cubicBezTo>
                  <a:cubicBezTo>
                    <a:pt x="3825" y="3066"/>
                    <a:pt x="3720" y="3105"/>
                    <a:pt x="3642" y="3183"/>
                  </a:cubicBezTo>
                  <a:lnTo>
                    <a:pt x="2683" y="4143"/>
                  </a:lnTo>
                  <a:cubicBezTo>
                    <a:pt x="1511" y="5315"/>
                    <a:pt x="709" y="6781"/>
                    <a:pt x="351" y="8398"/>
                  </a:cubicBezTo>
                  <a:cubicBezTo>
                    <a:pt x="1" y="10015"/>
                    <a:pt x="114" y="11688"/>
                    <a:pt x="684" y="13236"/>
                  </a:cubicBezTo>
                  <a:cubicBezTo>
                    <a:pt x="702" y="13293"/>
                    <a:pt x="739" y="13342"/>
                    <a:pt x="777" y="13386"/>
                  </a:cubicBezTo>
                  <a:cubicBezTo>
                    <a:pt x="822" y="13431"/>
                    <a:pt x="872" y="13461"/>
                    <a:pt x="927" y="13481"/>
                  </a:cubicBezTo>
                  <a:cubicBezTo>
                    <a:pt x="1890" y="13835"/>
                    <a:pt x="2900" y="14015"/>
                    <a:pt x="3915" y="14015"/>
                  </a:cubicBezTo>
                  <a:cubicBezTo>
                    <a:pt x="4534" y="14015"/>
                    <a:pt x="5154" y="13948"/>
                    <a:pt x="5766" y="13813"/>
                  </a:cubicBezTo>
                  <a:cubicBezTo>
                    <a:pt x="7383" y="13455"/>
                    <a:pt x="8856" y="12653"/>
                    <a:pt x="10021" y="11482"/>
                  </a:cubicBezTo>
                  <a:lnTo>
                    <a:pt x="10981" y="10528"/>
                  </a:lnTo>
                  <a:cubicBezTo>
                    <a:pt x="11056" y="10447"/>
                    <a:pt x="11100" y="10348"/>
                    <a:pt x="11100" y="10235"/>
                  </a:cubicBezTo>
                  <a:cubicBezTo>
                    <a:pt x="11100" y="10128"/>
                    <a:pt x="11056" y="10021"/>
                    <a:pt x="10981" y="9946"/>
                  </a:cubicBezTo>
                  <a:cubicBezTo>
                    <a:pt x="10279" y="9243"/>
                    <a:pt x="10279" y="8109"/>
                    <a:pt x="10981" y="7407"/>
                  </a:cubicBezTo>
                  <a:cubicBezTo>
                    <a:pt x="11138" y="7244"/>
                    <a:pt x="11138" y="6987"/>
                    <a:pt x="10981" y="6825"/>
                  </a:cubicBezTo>
                  <a:lnTo>
                    <a:pt x="10285" y="6128"/>
                  </a:lnTo>
                  <a:lnTo>
                    <a:pt x="11526" y="4468"/>
                  </a:lnTo>
                  <a:lnTo>
                    <a:pt x="11771" y="4713"/>
                  </a:lnTo>
                  <a:cubicBezTo>
                    <a:pt x="11852" y="4794"/>
                    <a:pt x="11957" y="4835"/>
                    <a:pt x="12062" y="4835"/>
                  </a:cubicBezTo>
                  <a:cubicBezTo>
                    <a:pt x="12167" y="4835"/>
                    <a:pt x="12272" y="4794"/>
                    <a:pt x="12353" y="4713"/>
                  </a:cubicBezTo>
                  <a:cubicBezTo>
                    <a:pt x="12517" y="4557"/>
                    <a:pt x="12517" y="4293"/>
                    <a:pt x="12353" y="4135"/>
                  </a:cubicBezTo>
                  <a:lnTo>
                    <a:pt x="12066" y="3842"/>
                  </a:lnTo>
                  <a:lnTo>
                    <a:pt x="13807" y="2099"/>
                  </a:lnTo>
                  <a:cubicBezTo>
                    <a:pt x="14284" y="1623"/>
                    <a:pt x="14284" y="840"/>
                    <a:pt x="13807" y="363"/>
                  </a:cubicBezTo>
                  <a:cubicBezTo>
                    <a:pt x="13566" y="122"/>
                    <a:pt x="13249" y="1"/>
                    <a:pt x="12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53"/>
            <p:cNvSpPr/>
            <p:nvPr/>
          </p:nvSpPr>
          <p:spPr>
            <a:xfrm>
              <a:off x="3238904" y="2474173"/>
              <a:ext cx="145665" cy="139652"/>
            </a:xfrm>
            <a:custGeom>
              <a:avLst/>
              <a:gdLst/>
              <a:ahLst/>
              <a:cxnLst/>
              <a:rect l="l" t="t" r="r" b="b"/>
              <a:pathLst>
                <a:path w="5402" h="5179" extrusionOk="0">
                  <a:moveTo>
                    <a:pt x="2157" y="1228"/>
                  </a:moveTo>
                  <a:lnTo>
                    <a:pt x="2721" y="1655"/>
                  </a:lnTo>
                  <a:cubicBezTo>
                    <a:pt x="2792" y="1709"/>
                    <a:pt x="2880" y="1735"/>
                    <a:pt x="2968" y="1735"/>
                  </a:cubicBezTo>
                  <a:cubicBezTo>
                    <a:pt x="3012" y="1735"/>
                    <a:pt x="3056" y="1729"/>
                    <a:pt x="3097" y="1717"/>
                  </a:cubicBezTo>
                  <a:lnTo>
                    <a:pt x="3767" y="1485"/>
                  </a:lnTo>
                  <a:lnTo>
                    <a:pt x="3541" y="2156"/>
                  </a:lnTo>
                  <a:cubicBezTo>
                    <a:pt x="3498" y="2287"/>
                    <a:pt x="3523" y="2425"/>
                    <a:pt x="3604" y="2538"/>
                  </a:cubicBezTo>
                  <a:lnTo>
                    <a:pt x="4024" y="3102"/>
                  </a:lnTo>
                  <a:lnTo>
                    <a:pt x="3316" y="3096"/>
                  </a:lnTo>
                  <a:cubicBezTo>
                    <a:pt x="3310" y="3096"/>
                    <a:pt x="3305" y="3096"/>
                    <a:pt x="3300" y="3096"/>
                  </a:cubicBezTo>
                  <a:cubicBezTo>
                    <a:pt x="3174" y="3096"/>
                    <a:pt x="3049" y="3163"/>
                    <a:pt x="2977" y="3264"/>
                  </a:cubicBezTo>
                  <a:lnTo>
                    <a:pt x="2571" y="3848"/>
                  </a:lnTo>
                  <a:lnTo>
                    <a:pt x="2357" y="3171"/>
                  </a:lnTo>
                  <a:cubicBezTo>
                    <a:pt x="2320" y="3039"/>
                    <a:pt x="2219" y="2939"/>
                    <a:pt x="2088" y="2902"/>
                  </a:cubicBezTo>
                  <a:lnTo>
                    <a:pt x="1411" y="2688"/>
                  </a:lnTo>
                  <a:lnTo>
                    <a:pt x="1987" y="2281"/>
                  </a:lnTo>
                  <a:cubicBezTo>
                    <a:pt x="2100" y="2199"/>
                    <a:pt x="2163" y="2075"/>
                    <a:pt x="2163" y="1936"/>
                  </a:cubicBezTo>
                  <a:lnTo>
                    <a:pt x="2157" y="1228"/>
                  </a:lnTo>
                  <a:close/>
                  <a:moveTo>
                    <a:pt x="1754" y="0"/>
                  </a:moveTo>
                  <a:cubicBezTo>
                    <a:pt x="1539" y="0"/>
                    <a:pt x="1338" y="170"/>
                    <a:pt x="1342" y="414"/>
                  </a:cubicBezTo>
                  <a:lnTo>
                    <a:pt x="1360" y="1742"/>
                  </a:lnTo>
                  <a:lnTo>
                    <a:pt x="277" y="2506"/>
                  </a:lnTo>
                  <a:cubicBezTo>
                    <a:pt x="0" y="2700"/>
                    <a:pt x="70" y="3133"/>
                    <a:pt x="390" y="3234"/>
                  </a:cubicBezTo>
                  <a:lnTo>
                    <a:pt x="1655" y="3628"/>
                  </a:lnTo>
                  <a:lnTo>
                    <a:pt x="2051" y="4889"/>
                  </a:lnTo>
                  <a:cubicBezTo>
                    <a:pt x="2108" y="5076"/>
                    <a:pt x="2277" y="5179"/>
                    <a:pt x="2446" y="5179"/>
                  </a:cubicBezTo>
                  <a:cubicBezTo>
                    <a:pt x="2570" y="5179"/>
                    <a:pt x="2695" y="5124"/>
                    <a:pt x="2777" y="5008"/>
                  </a:cubicBezTo>
                  <a:lnTo>
                    <a:pt x="3541" y="3923"/>
                  </a:lnTo>
                  <a:lnTo>
                    <a:pt x="4865" y="3941"/>
                  </a:lnTo>
                  <a:cubicBezTo>
                    <a:pt x="4868" y="3941"/>
                    <a:pt x="4871" y="3941"/>
                    <a:pt x="4875" y="3941"/>
                  </a:cubicBezTo>
                  <a:cubicBezTo>
                    <a:pt x="5213" y="3941"/>
                    <a:pt x="5401" y="3557"/>
                    <a:pt x="5203" y="3284"/>
                  </a:cubicBezTo>
                  <a:lnTo>
                    <a:pt x="4406" y="2225"/>
                  </a:lnTo>
                  <a:lnTo>
                    <a:pt x="4833" y="971"/>
                  </a:lnTo>
                  <a:cubicBezTo>
                    <a:pt x="4930" y="693"/>
                    <a:pt x="4719" y="428"/>
                    <a:pt x="4452" y="428"/>
                  </a:cubicBezTo>
                  <a:cubicBezTo>
                    <a:pt x="4407" y="428"/>
                    <a:pt x="4360" y="435"/>
                    <a:pt x="4313" y="452"/>
                  </a:cubicBezTo>
                  <a:lnTo>
                    <a:pt x="3060" y="871"/>
                  </a:lnTo>
                  <a:lnTo>
                    <a:pt x="1999" y="82"/>
                  </a:lnTo>
                  <a:cubicBezTo>
                    <a:pt x="1923" y="25"/>
                    <a:pt x="1837" y="0"/>
                    <a:pt x="17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 name="Google Shape;841;p53"/>
          <p:cNvGrpSpPr/>
          <p:nvPr/>
        </p:nvGrpSpPr>
        <p:grpSpPr>
          <a:xfrm>
            <a:off x="2364791" y="3857301"/>
            <a:ext cx="378076" cy="377914"/>
            <a:chOff x="2368906" y="4120359"/>
            <a:chExt cx="378076" cy="377914"/>
          </a:xfrm>
        </p:grpSpPr>
        <p:sp>
          <p:nvSpPr>
            <p:cNvPr id="842" name="Google Shape;842;p53"/>
            <p:cNvSpPr/>
            <p:nvPr/>
          </p:nvSpPr>
          <p:spPr>
            <a:xfrm>
              <a:off x="2368906" y="4120359"/>
              <a:ext cx="378076" cy="377914"/>
            </a:xfrm>
            <a:custGeom>
              <a:avLst/>
              <a:gdLst/>
              <a:ahLst/>
              <a:cxnLst/>
              <a:rect l="l" t="t" r="r" b="b"/>
              <a:pathLst>
                <a:path w="14021" h="14015" extrusionOk="0">
                  <a:moveTo>
                    <a:pt x="9227" y="822"/>
                  </a:moveTo>
                  <a:cubicBezTo>
                    <a:pt x="9407" y="822"/>
                    <a:pt x="9722" y="1091"/>
                    <a:pt x="10003" y="1837"/>
                  </a:cubicBezTo>
                  <a:cubicBezTo>
                    <a:pt x="10110" y="2126"/>
                    <a:pt x="10197" y="2439"/>
                    <a:pt x="10266" y="2783"/>
                  </a:cubicBezTo>
                  <a:cubicBezTo>
                    <a:pt x="9928" y="2752"/>
                    <a:pt x="9583" y="2739"/>
                    <a:pt x="9227" y="2739"/>
                  </a:cubicBezTo>
                  <a:cubicBezTo>
                    <a:pt x="8875" y="2739"/>
                    <a:pt x="8524" y="2752"/>
                    <a:pt x="8186" y="2783"/>
                  </a:cubicBezTo>
                  <a:cubicBezTo>
                    <a:pt x="8255" y="2439"/>
                    <a:pt x="8342" y="2126"/>
                    <a:pt x="8449" y="1837"/>
                  </a:cubicBezTo>
                  <a:cubicBezTo>
                    <a:pt x="8730" y="1091"/>
                    <a:pt x="9045" y="822"/>
                    <a:pt x="9227" y="822"/>
                  </a:cubicBezTo>
                  <a:close/>
                  <a:moveTo>
                    <a:pt x="7903" y="1053"/>
                  </a:moveTo>
                  <a:lnTo>
                    <a:pt x="7903" y="1053"/>
                  </a:lnTo>
                  <a:cubicBezTo>
                    <a:pt x="7828" y="1198"/>
                    <a:pt x="7753" y="1360"/>
                    <a:pt x="7685" y="1548"/>
                  </a:cubicBezTo>
                  <a:cubicBezTo>
                    <a:pt x="7535" y="1950"/>
                    <a:pt x="7414" y="2401"/>
                    <a:pt x="7327" y="2896"/>
                  </a:cubicBezTo>
                  <a:cubicBezTo>
                    <a:pt x="6838" y="2977"/>
                    <a:pt x="6381" y="3096"/>
                    <a:pt x="5985" y="3246"/>
                  </a:cubicBezTo>
                  <a:cubicBezTo>
                    <a:pt x="5797" y="3316"/>
                    <a:pt x="5635" y="3391"/>
                    <a:pt x="5484" y="3466"/>
                  </a:cubicBezTo>
                  <a:cubicBezTo>
                    <a:pt x="5886" y="2344"/>
                    <a:pt x="6775" y="1449"/>
                    <a:pt x="7903" y="1053"/>
                  </a:cubicBezTo>
                  <a:close/>
                  <a:moveTo>
                    <a:pt x="10555" y="1053"/>
                  </a:moveTo>
                  <a:lnTo>
                    <a:pt x="10555" y="1053"/>
                  </a:lnTo>
                  <a:cubicBezTo>
                    <a:pt x="11677" y="1449"/>
                    <a:pt x="12566" y="2344"/>
                    <a:pt x="12968" y="3466"/>
                  </a:cubicBezTo>
                  <a:cubicBezTo>
                    <a:pt x="12823" y="3391"/>
                    <a:pt x="12655" y="3316"/>
                    <a:pt x="12467" y="3246"/>
                  </a:cubicBezTo>
                  <a:cubicBezTo>
                    <a:pt x="12071" y="3096"/>
                    <a:pt x="11614" y="2977"/>
                    <a:pt x="11125" y="2896"/>
                  </a:cubicBezTo>
                  <a:cubicBezTo>
                    <a:pt x="11038" y="2401"/>
                    <a:pt x="10925" y="1950"/>
                    <a:pt x="10774" y="1548"/>
                  </a:cubicBezTo>
                  <a:cubicBezTo>
                    <a:pt x="10705" y="1360"/>
                    <a:pt x="10630" y="1198"/>
                    <a:pt x="10555" y="1053"/>
                  </a:cubicBezTo>
                  <a:close/>
                  <a:moveTo>
                    <a:pt x="7220" y="3749"/>
                  </a:moveTo>
                  <a:lnTo>
                    <a:pt x="7220" y="3749"/>
                  </a:lnTo>
                  <a:cubicBezTo>
                    <a:pt x="7189" y="4087"/>
                    <a:pt x="7177" y="4438"/>
                    <a:pt x="7177" y="4796"/>
                  </a:cubicBezTo>
                  <a:cubicBezTo>
                    <a:pt x="7177" y="5146"/>
                    <a:pt x="7189" y="5497"/>
                    <a:pt x="7220" y="5835"/>
                  </a:cubicBezTo>
                  <a:cubicBezTo>
                    <a:pt x="6876" y="5766"/>
                    <a:pt x="6557" y="5673"/>
                    <a:pt x="6274" y="5572"/>
                  </a:cubicBezTo>
                  <a:cubicBezTo>
                    <a:pt x="5522" y="5291"/>
                    <a:pt x="5259" y="4976"/>
                    <a:pt x="5259" y="4796"/>
                  </a:cubicBezTo>
                  <a:cubicBezTo>
                    <a:pt x="5259" y="4608"/>
                    <a:pt x="5522" y="4299"/>
                    <a:pt x="6274" y="4018"/>
                  </a:cubicBezTo>
                  <a:cubicBezTo>
                    <a:pt x="6557" y="3911"/>
                    <a:pt x="6876" y="3824"/>
                    <a:pt x="7220" y="3749"/>
                  </a:cubicBezTo>
                  <a:close/>
                  <a:moveTo>
                    <a:pt x="11238" y="3749"/>
                  </a:moveTo>
                  <a:cubicBezTo>
                    <a:pt x="11576" y="3824"/>
                    <a:pt x="11897" y="3911"/>
                    <a:pt x="12178" y="4018"/>
                  </a:cubicBezTo>
                  <a:cubicBezTo>
                    <a:pt x="12930" y="4299"/>
                    <a:pt x="13193" y="4608"/>
                    <a:pt x="13193" y="4796"/>
                  </a:cubicBezTo>
                  <a:cubicBezTo>
                    <a:pt x="13193" y="4976"/>
                    <a:pt x="12930" y="5291"/>
                    <a:pt x="12178" y="5572"/>
                  </a:cubicBezTo>
                  <a:cubicBezTo>
                    <a:pt x="11897" y="5673"/>
                    <a:pt x="11576" y="5766"/>
                    <a:pt x="11238" y="5835"/>
                  </a:cubicBezTo>
                  <a:cubicBezTo>
                    <a:pt x="11263" y="5497"/>
                    <a:pt x="11281" y="5146"/>
                    <a:pt x="11281" y="4796"/>
                  </a:cubicBezTo>
                  <a:cubicBezTo>
                    <a:pt x="11281" y="4438"/>
                    <a:pt x="11263" y="4087"/>
                    <a:pt x="11238" y="3749"/>
                  </a:cubicBezTo>
                  <a:close/>
                  <a:moveTo>
                    <a:pt x="9227" y="3561"/>
                  </a:moveTo>
                  <a:cubicBezTo>
                    <a:pt x="9627" y="3561"/>
                    <a:pt x="10022" y="3579"/>
                    <a:pt x="10398" y="3622"/>
                  </a:cubicBezTo>
                  <a:cubicBezTo>
                    <a:pt x="10436" y="3998"/>
                    <a:pt x="10460" y="4388"/>
                    <a:pt x="10460" y="4796"/>
                  </a:cubicBezTo>
                  <a:cubicBezTo>
                    <a:pt x="10460" y="5196"/>
                    <a:pt x="10436" y="5591"/>
                    <a:pt x="10398" y="5961"/>
                  </a:cubicBezTo>
                  <a:cubicBezTo>
                    <a:pt x="10022" y="6005"/>
                    <a:pt x="9627" y="6023"/>
                    <a:pt x="9227" y="6023"/>
                  </a:cubicBezTo>
                  <a:cubicBezTo>
                    <a:pt x="8825" y="6023"/>
                    <a:pt x="8429" y="6005"/>
                    <a:pt x="8053" y="5961"/>
                  </a:cubicBezTo>
                  <a:cubicBezTo>
                    <a:pt x="8016" y="5585"/>
                    <a:pt x="7998" y="5196"/>
                    <a:pt x="7998" y="4796"/>
                  </a:cubicBezTo>
                  <a:cubicBezTo>
                    <a:pt x="7998" y="4388"/>
                    <a:pt x="8016" y="3998"/>
                    <a:pt x="8053" y="3622"/>
                  </a:cubicBezTo>
                  <a:cubicBezTo>
                    <a:pt x="8429" y="3579"/>
                    <a:pt x="8825" y="3561"/>
                    <a:pt x="9227" y="3561"/>
                  </a:cubicBezTo>
                  <a:close/>
                  <a:moveTo>
                    <a:pt x="5484" y="6118"/>
                  </a:moveTo>
                  <a:cubicBezTo>
                    <a:pt x="5629" y="6193"/>
                    <a:pt x="5797" y="6268"/>
                    <a:pt x="5985" y="6337"/>
                  </a:cubicBezTo>
                  <a:cubicBezTo>
                    <a:pt x="6381" y="6488"/>
                    <a:pt x="6838" y="6607"/>
                    <a:pt x="7333" y="6688"/>
                  </a:cubicBezTo>
                  <a:cubicBezTo>
                    <a:pt x="7402" y="7108"/>
                    <a:pt x="7497" y="7496"/>
                    <a:pt x="7616" y="7842"/>
                  </a:cubicBezTo>
                  <a:cubicBezTo>
                    <a:pt x="7440" y="7923"/>
                    <a:pt x="7283" y="8036"/>
                    <a:pt x="7158" y="8180"/>
                  </a:cubicBezTo>
                  <a:cubicBezTo>
                    <a:pt x="6369" y="7697"/>
                    <a:pt x="5779" y="6969"/>
                    <a:pt x="5484" y="6118"/>
                  </a:cubicBezTo>
                  <a:close/>
                  <a:moveTo>
                    <a:pt x="12968" y="6118"/>
                  </a:moveTo>
                  <a:lnTo>
                    <a:pt x="12968" y="6118"/>
                  </a:lnTo>
                  <a:cubicBezTo>
                    <a:pt x="12566" y="7240"/>
                    <a:pt x="11677" y="8135"/>
                    <a:pt x="10555" y="8530"/>
                  </a:cubicBezTo>
                  <a:cubicBezTo>
                    <a:pt x="10630" y="8386"/>
                    <a:pt x="10705" y="8224"/>
                    <a:pt x="10774" y="8036"/>
                  </a:cubicBezTo>
                  <a:cubicBezTo>
                    <a:pt x="10925" y="7634"/>
                    <a:pt x="11038" y="7183"/>
                    <a:pt x="11125" y="6688"/>
                  </a:cubicBezTo>
                  <a:cubicBezTo>
                    <a:pt x="11614" y="6607"/>
                    <a:pt x="12071" y="6488"/>
                    <a:pt x="12467" y="6337"/>
                  </a:cubicBezTo>
                  <a:cubicBezTo>
                    <a:pt x="12655" y="6268"/>
                    <a:pt x="12823" y="6193"/>
                    <a:pt x="12968" y="6118"/>
                  </a:cubicBezTo>
                  <a:close/>
                  <a:moveTo>
                    <a:pt x="8186" y="6801"/>
                  </a:moveTo>
                  <a:lnTo>
                    <a:pt x="8186" y="6801"/>
                  </a:lnTo>
                  <a:cubicBezTo>
                    <a:pt x="8524" y="6832"/>
                    <a:pt x="8875" y="6844"/>
                    <a:pt x="9227" y="6844"/>
                  </a:cubicBezTo>
                  <a:cubicBezTo>
                    <a:pt x="9583" y="6844"/>
                    <a:pt x="9928" y="6832"/>
                    <a:pt x="10266" y="6801"/>
                  </a:cubicBezTo>
                  <a:lnTo>
                    <a:pt x="10266" y="6801"/>
                  </a:lnTo>
                  <a:cubicBezTo>
                    <a:pt x="10197" y="7145"/>
                    <a:pt x="10110" y="7466"/>
                    <a:pt x="10003" y="7747"/>
                  </a:cubicBezTo>
                  <a:cubicBezTo>
                    <a:pt x="9815" y="8248"/>
                    <a:pt x="9615" y="8536"/>
                    <a:pt x="9445" y="8669"/>
                  </a:cubicBezTo>
                  <a:lnTo>
                    <a:pt x="9401" y="8562"/>
                  </a:lnTo>
                  <a:cubicBezTo>
                    <a:pt x="9239" y="8142"/>
                    <a:pt x="8881" y="7848"/>
                    <a:pt x="8455" y="7753"/>
                  </a:cubicBezTo>
                  <a:cubicBezTo>
                    <a:pt x="8348" y="7472"/>
                    <a:pt x="8255" y="7151"/>
                    <a:pt x="8186" y="6801"/>
                  </a:cubicBezTo>
                  <a:close/>
                  <a:moveTo>
                    <a:pt x="8160" y="8543"/>
                  </a:moveTo>
                  <a:cubicBezTo>
                    <a:pt x="8374" y="8543"/>
                    <a:pt x="8562" y="8669"/>
                    <a:pt x="8637" y="8869"/>
                  </a:cubicBezTo>
                  <a:lnTo>
                    <a:pt x="9690" y="11501"/>
                  </a:lnTo>
                  <a:cubicBezTo>
                    <a:pt x="9803" y="11782"/>
                    <a:pt x="9858" y="12083"/>
                    <a:pt x="9858" y="12384"/>
                  </a:cubicBezTo>
                  <a:cubicBezTo>
                    <a:pt x="9858" y="12829"/>
                    <a:pt x="9496" y="13193"/>
                    <a:pt x="9045" y="13193"/>
                  </a:cubicBezTo>
                  <a:cubicBezTo>
                    <a:pt x="8869" y="13193"/>
                    <a:pt x="8687" y="13136"/>
                    <a:pt x="8550" y="13023"/>
                  </a:cubicBezTo>
                  <a:lnTo>
                    <a:pt x="6963" y="11776"/>
                  </a:lnTo>
                  <a:cubicBezTo>
                    <a:pt x="6888" y="11721"/>
                    <a:pt x="6800" y="11689"/>
                    <a:pt x="6707" y="11689"/>
                  </a:cubicBezTo>
                  <a:lnTo>
                    <a:pt x="3974" y="11689"/>
                  </a:lnTo>
                  <a:cubicBezTo>
                    <a:pt x="3879" y="11689"/>
                    <a:pt x="3792" y="11721"/>
                    <a:pt x="3717" y="11776"/>
                  </a:cubicBezTo>
                  <a:lnTo>
                    <a:pt x="2132" y="13023"/>
                  </a:lnTo>
                  <a:cubicBezTo>
                    <a:pt x="1993" y="13136"/>
                    <a:pt x="1811" y="13193"/>
                    <a:pt x="1637" y="13193"/>
                  </a:cubicBezTo>
                  <a:cubicBezTo>
                    <a:pt x="1185" y="13193"/>
                    <a:pt x="821" y="12829"/>
                    <a:pt x="821" y="12384"/>
                  </a:cubicBezTo>
                  <a:cubicBezTo>
                    <a:pt x="821" y="12083"/>
                    <a:pt x="879" y="11782"/>
                    <a:pt x="991" y="11501"/>
                  </a:cubicBezTo>
                  <a:lnTo>
                    <a:pt x="2044" y="8869"/>
                  </a:lnTo>
                  <a:cubicBezTo>
                    <a:pt x="2120" y="8669"/>
                    <a:pt x="2308" y="8543"/>
                    <a:pt x="2520" y="8543"/>
                  </a:cubicBezTo>
                  <a:cubicBezTo>
                    <a:pt x="2696" y="8543"/>
                    <a:pt x="2864" y="8637"/>
                    <a:pt x="2959" y="8794"/>
                  </a:cubicBezTo>
                  <a:lnTo>
                    <a:pt x="3097" y="9025"/>
                  </a:lnTo>
                  <a:cubicBezTo>
                    <a:pt x="3172" y="9150"/>
                    <a:pt x="3309" y="9225"/>
                    <a:pt x="3454" y="9225"/>
                  </a:cubicBezTo>
                  <a:lnTo>
                    <a:pt x="7226" y="9225"/>
                  </a:lnTo>
                  <a:cubicBezTo>
                    <a:pt x="7371" y="9225"/>
                    <a:pt x="7509" y="9150"/>
                    <a:pt x="7584" y="9025"/>
                  </a:cubicBezTo>
                  <a:lnTo>
                    <a:pt x="7723" y="8794"/>
                  </a:lnTo>
                  <a:cubicBezTo>
                    <a:pt x="7816" y="8637"/>
                    <a:pt x="7986" y="8543"/>
                    <a:pt x="8160" y="8543"/>
                  </a:cubicBezTo>
                  <a:close/>
                  <a:moveTo>
                    <a:pt x="9227" y="0"/>
                  </a:moveTo>
                  <a:cubicBezTo>
                    <a:pt x="6587" y="0"/>
                    <a:pt x="4437" y="2150"/>
                    <a:pt x="4437" y="4796"/>
                  </a:cubicBezTo>
                  <a:cubicBezTo>
                    <a:pt x="4437" y="5704"/>
                    <a:pt x="4695" y="6587"/>
                    <a:pt x="5177" y="7353"/>
                  </a:cubicBezTo>
                  <a:cubicBezTo>
                    <a:pt x="5429" y="7747"/>
                    <a:pt x="5736" y="8105"/>
                    <a:pt x="6086" y="8406"/>
                  </a:cubicBezTo>
                  <a:lnTo>
                    <a:pt x="3685" y="8406"/>
                  </a:lnTo>
                  <a:lnTo>
                    <a:pt x="3661" y="8368"/>
                  </a:lnTo>
                  <a:cubicBezTo>
                    <a:pt x="3422" y="7972"/>
                    <a:pt x="2984" y="7721"/>
                    <a:pt x="2520" y="7721"/>
                  </a:cubicBezTo>
                  <a:cubicBezTo>
                    <a:pt x="1969" y="7721"/>
                    <a:pt x="1480" y="8054"/>
                    <a:pt x="1279" y="8562"/>
                  </a:cubicBezTo>
                  <a:lnTo>
                    <a:pt x="232" y="11194"/>
                  </a:lnTo>
                  <a:cubicBezTo>
                    <a:pt x="81" y="11576"/>
                    <a:pt x="0" y="11978"/>
                    <a:pt x="0" y="12384"/>
                  </a:cubicBezTo>
                  <a:cubicBezTo>
                    <a:pt x="0" y="13287"/>
                    <a:pt x="734" y="14015"/>
                    <a:pt x="1637" y="14015"/>
                  </a:cubicBezTo>
                  <a:cubicBezTo>
                    <a:pt x="1999" y="14015"/>
                    <a:pt x="2357" y="13896"/>
                    <a:pt x="2638" y="13670"/>
                  </a:cubicBezTo>
                  <a:lnTo>
                    <a:pt x="4113" y="12510"/>
                  </a:lnTo>
                  <a:lnTo>
                    <a:pt x="6569" y="12510"/>
                  </a:lnTo>
                  <a:lnTo>
                    <a:pt x="8041" y="13670"/>
                  </a:lnTo>
                  <a:cubicBezTo>
                    <a:pt x="8324" y="13896"/>
                    <a:pt x="8681" y="14015"/>
                    <a:pt x="9045" y="14015"/>
                  </a:cubicBezTo>
                  <a:cubicBezTo>
                    <a:pt x="9947" y="14015"/>
                    <a:pt x="10680" y="13287"/>
                    <a:pt x="10680" y="12384"/>
                  </a:cubicBezTo>
                  <a:cubicBezTo>
                    <a:pt x="10680" y="11978"/>
                    <a:pt x="10598" y="11576"/>
                    <a:pt x="10448" y="11194"/>
                  </a:cubicBezTo>
                  <a:lnTo>
                    <a:pt x="9797" y="9552"/>
                  </a:lnTo>
                  <a:cubicBezTo>
                    <a:pt x="12172" y="9271"/>
                    <a:pt x="14020" y="7240"/>
                    <a:pt x="14020" y="4796"/>
                  </a:cubicBezTo>
                  <a:cubicBezTo>
                    <a:pt x="14020" y="2150"/>
                    <a:pt x="11871" y="0"/>
                    <a:pt x="92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53"/>
            <p:cNvSpPr/>
            <p:nvPr/>
          </p:nvSpPr>
          <p:spPr>
            <a:xfrm>
              <a:off x="2568339" y="4391250"/>
              <a:ext cx="22165" cy="22165"/>
            </a:xfrm>
            <a:custGeom>
              <a:avLst/>
              <a:gdLst/>
              <a:ahLst/>
              <a:cxnLst/>
              <a:rect l="l" t="t" r="r" b="b"/>
              <a:pathLst>
                <a:path w="822" h="822" extrusionOk="0">
                  <a:moveTo>
                    <a:pt x="408" y="1"/>
                  </a:moveTo>
                  <a:cubicBezTo>
                    <a:pt x="182" y="1"/>
                    <a:pt x="0" y="183"/>
                    <a:pt x="0" y="414"/>
                  </a:cubicBezTo>
                  <a:cubicBezTo>
                    <a:pt x="0" y="640"/>
                    <a:pt x="182" y="822"/>
                    <a:pt x="408" y="822"/>
                  </a:cubicBezTo>
                  <a:cubicBezTo>
                    <a:pt x="633" y="822"/>
                    <a:pt x="821" y="640"/>
                    <a:pt x="821" y="414"/>
                  </a:cubicBezTo>
                  <a:cubicBezTo>
                    <a:pt x="821" y="183"/>
                    <a:pt x="633"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53"/>
            <p:cNvSpPr/>
            <p:nvPr/>
          </p:nvSpPr>
          <p:spPr>
            <a:xfrm>
              <a:off x="2523873" y="4391250"/>
              <a:ext cx="22327" cy="22165"/>
            </a:xfrm>
            <a:custGeom>
              <a:avLst/>
              <a:gdLst/>
              <a:ahLst/>
              <a:cxnLst/>
              <a:rect l="l" t="t" r="r" b="b"/>
              <a:pathLst>
                <a:path w="828" h="822" extrusionOk="0">
                  <a:moveTo>
                    <a:pt x="414" y="1"/>
                  </a:moveTo>
                  <a:cubicBezTo>
                    <a:pt x="189" y="1"/>
                    <a:pt x="1" y="183"/>
                    <a:pt x="1" y="414"/>
                  </a:cubicBezTo>
                  <a:cubicBezTo>
                    <a:pt x="1" y="640"/>
                    <a:pt x="189" y="822"/>
                    <a:pt x="414" y="822"/>
                  </a:cubicBezTo>
                  <a:cubicBezTo>
                    <a:pt x="640" y="822"/>
                    <a:pt x="828" y="640"/>
                    <a:pt x="828" y="414"/>
                  </a:cubicBezTo>
                  <a:cubicBezTo>
                    <a:pt x="828" y="183"/>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53"/>
            <p:cNvSpPr/>
            <p:nvPr/>
          </p:nvSpPr>
          <p:spPr>
            <a:xfrm>
              <a:off x="2435320" y="4391250"/>
              <a:ext cx="59188" cy="22165"/>
            </a:xfrm>
            <a:custGeom>
              <a:avLst/>
              <a:gdLst/>
              <a:ahLst/>
              <a:cxnLst/>
              <a:rect l="l" t="t" r="r" b="b"/>
              <a:pathLst>
                <a:path w="2195" h="822" extrusionOk="0">
                  <a:moveTo>
                    <a:pt x="415" y="1"/>
                  </a:moveTo>
                  <a:cubicBezTo>
                    <a:pt x="189" y="1"/>
                    <a:pt x="1" y="183"/>
                    <a:pt x="1" y="414"/>
                  </a:cubicBezTo>
                  <a:cubicBezTo>
                    <a:pt x="1" y="640"/>
                    <a:pt x="189" y="822"/>
                    <a:pt x="415" y="822"/>
                  </a:cubicBezTo>
                  <a:lnTo>
                    <a:pt x="1780" y="822"/>
                  </a:lnTo>
                  <a:cubicBezTo>
                    <a:pt x="2006" y="822"/>
                    <a:pt x="2194" y="640"/>
                    <a:pt x="2194" y="414"/>
                  </a:cubicBezTo>
                  <a:cubicBezTo>
                    <a:pt x="2194" y="183"/>
                    <a:pt x="2006" y="1"/>
                    <a:pt x="17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 name="Google Shape;846;p53"/>
          <p:cNvGrpSpPr/>
          <p:nvPr/>
        </p:nvGrpSpPr>
        <p:grpSpPr>
          <a:xfrm>
            <a:off x="2394534" y="3241636"/>
            <a:ext cx="318591" cy="377968"/>
            <a:chOff x="2389857" y="3546436"/>
            <a:chExt cx="318591" cy="377968"/>
          </a:xfrm>
        </p:grpSpPr>
        <p:sp>
          <p:nvSpPr>
            <p:cNvPr id="847" name="Google Shape;847;p53"/>
            <p:cNvSpPr/>
            <p:nvPr/>
          </p:nvSpPr>
          <p:spPr>
            <a:xfrm>
              <a:off x="2478410" y="3590740"/>
              <a:ext cx="110718" cy="22165"/>
            </a:xfrm>
            <a:custGeom>
              <a:avLst/>
              <a:gdLst/>
              <a:ahLst/>
              <a:cxnLst/>
              <a:rect l="l" t="t" r="r" b="b"/>
              <a:pathLst>
                <a:path w="4106" h="822" extrusionOk="0">
                  <a:moveTo>
                    <a:pt x="408" y="0"/>
                  </a:moveTo>
                  <a:cubicBezTo>
                    <a:pt x="182" y="0"/>
                    <a:pt x="0" y="182"/>
                    <a:pt x="0" y="414"/>
                  </a:cubicBezTo>
                  <a:cubicBezTo>
                    <a:pt x="0" y="639"/>
                    <a:pt x="182" y="821"/>
                    <a:pt x="408" y="821"/>
                  </a:cubicBezTo>
                  <a:lnTo>
                    <a:pt x="3699" y="821"/>
                  </a:lnTo>
                  <a:cubicBezTo>
                    <a:pt x="3925" y="821"/>
                    <a:pt x="4105" y="639"/>
                    <a:pt x="4105" y="414"/>
                  </a:cubicBezTo>
                  <a:cubicBezTo>
                    <a:pt x="4105" y="182"/>
                    <a:pt x="3925" y="0"/>
                    <a:pt x="36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53"/>
            <p:cNvSpPr/>
            <p:nvPr/>
          </p:nvSpPr>
          <p:spPr>
            <a:xfrm>
              <a:off x="2478410" y="3634989"/>
              <a:ext cx="110718" cy="22165"/>
            </a:xfrm>
            <a:custGeom>
              <a:avLst/>
              <a:gdLst/>
              <a:ahLst/>
              <a:cxnLst/>
              <a:rect l="l" t="t" r="r" b="b"/>
              <a:pathLst>
                <a:path w="4106" h="822" extrusionOk="0">
                  <a:moveTo>
                    <a:pt x="408" y="0"/>
                  </a:moveTo>
                  <a:cubicBezTo>
                    <a:pt x="182" y="0"/>
                    <a:pt x="0" y="188"/>
                    <a:pt x="0" y="414"/>
                  </a:cubicBezTo>
                  <a:cubicBezTo>
                    <a:pt x="0" y="639"/>
                    <a:pt x="182" y="821"/>
                    <a:pt x="408" y="821"/>
                  </a:cubicBezTo>
                  <a:lnTo>
                    <a:pt x="3699" y="821"/>
                  </a:lnTo>
                  <a:cubicBezTo>
                    <a:pt x="3925" y="821"/>
                    <a:pt x="4105" y="639"/>
                    <a:pt x="4105" y="414"/>
                  </a:cubicBezTo>
                  <a:cubicBezTo>
                    <a:pt x="4105" y="188"/>
                    <a:pt x="3925" y="0"/>
                    <a:pt x="36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53"/>
            <p:cNvSpPr/>
            <p:nvPr/>
          </p:nvSpPr>
          <p:spPr>
            <a:xfrm>
              <a:off x="2434161" y="3634989"/>
              <a:ext cx="22138" cy="22165"/>
            </a:xfrm>
            <a:custGeom>
              <a:avLst/>
              <a:gdLst/>
              <a:ahLst/>
              <a:cxnLst/>
              <a:rect l="l" t="t" r="r" b="b"/>
              <a:pathLst>
                <a:path w="821" h="822" extrusionOk="0">
                  <a:moveTo>
                    <a:pt x="406" y="0"/>
                  </a:moveTo>
                  <a:cubicBezTo>
                    <a:pt x="181" y="0"/>
                    <a:pt x="0" y="188"/>
                    <a:pt x="0" y="414"/>
                  </a:cubicBezTo>
                  <a:cubicBezTo>
                    <a:pt x="0" y="639"/>
                    <a:pt x="181" y="821"/>
                    <a:pt x="406" y="821"/>
                  </a:cubicBezTo>
                  <a:cubicBezTo>
                    <a:pt x="640" y="821"/>
                    <a:pt x="820" y="639"/>
                    <a:pt x="820" y="414"/>
                  </a:cubicBezTo>
                  <a:cubicBezTo>
                    <a:pt x="820" y="188"/>
                    <a:pt x="640" y="0"/>
                    <a:pt x="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53"/>
            <p:cNvSpPr/>
            <p:nvPr/>
          </p:nvSpPr>
          <p:spPr>
            <a:xfrm>
              <a:off x="2478410" y="3679266"/>
              <a:ext cx="110718" cy="22192"/>
            </a:xfrm>
            <a:custGeom>
              <a:avLst/>
              <a:gdLst/>
              <a:ahLst/>
              <a:cxnLst/>
              <a:rect l="l" t="t" r="r" b="b"/>
              <a:pathLst>
                <a:path w="4106" h="823" extrusionOk="0">
                  <a:moveTo>
                    <a:pt x="408" y="1"/>
                  </a:moveTo>
                  <a:cubicBezTo>
                    <a:pt x="182" y="1"/>
                    <a:pt x="0" y="189"/>
                    <a:pt x="0" y="414"/>
                  </a:cubicBezTo>
                  <a:cubicBezTo>
                    <a:pt x="0" y="640"/>
                    <a:pt x="182" y="822"/>
                    <a:pt x="408" y="822"/>
                  </a:cubicBezTo>
                  <a:lnTo>
                    <a:pt x="3699" y="822"/>
                  </a:lnTo>
                  <a:cubicBezTo>
                    <a:pt x="3925" y="822"/>
                    <a:pt x="4105" y="640"/>
                    <a:pt x="4105" y="414"/>
                  </a:cubicBezTo>
                  <a:cubicBezTo>
                    <a:pt x="4105" y="189"/>
                    <a:pt x="3925" y="1"/>
                    <a:pt x="36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53"/>
            <p:cNvSpPr/>
            <p:nvPr/>
          </p:nvSpPr>
          <p:spPr>
            <a:xfrm>
              <a:off x="2434161" y="3679266"/>
              <a:ext cx="22138" cy="22192"/>
            </a:xfrm>
            <a:custGeom>
              <a:avLst/>
              <a:gdLst/>
              <a:ahLst/>
              <a:cxnLst/>
              <a:rect l="l" t="t" r="r" b="b"/>
              <a:pathLst>
                <a:path w="821" h="823" extrusionOk="0">
                  <a:moveTo>
                    <a:pt x="406" y="1"/>
                  </a:moveTo>
                  <a:cubicBezTo>
                    <a:pt x="181" y="1"/>
                    <a:pt x="0" y="189"/>
                    <a:pt x="0" y="414"/>
                  </a:cubicBezTo>
                  <a:cubicBezTo>
                    <a:pt x="0" y="640"/>
                    <a:pt x="181" y="822"/>
                    <a:pt x="406" y="822"/>
                  </a:cubicBezTo>
                  <a:cubicBezTo>
                    <a:pt x="640" y="822"/>
                    <a:pt x="820" y="640"/>
                    <a:pt x="820" y="414"/>
                  </a:cubicBezTo>
                  <a:cubicBezTo>
                    <a:pt x="820" y="189"/>
                    <a:pt x="640" y="1"/>
                    <a:pt x="4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53"/>
            <p:cNvSpPr/>
            <p:nvPr/>
          </p:nvSpPr>
          <p:spPr>
            <a:xfrm>
              <a:off x="2478410" y="3723569"/>
              <a:ext cx="110718" cy="22165"/>
            </a:xfrm>
            <a:custGeom>
              <a:avLst/>
              <a:gdLst/>
              <a:ahLst/>
              <a:cxnLst/>
              <a:rect l="l" t="t" r="r" b="b"/>
              <a:pathLst>
                <a:path w="4106" h="822" extrusionOk="0">
                  <a:moveTo>
                    <a:pt x="408" y="0"/>
                  </a:moveTo>
                  <a:cubicBezTo>
                    <a:pt x="182" y="0"/>
                    <a:pt x="0" y="188"/>
                    <a:pt x="0" y="414"/>
                  </a:cubicBezTo>
                  <a:cubicBezTo>
                    <a:pt x="0" y="640"/>
                    <a:pt x="182" y="822"/>
                    <a:pt x="408" y="822"/>
                  </a:cubicBezTo>
                  <a:lnTo>
                    <a:pt x="3699" y="822"/>
                  </a:lnTo>
                  <a:cubicBezTo>
                    <a:pt x="3925" y="822"/>
                    <a:pt x="4105" y="640"/>
                    <a:pt x="4105" y="414"/>
                  </a:cubicBezTo>
                  <a:cubicBezTo>
                    <a:pt x="4105" y="188"/>
                    <a:pt x="3925" y="0"/>
                    <a:pt x="36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53"/>
            <p:cNvSpPr/>
            <p:nvPr/>
          </p:nvSpPr>
          <p:spPr>
            <a:xfrm>
              <a:off x="2434161" y="3723569"/>
              <a:ext cx="22138" cy="22165"/>
            </a:xfrm>
            <a:custGeom>
              <a:avLst/>
              <a:gdLst/>
              <a:ahLst/>
              <a:cxnLst/>
              <a:rect l="l" t="t" r="r" b="b"/>
              <a:pathLst>
                <a:path w="821" h="822" extrusionOk="0">
                  <a:moveTo>
                    <a:pt x="406" y="0"/>
                  </a:moveTo>
                  <a:cubicBezTo>
                    <a:pt x="181" y="0"/>
                    <a:pt x="0" y="188"/>
                    <a:pt x="0" y="414"/>
                  </a:cubicBezTo>
                  <a:cubicBezTo>
                    <a:pt x="0" y="640"/>
                    <a:pt x="181" y="822"/>
                    <a:pt x="406" y="822"/>
                  </a:cubicBezTo>
                  <a:cubicBezTo>
                    <a:pt x="640" y="822"/>
                    <a:pt x="820" y="640"/>
                    <a:pt x="820" y="414"/>
                  </a:cubicBezTo>
                  <a:cubicBezTo>
                    <a:pt x="820" y="188"/>
                    <a:pt x="640" y="0"/>
                    <a:pt x="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53"/>
            <p:cNvSpPr/>
            <p:nvPr/>
          </p:nvSpPr>
          <p:spPr>
            <a:xfrm>
              <a:off x="2434161" y="3767819"/>
              <a:ext cx="22138" cy="22165"/>
            </a:xfrm>
            <a:custGeom>
              <a:avLst/>
              <a:gdLst/>
              <a:ahLst/>
              <a:cxnLst/>
              <a:rect l="l" t="t" r="r" b="b"/>
              <a:pathLst>
                <a:path w="821" h="822" extrusionOk="0">
                  <a:moveTo>
                    <a:pt x="406" y="0"/>
                  </a:moveTo>
                  <a:cubicBezTo>
                    <a:pt x="181" y="0"/>
                    <a:pt x="0" y="188"/>
                    <a:pt x="0" y="414"/>
                  </a:cubicBezTo>
                  <a:cubicBezTo>
                    <a:pt x="0" y="640"/>
                    <a:pt x="181" y="822"/>
                    <a:pt x="406" y="822"/>
                  </a:cubicBezTo>
                  <a:cubicBezTo>
                    <a:pt x="640" y="822"/>
                    <a:pt x="820" y="640"/>
                    <a:pt x="820" y="414"/>
                  </a:cubicBezTo>
                  <a:cubicBezTo>
                    <a:pt x="820" y="188"/>
                    <a:pt x="640" y="0"/>
                    <a:pt x="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53"/>
            <p:cNvSpPr/>
            <p:nvPr/>
          </p:nvSpPr>
          <p:spPr>
            <a:xfrm>
              <a:off x="2434161" y="3812095"/>
              <a:ext cx="22138" cy="22192"/>
            </a:xfrm>
            <a:custGeom>
              <a:avLst/>
              <a:gdLst/>
              <a:ahLst/>
              <a:cxnLst/>
              <a:rect l="l" t="t" r="r" b="b"/>
              <a:pathLst>
                <a:path w="821" h="823" extrusionOk="0">
                  <a:moveTo>
                    <a:pt x="406" y="1"/>
                  </a:moveTo>
                  <a:cubicBezTo>
                    <a:pt x="181" y="1"/>
                    <a:pt x="0" y="189"/>
                    <a:pt x="0" y="414"/>
                  </a:cubicBezTo>
                  <a:cubicBezTo>
                    <a:pt x="0" y="640"/>
                    <a:pt x="181" y="822"/>
                    <a:pt x="406" y="822"/>
                  </a:cubicBezTo>
                  <a:cubicBezTo>
                    <a:pt x="640" y="822"/>
                    <a:pt x="820" y="640"/>
                    <a:pt x="820" y="414"/>
                  </a:cubicBezTo>
                  <a:cubicBezTo>
                    <a:pt x="820" y="189"/>
                    <a:pt x="640" y="1"/>
                    <a:pt x="4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53"/>
            <p:cNvSpPr/>
            <p:nvPr/>
          </p:nvSpPr>
          <p:spPr>
            <a:xfrm>
              <a:off x="2434161" y="3590740"/>
              <a:ext cx="22138" cy="22165"/>
            </a:xfrm>
            <a:custGeom>
              <a:avLst/>
              <a:gdLst/>
              <a:ahLst/>
              <a:cxnLst/>
              <a:rect l="l" t="t" r="r" b="b"/>
              <a:pathLst>
                <a:path w="821" h="822" extrusionOk="0">
                  <a:moveTo>
                    <a:pt x="406" y="0"/>
                  </a:moveTo>
                  <a:cubicBezTo>
                    <a:pt x="181" y="0"/>
                    <a:pt x="0" y="182"/>
                    <a:pt x="0" y="414"/>
                  </a:cubicBezTo>
                  <a:cubicBezTo>
                    <a:pt x="0" y="639"/>
                    <a:pt x="181" y="821"/>
                    <a:pt x="406" y="821"/>
                  </a:cubicBezTo>
                  <a:cubicBezTo>
                    <a:pt x="640" y="821"/>
                    <a:pt x="820" y="639"/>
                    <a:pt x="820" y="414"/>
                  </a:cubicBezTo>
                  <a:cubicBezTo>
                    <a:pt x="820" y="182"/>
                    <a:pt x="640" y="0"/>
                    <a:pt x="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53"/>
            <p:cNvSpPr/>
            <p:nvPr/>
          </p:nvSpPr>
          <p:spPr>
            <a:xfrm>
              <a:off x="2389857" y="3546436"/>
              <a:ext cx="318591" cy="377968"/>
            </a:xfrm>
            <a:custGeom>
              <a:avLst/>
              <a:gdLst/>
              <a:ahLst/>
              <a:cxnLst/>
              <a:rect l="l" t="t" r="r" b="b"/>
              <a:pathLst>
                <a:path w="11815" h="14017" extrusionOk="0">
                  <a:moveTo>
                    <a:pt x="8624" y="10185"/>
                  </a:moveTo>
                  <a:cubicBezTo>
                    <a:pt x="8925" y="10185"/>
                    <a:pt x="9170" y="10429"/>
                    <a:pt x="9170" y="10730"/>
                  </a:cubicBezTo>
                  <a:cubicBezTo>
                    <a:pt x="9170" y="11031"/>
                    <a:pt x="8925" y="11282"/>
                    <a:pt x="8624" y="11282"/>
                  </a:cubicBezTo>
                  <a:cubicBezTo>
                    <a:pt x="8317" y="11282"/>
                    <a:pt x="8074" y="11031"/>
                    <a:pt x="8074" y="10730"/>
                  </a:cubicBezTo>
                  <a:cubicBezTo>
                    <a:pt x="8074" y="10429"/>
                    <a:pt x="8317" y="10185"/>
                    <a:pt x="8624" y="10185"/>
                  </a:cubicBezTo>
                  <a:close/>
                  <a:moveTo>
                    <a:pt x="8211" y="822"/>
                  </a:moveTo>
                  <a:lnTo>
                    <a:pt x="8211" y="7747"/>
                  </a:lnTo>
                  <a:cubicBezTo>
                    <a:pt x="7747" y="7810"/>
                    <a:pt x="7308" y="7973"/>
                    <a:pt x="6932" y="8210"/>
                  </a:cubicBezTo>
                  <a:lnTo>
                    <a:pt x="3704" y="8210"/>
                  </a:lnTo>
                  <a:cubicBezTo>
                    <a:pt x="3492" y="8210"/>
                    <a:pt x="3310" y="8368"/>
                    <a:pt x="3284" y="8574"/>
                  </a:cubicBezTo>
                  <a:cubicBezTo>
                    <a:pt x="3260" y="8826"/>
                    <a:pt x="3454" y="9032"/>
                    <a:pt x="3692" y="9032"/>
                  </a:cubicBezTo>
                  <a:lnTo>
                    <a:pt x="6067" y="9032"/>
                  </a:lnTo>
                  <a:cubicBezTo>
                    <a:pt x="5885" y="9283"/>
                    <a:pt x="5742" y="9558"/>
                    <a:pt x="5641" y="9853"/>
                  </a:cubicBezTo>
                  <a:lnTo>
                    <a:pt x="3704" y="9853"/>
                  </a:lnTo>
                  <a:cubicBezTo>
                    <a:pt x="3498" y="9853"/>
                    <a:pt x="3310" y="10009"/>
                    <a:pt x="3284" y="10217"/>
                  </a:cubicBezTo>
                  <a:cubicBezTo>
                    <a:pt x="3260" y="10467"/>
                    <a:pt x="3454" y="10674"/>
                    <a:pt x="3692" y="10674"/>
                  </a:cubicBezTo>
                  <a:lnTo>
                    <a:pt x="5479" y="10674"/>
                  </a:lnTo>
                  <a:cubicBezTo>
                    <a:pt x="5479" y="10743"/>
                    <a:pt x="5471" y="10805"/>
                    <a:pt x="5471" y="10868"/>
                  </a:cubicBezTo>
                  <a:cubicBezTo>
                    <a:pt x="5471" y="11082"/>
                    <a:pt x="5497" y="11294"/>
                    <a:pt x="5535" y="11495"/>
                  </a:cubicBezTo>
                  <a:lnTo>
                    <a:pt x="822" y="11495"/>
                  </a:lnTo>
                  <a:lnTo>
                    <a:pt x="822" y="822"/>
                  </a:lnTo>
                  <a:close/>
                  <a:moveTo>
                    <a:pt x="8624" y="8543"/>
                  </a:moveTo>
                  <a:cubicBezTo>
                    <a:pt x="9903" y="8543"/>
                    <a:pt x="10950" y="9584"/>
                    <a:pt x="10950" y="10868"/>
                  </a:cubicBezTo>
                  <a:cubicBezTo>
                    <a:pt x="10950" y="11426"/>
                    <a:pt x="10750" y="11941"/>
                    <a:pt x="10417" y="12341"/>
                  </a:cubicBezTo>
                  <a:cubicBezTo>
                    <a:pt x="10304" y="12129"/>
                    <a:pt x="10148" y="11941"/>
                    <a:pt x="9960" y="11777"/>
                  </a:cubicBezTo>
                  <a:cubicBezTo>
                    <a:pt x="9879" y="11701"/>
                    <a:pt x="9784" y="11640"/>
                    <a:pt x="9697" y="11583"/>
                  </a:cubicBezTo>
                  <a:cubicBezTo>
                    <a:pt x="9879" y="11351"/>
                    <a:pt x="9991" y="11050"/>
                    <a:pt x="9991" y="10730"/>
                  </a:cubicBezTo>
                  <a:cubicBezTo>
                    <a:pt x="9991" y="9978"/>
                    <a:pt x="9376" y="9364"/>
                    <a:pt x="8624" y="9364"/>
                  </a:cubicBezTo>
                  <a:cubicBezTo>
                    <a:pt x="7866" y="9364"/>
                    <a:pt x="7252" y="9978"/>
                    <a:pt x="7252" y="10730"/>
                  </a:cubicBezTo>
                  <a:cubicBezTo>
                    <a:pt x="7252" y="11050"/>
                    <a:pt x="7365" y="11351"/>
                    <a:pt x="7553" y="11583"/>
                  </a:cubicBezTo>
                  <a:cubicBezTo>
                    <a:pt x="7458" y="11640"/>
                    <a:pt x="7365" y="11701"/>
                    <a:pt x="7284" y="11777"/>
                  </a:cubicBezTo>
                  <a:cubicBezTo>
                    <a:pt x="7096" y="11941"/>
                    <a:pt x="6946" y="12129"/>
                    <a:pt x="6825" y="12341"/>
                  </a:cubicBezTo>
                  <a:cubicBezTo>
                    <a:pt x="6494" y="11941"/>
                    <a:pt x="6293" y="11426"/>
                    <a:pt x="6293" y="10868"/>
                  </a:cubicBezTo>
                  <a:cubicBezTo>
                    <a:pt x="6293" y="9584"/>
                    <a:pt x="7340" y="8543"/>
                    <a:pt x="8624" y="8543"/>
                  </a:cubicBezTo>
                  <a:close/>
                  <a:moveTo>
                    <a:pt x="8624" y="12103"/>
                  </a:moveTo>
                  <a:cubicBezTo>
                    <a:pt x="9145" y="12103"/>
                    <a:pt x="9590" y="12422"/>
                    <a:pt x="9772" y="12893"/>
                  </a:cubicBezTo>
                  <a:cubicBezTo>
                    <a:pt x="9433" y="13087"/>
                    <a:pt x="9038" y="13194"/>
                    <a:pt x="8624" y="13194"/>
                  </a:cubicBezTo>
                  <a:cubicBezTo>
                    <a:pt x="8205" y="13194"/>
                    <a:pt x="7810" y="13087"/>
                    <a:pt x="7472" y="12893"/>
                  </a:cubicBezTo>
                  <a:cubicBezTo>
                    <a:pt x="7652" y="12422"/>
                    <a:pt x="8098" y="12103"/>
                    <a:pt x="8624" y="12103"/>
                  </a:cubicBezTo>
                  <a:close/>
                  <a:moveTo>
                    <a:pt x="408" y="1"/>
                  </a:moveTo>
                  <a:cubicBezTo>
                    <a:pt x="183" y="1"/>
                    <a:pt x="1" y="183"/>
                    <a:pt x="1" y="414"/>
                  </a:cubicBezTo>
                  <a:lnTo>
                    <a:pt x="1" y="11909"/>
                  </a:lnTo>
                  <a:cubicBezTo>
                    <a:pt x="1" y="12135"/>
                    <a:pt x="183" y="12323"/>
                    <a:pt x="408" y="12323"/>
                  </a:cubicBezTo>
                  <a:lnTo>
                    <a:pt x="5829" y="12323"/>
                  </a:lnTo>
                  <a:cubicBezTo>
                    <a:pt x="6354" y="13324"/>
                    <a:pt x="7403" y="14016"/>
                    <a:pt x="8617" y="14016"/>
                  </a:cubicBezTo>
                  <a:cubicBezTo>
                    <a:pt x="8649" y="14016"/>
                    <a:pt x="8681" y="14016"/>
                    <a:pt x="8713" y="14015"/>
                  </a:cubicBezTo>
                  <a:cubicBezTo>
                    <a:pt x="10374" y="13971"/>
                    <a:pt x="11721" y="12624"/>
                    <a:pt x="11771" y="10963"/>
                  </a:cubicBezTo>
                  <a:cubicBezTo>
                    <a:pt x="11815" y="9326"/>
                    <a:pt x="10605" y="7955"/>
                    <a:pt x="9032" y="7747"/>
                  </a:cubicBezTo>
                  <a:lnTo>
                    <a:pt x="9032" y="414"/>
                  </a:lnTo>
                  <a:cubicBezTo>
                    <a:pt x="9032" y="183"/>
                    <a:pt x="8850" y="1"/>
                    <a:pt x="86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 name="Google Shape;858;p53"/>
          <p:cNvGrpSpPr/>
          <p:nvPr/>
        </p:nvGrpSpPr>
        <p:grpSpPr>
          <a:xfrm>
            <a:off x="3174701" y="1415405"/>
            <a:ext cx="378939" cy="377968"/>
            <a:chOff x="3171977" y="1709796"/>
            <a:chExt cx="378939" cy="377968"/>
          </a:xfrm>
        </p:grpSpPr>
        <p:sp>
          <p:nvSpPr>
            <p:cNvPr id="859" name="Google Shape;859;p53"/>
            <p:cNvSpPr/>
            <p:nvPr/>
          </p:nvSpPr>
          <p:spPr>
            <a:xfrm>
              <a:off x="3315323" y="1754234"/>
              <a:ext cx="92301" cy="36079"/>
            </a:xfrm>
            <a:custGeom>
              <a:avLst/>
              <a:gdLst/>
              <a:ahLst/>
              <a:cxnLst/>
              <a:rect l="l" t="t" r="r" b="b"/>
              <a:pathLst>
                <a:path w="3423" h="1338" extrusionOk="0">
                  <a:moveTo>
                    <a:pt x="1711" y="0"/>
                  </a:moveTo>
                  <a:cubicBezTo>
                    <a:pt x="1150" y="0"/>
                    <a:pt x="589" y="213"/>
                    <a:pt x="163" y="640"/>
                  </a:cubicBezTo>
                  <a:cubicBezTo>
                    <a:pt x="0" y="796"/>
                    <a:pt x="0" y="1060"/>
                    <a:pt x="163" y="1216"/>
                  </a:cubicBezTo>
                  <a:cubicBezTo>
                    <a:pt x="244" y="1297"/>
                    <a:pt x="349" y="1338"/>
                    <a:pt x="454" y="1338"/>
                  </a:cubicBezTo>
                  <a:cubicBezTo>
                    <a:pt x="559" y="1338"/>
                    <a:pt x="664" y="1297"/>
                    <a:pt x="745" y="1216"/>
                  </a:cubicBezTo>
                  <a:cubicBezTo>
                    <a:pt x="1012" y="950"/>
                    <a:pt x="1362" y="817"/>
                    <a:pt x="1711" y="817"/>
                  </a:cubicBezTo>
                  <a:cubicBezTo>
                    <a:pt x="2061" y="817"/>
                    <a:pt x="2410" y="950"/>
                    <a:pt x="2676" y="1216"/>
                  </a:cubicBezTo>
                  <a:cubicBezTo>
                    <a:pt x="2757" y="1297"/>
                    <a:pt x="2864" y="1338"/>
                    <a:pt x="2969" y="1338"/>
                  </a:cubicBezTo>
                  <a:cubicBezTo>
                    <a:pt x="3075" y="1338"/>
                    <a:pt x="3180" y="1297"/>
                    <a:pt x="3258" y="1216"/>
                  </a:cubicBezTo>
                  <a:cubicBezTo>
                    <a:pt x="3422" y="1060"/>
                    <a:pt x="3422" y="796"/>
                    <a:pt x="3258" y="640"/>
                  </a:cubicBezTo>
                  <a:cubicBezTo>
                    <a:pt x="2833" y="213"/>
                    <a:pt x="2272" y="0"/>
                    <a:pt x="17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53"/>
            <p:cNvSpPr/>
            <p:nvPr/>
          </p:nvSpPr>
          <p:spPr>
            <a:xfrm>
              <a:off x="3284044" y="1709796"/>
              <a:ext cx="154806" cy="49265"/>
            </a:xfrm>
            <a:custGeom>
              <a:avLst/>
              <a:gdLst/>
              <a:ahLst/>
              <a:cxnLst/>
              <a:rect l="l" t="t" r="r" b="b"/>
              <a:pathLst>
                <a:path w="5741" h="1827" extrusionOk="0">
                  <a:moveTo>
                    <a:pt x="2870" y="0"/>
                  </a:moveTo>
                  <a:cubicBezTo>
                    <a:pt x="1849" y="0"/>
                    <a:pt x="883" y="400"/>
                    <a:pt x="163" y="1122"/>
                  </a:cubicBezTo>
                  <a:cubicBezTo>
                    <a:pt x="1" y="1285"/>
                    <a:pt x="1" y="1548"/>
                    <a:pt x="163" y="1704"/>
                  </a:cubicBezTo>
                  <a:cubicBezTo>
                    <a:pt x="241" y="1785"/>
                    <a:pt x="346" y="1826"/>
                    <a:pt x="451" y="1826"/>
                  </a:cubicBezTo>
                  <a:cubicBezTo>
                    <a:pt x="556" y="1826"/>
                    <a:pt x="661" y="1785"/>
                    <a:pt x="739" y="1704"/>
                  </a:cubicBezTo>
                  <a:cubicBezTo>
                    <a:pt x="1311" y="1134"/>
                    <a:pt x="2069" y="821"/>
                    <a:pt x="2870" y="821"/>
                  </a:cubicBezTo>
                  <a:cubicBezTo>
                    <a:pt x="3672" y="821"/>
                    <a:pt x="4432" y="1134"/>
                    <a:pt x="5002" y="1704"/>
                  </a:cubicBezTo>
                  <a:cubicBezTo>
                    <a:pt x="5080" y="1785"/>
                    <a:pt x="5185" y="1826"/>
                    <a:pt x="5290" y="1826"/>
                  </a:cubicBezTo>
                  <a:cubicBezTo>
                    <a:pt x="5395" y="1826"/>
                    <a:pt x="5500" y="1785"/>
                    <a:pt x="5578" y="1704"/>
                  </a:cubicBezTo>
                  <a:cubicBezTo>
                    <a:pt x="5740" y="1548"/>
                    <a:pt x="5740" y="1285"/>
                    <a:pt x="5578" y="1122"/>
                  </a:cubicBezTo>
                  <a:cubicBezTo>
                    <a:pt x="4857" y="400"/>
                    <a:pt x="3892" y="0"/>
                    <a:pt x="28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53"/>
            <p:cNvSpPr/>
            <p:nvPr/>
          </p:nvSpPr>
          <p:spPr>
            <a:xfrm>
              <a:off x="3413826" y="1951969"/>
              <a:ext cx="22192" cy="22138"/>
            </a:xfrm>
            <a:custGeom>
              <a:avLst/>
              <a:gdLst/>
              <a:ahLst/>
              <a:cxnLst/>
              <a:rect l="l" t="t" r="r" b="b"/>
              <a:pathLst>
                <a:path w="823" h="821" extrusionOk="0">
                  <a:moveTo>
                    <a:pt x="415" y="0"/>
                  </a:moveTo>
                  <a:cubicBezTo>
                    <a:pt x="183" y="0"/>
                    <a:pt x="1" y="181"/>
                    <a:pt x="1" y="406"/>
                  </a:cubicBezTo>
                  <a:cubicBezTo>
                    <a:pt x="1" y="640"/>
                    <a:pt x="183" y="820"/>
                    <a:pt x="415" y="820"/>
                  </a:cubicBezTo>
                  <a:cubicBezTo>
                    <a:pt x="640" y="820"/>
                    <a:pt x="822" y="640"/>
                    <a:pt x="822" y="406"/>
                  </a:cubicBezTo>
                  <a:cubicBezTo>
                    <a:pt x="822" y="181"/>
                    <a:pt x="640" y="0"/>
                    <a:pt x="4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53"/>
            <p:cNvSpPr/>
            <p:nvPr/>
          </p:nvSpPr>
          <p:spPr>
            <a:xfrm>
              <a:off x="3458076" y="1951969"/>
              <a:ext cx="22192" cy="22138"/>
            </a:xfrm>
            <a:custGeom>
              <a:avLst/>
              <a:gdLst/>
              <a:ahLst/>
              <a:cxnLst/>
              <a:rect l="l" t="t" r="r" b="b"/>
              <a:pathLst>
                <a:path w="823" h="821" extrusionOk="0">
                  <a:moveTo>
                    <a:pt x="415" y="0"/>
                  </a:moveTo>
                  <a:cubicBezTo>
                    <a:pt x="189" y="0"/>
                    <a:pt x="1" y="181"/>
                    <a:pt x="1" y="406"/>
                  </a:cubicBezTo>
                  <a:cubicBezTo>
                    <a:pt x="1" y="640"/>
                    <a:pt x="189" y="820"/>
                    <a:pt x="415" y="820"/>
                  </a:cubicBezTo>
                  <a:cubicBezTo>
                    <a:pt x="640" y="820"/>
                    <a:pt x="822" y="640"/>
                    <a:pt x="822" y="406"/>
                  </a:cubicBezTo>
                  <a:cubicBezTo>
                    <a:pt x="822" y="181"/>
                    <a:pt x="640" y="0"/>
                    <a:pt x="4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53"/>
            <p:cNvSpPr/>
            <p:nvPr/>
          </p:nvSpPr>
          <p:spPr>
            <a:xfrm>
              <a:off x="3241951" y="1929750"/>
              <a:ext cx="67790" cy="66550"/>
            </a:xfrm>
            <a:custGeom>
              <a:avLst/>
              <a:gdLst/>
              <a:ahLst/>
              <a:cxnLst/>
              <a:rect l="l" t="t" r="r" b="b"/>
              <a:pathLst>
                <a:path w="2514" h="2468" extrusionOk="0">
                  <a:moveTo>
                    <a:pt x="1260" y="1"/>
                  </a:moveTo>
                  <a:cubicBezTo>
                    <a:pt x="1029" y="1"/>
                    <a:pt x="847" y="186"/>
                    <a:pt x="847" y="411"/>
                  </a:cubicBezTo>
                  <a:lnTo>
                    <a:pt x="847" y="824"/>
                  </a:lnTo>
                  <a:lnTo>
                    <a:pt x="445" y="824"/>
                  </a:lnTo>
                  <a:cubicBezTo>
                    <a:pt x="232" y="824"/>
                    <a:pt x="51" y="981"/>
                    <a:pt x="26" y="1187"/>
                  </a:cubicBezTo>
                  <a:cubicBezTo>
                    <a:pt x="0" y="1438"/>
                    <a:pt x="194" y="1644"/>
                    <a:pt x="433" y="1644"/>
                  </a:cubicBezTo>
                  <a:lnTo>
                    <a:pt x="847" y="1644"/>
                  </a:lnTo>
                  <a:lnTo>
                    <a:pt x="847" y="2046"/>
                  </a:lnTo>
                  <a:cubicBezTo>
                    <a:pt x="847" y="2253"/>
                    <a:pt x="997" y="2441"/>
                    <a:pt x="1210" y="2465"/>
                  </a:cubicBezTo>
                  <a:cubicBezTo>
                    <a:pt x="1224" y="2467"/>
                    <a:pt x="1239" y="2468"/>
                    <a:pt x="1253" y="2468"/>
                  </a:cubicBezTo>
                  <a:cubicBezTo>
                    <a:pt x="1479" y="2468"/>
                    <a:pt x="1668" y="2282"/>
                    <a:pt x="1668" y="2052"/>
                  </a:cubicBezTo>
                  <a:lnTo>
                    <a:pt x="1668" y="1644"/>
                  </a:lnTo>
                  <a:lnTo>
                    <a:pt x="2074" y="1644"/>
                  </a:lnTo>
                  <a:cubicBezTo>
                    <a:pt x="2320" y="1644"/>
                    <a:pt x="2514" y="1438"/>
                    <a:pt x="2482" y="1187"/>
                  </a:cubicBezTo>
                  <a:cubicBezTo>
                    <a:pt x="2464" y="981"/>
                    <a:pt x="2276" y="824"/>
                    <a:pt x="2068" y="824"/>
                  </a:cubicBezTo>
                  <a:lnTo>
                    <a:pt x="1668" y="824"/>
                  </a:lnTo>
                  <a:lnTo>
                    <a:pt x="1668" y="423"/>
                  </a:lnTo>
                  <a:cubicBezTo>
                    <a:pt x="1668" y="215"/>
                    <a:pt x="1510" y="27"/>
                    <a:pt x="1304" y="3"/>
                  </a:cubicBezTo>
                  <a:cubicBezTo>
                    <a:pt x="1289" y="2"/>
                    <a:pt x="1275" y="1"/>
                    <a:pt x="12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53"/>
            <p:cNvSpPr/>
            <p:nvPr/>
          </p:nvSpPr>
          <p:spPr>
            <a:xfrm>
              <a:off x="3171977" y="1798430"/>
              <a:ext cx="378939" cy="289334"/>
            </a:xfrm>
            <a:custGeom>
              <a:avLst/>
              <a:gdLst/>
              <a:ahLst/>
              <a:cxnLst/>
              <a:rect l="l" t="t" r="r" b="b"/>
              <a:pathLst>
                <a:path w="14053" h="10730" extrusionOk="0">
                  <a:moveTo>
                    <a:pt x="7773" y="2791"/>
                  </a:moveTo>
                  <a:lnTo>
                    <a:pt x="7911" y="3613"/>
                  </a:lnTo>
                  <a:lnTo>
                    <a:pt x="6144" y="3613"/>
                  </a:lnTo>
                  <a:lnTo>
                    <a:pt x="6280" y="2791"/>
                  </a:lnTo>
                  <a:close/>
                  <a:moveTo>
                    <a:pt x="5360" y="8402"/>
                  </a:moveTo>
                  <a:cubicBezTo>
                    <a:pt x="5586" y="8402"/>
                    <a:pt x="5768" y="8590"/>
                    <a:pt x="5768" y="8815"/>
                  </a:cubicBezTo>
                  <a:cubicBezTo>
                    <a:pt x="5768" y="9041"/>
                    <a:pt x="5586" y="9222"/>
                    <a:pt x="5360" y="9222"/>
                  </a:cubicBezTo>
                  <a:cubicBezTo>
                    <a:pt x="5128" y="9222"/>
                    <a:pt x="4946" y="9041"/>
                    <a:pt x="4946" y="8815"/>
                  </a:cubicBezTo>
                  <a:cubicBezTo>
                    <a:pt x="4946" y="8590"/>
                    <a:pt x="5128" y="8402"/>
                    <a:pt x="5360" y="8402"/>
                  </a:cubicBezTo>
                  <a:close/>
                  <a:moveTo>
                    <a:pt x="8693" y="8402"/>
                  </a:moveTo>
                  <a:cubicBezTo>
                    <a:pt x="8926" y="8402"/>
                    <a:pt x="9107" y="8590"/>
                    <a:pt x="9107" y="8815"/>
                  </a:cubicBezTo>
                  <a:cubicBezTo>
                    <a:pt x="9107" y="9041"/>
                    <a:pt x="8926" y="9222"/>
                    <a:pt x="8693" y="9222"/>
                  </a:cubicBezTo>
                  <a:cubicBezTo>
                    <a:pt x="8467" y="9222"/>
                    <a:pt x="8287" y="9041"/>
                    <a:pt x="8287" y="8815"/>
                  </a:cubicBezTo>
                  <a:cubicBezTo>
                    <a:pt x="8287" y="8590"/>
                    <a:pt x="8467" y="8402"/>
                    <a:pt x="8693" y="8402"/>
                  </a:cubicBezTo>
                  <a:close/>
                  <a:moveTo>
                    <a:pt x="10593" y="3476"/>
                  </a:moveTo>
                  <a:cubicBezTo>
                    <a:pt x="11019" y="3476"/>
                    <a:pt x="11395" y="3731"/>
                    <a:pt x="11559" y="4127"/>
                  </a:cubicBezTo>
                  <a:lnTo>
                    <a:pt x="12968" y="7612"/>
                  </a:lnTo>
                  <a:cubicBezTo>
                    <a:pt x="13130" y="8006"/>
                    <a:pt x="13213" y="8426"/>
                    <a:pt x="13213" y="8859"/>
                  </a:cubicBezTo>
                  <a:cubicBezTo>
                    <a:pt x="13213" y="9435"/>
                    <a:pt x="12742" y="9912"/>
                    <a:pt x="12160" y="9912"/>
                  </a:cubicBezTo>
                  <a:cubicBezTo>
                    <a:pt x="11947" y="9912"/>
                    <a:pt x="11739" y="9843"/>
                    <a:pt x="11565" y="9724"/>
                  </a:cubicBezTo>
                  <a:lnTo>
                    <a:pt x="9904" y="8582"/>
                  </a:lnTo>
                  <a:cubicBezTo>
                    <a:pt x="9797" y="8012"/>
                    <a:pt x="9295" y="7581"/>
                    <a:pt x="8693" y="7581"/>
                  </a:cubicBezTo>
                  <a:cubicBezTo>
                    <a:pt x="8161" y="7581"/>
                    <a:pt x="7703" y="7925"/>
                    <a:pt x="7535" y="8402"/>
                  </a:cubicBezTo>
                  <a:lnTo>
                    <a:pt x="6520" y="8402"/>
                  </a:lnTo>
                  <a:cubicBezTo>
                    <a:pt x="6350" y="7925"/>
                    <a:pt x="5892" y="7581"/>
                    <a:pt x="5360" y="7581"/>
                  </a:cubicBezTo>
                  <a:cubicBezTo>
                    <a:pt x="4758" y="7581"/>
                    <a:pt x="4256" y="8012"/>
                    <a:pt x="4151" y="8582"/>
                  </a:cubicBezTo>
                  <a:lnTo>
                    <a:pt x="2488" y="9724"/>
                  </a:lnTo>
                  <a:cubicBezTo>
                    <a:pt x="2314" y="9843"/>
                    <a:pt x="2106" y="9912"/>
                    <a:pt x="1894" y="9912"/>
                  </a:cubicBezTo>
                  <a:cubicBezTo>
                    <a:pt x="1311" y="9912"/>
                    <a:pt x="841" y="9435"/>
                    <a:pt x="841" y="8859"/>
                  </a:cubicBezTo>
                  <a:cubicBezTo>
                    <a:pt x="841" y="8426"/>
                    <a:pt x="923" y="8006"/>
                    <a:pt x="1085" y="7612"/>
                  </a:cubicBezTo>
                  <a:lnTo>
                    <a:pt x="2496" y="4127"/>
                  </a:lnTo>
                  <a:cubicBezTo>
                    <a:pt x="2658" y="3731"/>
                    <a:pt x="3034" y="3476"/>
                    <a:pt x="3460" y="3476"/>
                  </a:cubicBezTo>
                  <a:cubicBezTo>
                    <a:pt x="3818" y="3476"/>
                    <a:pt x="4151" y="3656"/>
                    <a:pt x="4345" y="3965"/>
                  </a:cubicBezTo>
                  <a:cubicBezTo>
                    <a:pt x="4527" y="4258"/>
                    <a:pt x="4845" y="4434"/>
                    <a:pt x="5196" y="4434"/>
                  </a:cubicBezTo>
                  <a:lnTo>
                    <a:pt x="8857" y="4434"/>
                  </a:lnTo>
                  <a:cubicBezTo>
                    <a:pt x="9208" y="4434"/>
                    <a:pt x="9528" y="4258"/>
                    <a:pt x="9716" y="3965"/>
                  </a:cubicBezTo>
                  <a:cubicBezTo>
                    <a:pt x="9904" y="3656"/>
                    <a:pt x="10235" y="3476"/>
                    <a:pt x="10593" y="3476"/>
                  </a:cubicBezTo>
                  <a:close/>
                  <a:moveTo>
                    <a:pt x="7028" y="1"/>
                  </a:moveTo>
                  <a:cubicBezTo>
                    <a:pt x="6802" y="1"/>
                    <a:pt x="6613" y="181"/>
                    <a:pt x="6613" y="410"/>
                  </a:cubicBezTo>
                  <a:lnTo>
                    <a:pt x="6613" y="1972"/>
                  </a:lnTo>
                  <a:lnTo>
                    <a:pt x="5930" y="1972"/>
                  </a:lnTo>
                  <a:cubicBezTo>
                    <a:pt x="5730" y="1972"/>
                    <a:pt x="5560" y="2114"/>
                    <a:pt x="5528" y="2316"/>
                  </a:cubicBezTo>
                  <a:lnTo>
                    <a:pt x="5309" y="3613"/>
                  </a:lnTo>
                  <a:lnTo>
                    <a:pt x="5196" y="3613"/>
                  </a:lnTo>
                  <a:cubicBezTo>
                    <a:pt x="5128" y="3613"/>
                    <a:pt x="5071" y="3581"/>
                    <a:pt x="5033" y="3525"/>
                  </a:cubicBezTo>
                  <a:cubicBezTo>
                    <a:pt x="4695" y="2979"/>
                    <a:pt x="4105" y="2654"/>
                    <a:pt x="3460" y="2654"/>
                  </a:cubicBezTo>
                  <a:cubicBezTo>
                    <a:pt x="2696" y="2654"/>
                    <a:pt x="2019" y="3112"/>
                    <a:pt x="1736" y="3820"/>
                  </a:cubicBezTo>
                  <a:lnTo>
                    <a:pt x="321" y="7298"/>
                  </a:lnTo>
                  <a:cubicBezTo>
                    <a:pt x="133" y="7775"/>
                    <a:pt x="32" y="8269"/>
                    <a:pt x="20" y="8784"/>
                  </a:cubicBezTo>
                  <a:cubicBezTo>
                    <a:pt x="1" y="9799"/>
                    <a:pt x="778" y="10676"/>
                    <a:pt x="1800" y="10726"/>
                  </a:cubicBezTo>
                  <a:cubicBezTo>
                    <a:pt x="1837" y="10728"/>
                    <a:pt x="1873" y="10729"/>
                    <a:pt x="1910" y="10729"/>
                  </a:cubicBezTo>
                  <a:cubicBezTo>
                    <a:pt x="2284" y="10729"/>
                    <a:pt x="2645" y="10612"/>
                    <a:pt x="2953" y="10401"/>
                  </a:cubicBezTo>
                  <a:lnTo>
                    <a:pt x="4313" y="9467"/>
                  </a:lnTo>
                  <a:cubicBezTo>
                    <a:pt x="4533" y="9811"/>
                    <a:pt x="4915" y="10043"/>
                    <a:pt x="5360" y="10043"/>
                  </a:cubicBezTo>
                  <a:cubicBezTo>
                    <a:pt x="5892" y="10043"/>
                    <a:pt x="6350" y="9704"/>
                    <a:pt x="6520" y="9222"/>
                  </a:cubicBezTo>
                  <a:lnTo>
                    <a:pt x="7535" y="9222"/>
                  </a:lnTo>
                  <a:cubicBezTo>
                    <a:pt x="7703" y="9704"/>
                    <a:pt x="8161" y="10043"/>
                    <a:pt x="8693" y="10043"/>
                  </a:cubicBezTo>
                  <a:cubicBezTo>
                    <a:pt x="9138" y="10043"/>
                    <a:pt x="9520" y="9811"/>
                    <a:pt x="9740" y="9467"/>
                  </a:cubicBezTo>
                  <a:lnTo>
                    <a:pt x="11100" y="10401"/>
                  </a:lnTo>
                  <a:cubicBezTo>
                    <a:pt x="11413" y="10615"/>
                    <a:pt x="11781" y="10728"/>
                    <a:pt x="12162" y="10728"/>
                  </a:cubicBezTo>
                  <a:cubicBezTo>
                    <a:pt x="12192" y="10728"/>
                    <a:pt x="12223" y="10727"/>
                    <a:pt x="12253" y="10726"/>
                  </a:cubicBezTo>
                  <a:cubicBezTo>
                    <a:pt x="13275" y="10676"/>
                    <a:pt x="14052" y="9805"/>
                    <a:pt x="14033" y="8784"/>
                  </a:cubicBezTo>
                  <a:cubicBezTo>
                    <a:pt x="14027" y="8269"/>
                    <a:pt x="13920" y="7775"/>
                    <a:pt x="13732" y="7298"/>
                  </a:cubicBezTo>
                  <a:lnTo>
                    <a:pt x="12317" y="3820"/>
                  </a:lnTo>
                  <a:cubicBezTo>
                    <a:pt x="12034" y="3112"/>
                    <a:pt x="11357" y="2654"/>
                    <a:pt x="10593" y="2654"/>
                  </a:cubicBezTo>
                  <a:cubicBezTo>
                    <a:pt x="9948" y="2654"/>
                    <a:pt x="9358" y="2979"/>
                    <a:pt x="9020" y="3525"/>
                  </a:cubicBezTo>
                  <a:cubicBezTo>
                    <a:pt x="8982" y="3581"/>
                    <a:pt x="8926" y="3613"/>
                    <a:pt x="8857" y="3613"/>
                  </a:cubicBezTo>
                  <a:lnTo>
                    <a:pt x="8744" y="3613"/>
                  </a:lnTo>
                  <a:lnTo>
                    <a:pt x="8525" y="2316"/>
                  </a:lnTo>
                  <a:cubicBezTo>
                    <a:pt x="8493" y="2114"/>
                    <a:pt x="8325" y="1972"/>
                    <a:pt x="8123" y="1972"/>
                  </a:cubicBezTo>
                  <a:lnTo>
                    <a:pt x="7434" y="1972"/>
                  </a:lnTo>
                  <a:lnTo>
                    <a:pt x="7434" y="422"/>
                  </a:lnTo>
                  <a:cubicBezTo>
                    <a:pt x="7434" y="210"/>
                    <a:pt x="7284" y="28"/>
                    <a:pt x="7070" y="3"/>
                  </a:cubicBezTo>
                  <a:cubicBezTo>
                    <a:pt x="7056" y="1"/>
                    <a:pt x="7042" y="1"/>
                    <a:pt x="70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 name="Google Shape;865;p53"/>
          <p:cNvGrpSpPr/>
          <p:nvPr/>
        </p:nvGrpSpPr>
        <p:grpSpPr>
          <a:xfrm>
            <a:off x="2364872" y="2646923"/>
            <a:ext cx="377914" cy="377914"/>
            <a:chOff x="2358605" y="2899519"/>
            <a:chExt cx="377914" cy="377914"/>
          </a:xfrm>
        </p:grpSpPr>
        <p:sp>
          <p:nvSpPr>
            <p:cNvPr id="866" name="Google Shape;866;p53"/>
            <p:cNvSpPr/>
            <p:nvPr/>
          </p:nvSpPr>
          <p:spPr>
            <a:xfrm>
              <a:off x="2557876" y="3170409"/>
              <a:ext cx="22111" cy="22165"/>
            </a:xfrm>
            <a:custGeom>
              <a:avLst/>
              <a:gdLst/>
              <a:ahLst/>
              <a:cxnLst/>
              <a:rect l="l" t="t" r="r" b="b"/>
              <a:pathLst>
                <a:path w="820" h="822" extrusionOk="0">
                  <a:moveTo>
                    <a:pt x="406" y="1"/>
                  </a:moveTo>
                  <a:cubicBezTo>
                    <a:pt x="181" y="1"/>
                    <a:pt x="0" y="183"/>
                    <a:pt x="0" y="408"/>
                  </a:cubicBezTo>
                  <a:cubicBezTo>
                    <a:pt x="0" y="634"/>
                    <a:pt x="181" y="822"/>
                    <a:pt x="406" y="822"/>
                  </a:cubicBezTo>
                  <a:cubicBezTo>
                    <a:pt x="639" y="822"/>
                    <a:pt x="820" y="634"/>
                    <a:pt x="820" y="408"/>
                  </a:cubicBezTo>
                  <a:cubicBezTo>
                    <a:pt x="820" y="183"/>
                    <a:pt x="639" y="1"/>
                    <a:pt x="4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53"/>
            <p:cNvSpPr/>
            <p:nvPr/>
          </p:nvSpPr>
          <p:spPr>
            <a:xfrm>
              <a:off x="2513573" y="3170409"/>
              <a:ext cx="22165" cy="22165"/>
            </a:xfrm>
            <a:custGeom>
              <a:avLst/>
              <a:gdLst/>
              <a:ahLst/>
              <a:cxnLst/>
              <a:rect l="l" t="t" r="r" b="b"/>
              <a:pathLst>
                <a:path w="822" h="822" extrusionOk="0">
                  <a:moveTo>
                    <a:pt x="408" y="1"/>
                  </a:moveTo>
                  <a:cubicBezTo>
                    <a:pt x="183" y="1"/>
                    <a:pt x="1" y="183"/>
                    <a:pt x="1" y="408"/>
                  </a:cubicBezTo>
                  <a:cubicBezTo>
                    <a:pt x="1" y="634"/>
                    <a:pt x="183" y="822"/>
                    <a:pt x="408" y="822"/>
                  </a:cubicBezTo>
                  <a:cubicBezTo>
                    <a:pt x="634" y="822"/>
                    <a:pt x="822" y="634"/>
                    <a:pt x="822" y="408"/>
                  </a:cubicBezTo>
                  <a:cubicBezTo>
                    <a:pt x="822" y="183"/>
                    <a:pt x="634"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53"/>
            <p:cNvSpPr/>
            <p:nvPr/>
          </p:nvSpPr>
          <p:spPr>
            <a:xfrm>
              <a:off x="2425020" y="3170409"/>
              <a:ext cx="58999" cy="22165"/>
            </a:xfrm>
            <a:custGeom>
              <a:avLst/>
              <a:gdLst/>
              <a:ahLst/>
              <a:cxnLst/>
              <a:rect l="l" t="t" r="r" b="b"/>
              <a:pathLst>
                <a:path w="2188" h="822" extrusionOk="0">
                  <a:moveTo>
                    <a:pt x="407" y="1"/>
                  </a:moveTo>
                  <a:cubicBezTo>
                    <a:pt x="181" y="1"/>
                    <a:pt x="1" y="183"/>
                    <a:pt x="1" y="408"/>
                  </a:cubicBezTo>
                  <a:cubicBezTo>
                    <a:pt x="1" y="634"/>
                    <a:pt x="181" y="822"/>
                    <a:pt x="407" y="822"/>
                  </a:cubicBezTo>
                  <a:lnTo>
                    <a:pt x="1780" y="822"/>
                  </a:lnTo>
                  <a:cubicBezTo>
                    <a:pt x="2006" y="822"/>
                    <a:pt x="2188" y="634"/>
                    <a:pt x="2188" y="408"/>
                  </a:cubicBezTo>
                  <a:cubicBezTo>
                    <a:pt x="2188" y="183"/>
                    <a:pt x="2006" y="1"/>
                    <a:pt x="17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53"/>
            <p:cNvSpPr/>
            <p:nvPr/>
          </p:nvSpPr>
          <p:spPr>
            <a:xfrm>
              <a:off x="2358605" y="2899519"/>
              <a:ext cx="377914" cy="377914"/>
            </a:xfrm>
            <a:custGeom>
              <a:avLst/>
              <a:gdLst/>
              <a:ahLst/>
              <a:cxnLst/>
              <a:rect l="l" t="t" r="r" b="b"/>
              <a:pathLst>
                <a:path w="14015" h="14015" extrusionOk="0">
                  <a:moveTo>
                    <a:pt x="9219" y="822"/>
                  </a:moveTo>
                  <a:cubicBezTo>
                    <a:pt x="9476" y="822"/>
                    <a:pt x="9728" y="847"/>
                    <a:pt x="9971" y="891"/>
                  </a:cubicBezTo>
                  <a:lnTo>
                    <a:pt x="9219" y="1435"/>
                  </a:lnTo>
                  <a:lnTo>
                    <a:pt x="8473" y="891"/>
                  </a:lnTo>
                  <a:cubicBezTo>
                    <a:pt x="8718" y="847"/>
                    <a:pt x="8969" y="822"/>
                    <a:pt x="9219" y="822"/>
                  </a:cubicBezTo>
                  <a:close/>
                  <a:moveTo>
                    <a:pt x="7515" y="1210"/>
                  </a:moveTo>
                  <a:lnTo>
                    <a:pt x="8811" y="2150"/>
                  </a:lnTo>
                  <a:lnTo>
                    <a:pt x="8811" y="2827"/>
                  </a:lnTo>
                  <a:lnTo>
                    <a:pt x="7483" y="3792"/>
                  </a:lnTo>
                  <a:lnTo>
                    <a:pt x="6838" y="3585"/>
                  </a:lnTo>
                  <a:lnTo>
                    <a:pt x="6343" y="2057"/>
                  </a:lnTo>
                  <a:cubicBezTo>
                    <a:pt x="6676" y="1705"/>
                    <a:pt x="7070" y="1417"/>
                    <a:pt x="7515" y="1210"/>
                  </a:cubicBezTo>
                  <a:close/>
                  <a:moveTo>
                    <a:pt x="10931" y="1210"/>
                  </a:moveTo>
                  <a:cubicBezTo>
                    <a:pt x="11369" y="1417"/>
                    <a:pt x="11764" y="1705"/>
                    <a:pt x="12097" y="2057"/>
                  </a:cubicBezTo>
                  <a:lnTo>
                    <a:pt x="11602" y="3585"/>
                  </a:lnTo>
                  <a:lnTo>
                    <a:pt x="10962" y="3792"/>
                  </a:lnTo>
                  <a:lnTo>
                    <a:pt x="9633" y="2827"/>
                  </a:lnTo>
                  <a:lnTo>
                    <a:pt x="9633" y="2150"/>
                  </a:lnTo>
                  <a:lnTo>
                    <a:pt x="10931" y="1210"/>
                  </a:lnTo>
                  <a:close/>
                  <a:moveTo>
                    <a:pt x="5748" y="2870"/>
                  </a:moveTo>
                  <a:lnTo>
                    <a:pt x="6029" y="3755"/>
                  </a:lnTo>
                  <a:lnTo>
                    <a:pt x="5284" y="4293"/>
                  </a:lnTo>
                  <a:cubicBezTo>
                    <a:pt x="5346" y="3786"/>
                    <a:pt x="5510" y="3304"/>
                    <a:pt x="5748" y="2870"/>
                  </a:cubicBezTo>
                  <a:close/>
                  <a:moveTo>
                    <a:pt x="12698" y="2870"/>
                  </a:moveTo>
                  <a:cubicBezTo>
                    <a:pt x="12936" y="3304"/>
                    <a:pt x="13098" y="3786"/>
                    <a:pt x="13162" y="4293"/>
                  </a:cubicBezTo>
                  <a:lnTo>
                    <a:pt x="12409" y="3755"/>
                  </a:lnTo>
                  <a:lnTo>
                    <a:pt x="12698" y="2870"/>
                  </a:lnTo>
                  <a:close/>
                  <a:moveTo>
                    <a:pt x="9219" y="3547"/>
                  </a:moveTo>
                  <a:lnTo>
                    <a:pt x="10404" y="4412"/>
                  </a:lnTo>
                  <a:lnTo>
                    <a:pt x="9953" y="5803"/>
                  </a:lnTo>
                  <a:lnTo>
                    <a:pt x="8493" y="5803"/>
                  </a:lnTo>
                  <a:lnTo>
                    <a:pt x="8041" y="4412"/>
                  </a:lnTo>
                  <a:lnTo>
                    <a:pt x="9219" y="3547"/>
                  </a:lnTo>
                  <a:close/>
                  <a:moveTo>
                    <a:pt x="6587" y="4362"/>
                  </a:moveTo>
                  <a:lnTo>
                    <a:pt x="7232" y="4570"/>
                  </a:lnTo>
                  <a:lnTo>
                    <a:pt x="7741" y="6130"/>
                  </a:lnTo>
                  <a:lnTo>
                    <a:pt x="7339" y="6676"/>
                  </a:lnTo>
                  <a:lnTo>
                    <a:pt x="5728" y="6676"/>
                  </a:lnTo>
                  <a:cubicBezTo>
                    <a:pt x="5502" y="6255"/>
                    <a:pt x="5352" y="5791"/>
                    <a:pt x="5290" y="5303"/>
                  </a:cubicBezTo>
                  <a:lnTo>
                    <a:pt x="6587" y="4362"/>
                  </a:lnTo>
                  <a:close/>
                  <a:moveTo>
                    <a:pt x="11857" y="4362"/>
                  </a:moveTo>
                  <a:lnTo>
                    <a:pt x="13156" y="5303"/>
                  </a:lnTo>
                  <a:cubicBezTo>
                    <a:pt x="13092" y="5797"/>
                    <a:pt x="12936" y="6262"/>
                    <a:pt x="12710" y="6676"/>
                  </a:cubicBezTo>
                  <a:lnTo>
                    <a:pt x="11105" y="6676"/>
                  </a:lnTo>
                  <a:lnTo>
                    <a:pt x="10705" y="6130"/>
                  </a:lnTo>
                  <a:lnTo>
                    <a:pt x="11212" y="4570"/>
                  </a:lnTo>
                  <a:lnTo>
                    <a:pt x="11857" y="4362"/>
                  </a:lnTo>
                  <a:close/>
                  <a:moveTo>
                    <a:pt x="7252" y="7496"/>
                  </a:moveTo>
                  <a:lnTo>
                    <a:pt x="7396" y="7954"/>
                  </a:lnTo>
                  <a:cubicBezTo>
                    <a:pt x="7307" y="8016"/>
                    <a:pt x="7226" y="8091"/>
                    <a:pt x="7151" y="8172"/>
                  </a:cubicBezTo>
                  <a:cubicBezTo>
                    <a:pt x="6844" y="7984"/>
                    <a:pt x="6563" y="7753"/>
                    <a:pt x="6324" y="7496"/>
                  </a:cubicBezTo>
                  <a:close/>
                  <a:moveTo>
                    <a:pt x="12115" y="7496"/>
                  </a:moveTo>
                  <a:cubicBezTo>
                    <a:pt x="11776" y="7866"/>
                    <a:pt x="11363" y="8160"/>
                    <a:pt x="10905" y="8380"/>
                  </a:cubicBezTo>
                  <a:lnTo>
                    <a:pt x="11194" y="7496"/>
                  </a:lnTo>
                  <a:close/>
                  <a:moveTo>
                    <a:pt x="10040" y="6625"/>
                  </a:moveTo>
                  <a:lnTo>
                    <a:pt x="10442" y="7171"/>
                  </a:lnTo>
                  <a:lnTo>
                    <a:pt x="9947" y="8699"/>
                  </a:lnTo>
                  <a:cubicBezTo>
                    <a:pt x="9789" y="8724"/>
                    <a:pt x="9633" y="8744"/>
                    <a:pt x="9470" y="8756"/>
                  </a:cubicBezTo>
                  <a:lnTo>
                    <a:pt x="9395" y="8568"/>
                  </a:lnTo>
                  <a:cubicBezTo>
                    <a:pt x="9195" y="8060"/>
                    <a:pt x="8724" y="7735"/>
                    <a:pt x="8186" y="7721"/>
                  </a:cubicBezTo>
                  <a:lnTo>
                    <a:pt x="8004" y="7171"/>
                  </a:lnTo>
                  <a:lnTo>
                    <a:pt x="8405" y="6625"/>
                  </a:lnTo>
                  <a:close/>
                  <a:moveTo>
                    <a:pt x="8160" y="8536"/>
                  </a:moveTo>
                  <a:cubicBezTo>
                    <a:pt x="8368" y="8536"/>
                    <a:pt x="8556" y="8669"/>
                    <a:pt x="8637" y="8863"/>
                  </a:cubicBezTo>
                  <a:lnTo>
                    <a:pt x="9684" y="11495"/>
                  </a:lnTo>
                  <a:cubicBezTo>
                    <a:pt x="9797" y="11782"/>
                    <a:pt x="9852" y="12077"/>
                    <a:pt x="9852" y="12384"/>
                  </a:cubicBezTo>
                  <a:cubicBezTo>
                    <a:pt x="9852" y="12829"/>
                    <a:pt x="9488" y="13193"/>
                    <a:pt x="9045" y="13193"/>
                  </a:cubicBezTo>
                  <a:cubicBezTo>
                    <a:pt x="8863" y="13193"/>
                    <a:pt x="8687" y="13130"/>
                    <a:pt x="8542" y="13017"/>
                  </a:cubicBezTo>
                  <a:lnTo>
                    <a:pt x="6957" y="11776"/>
                  </a:lnTo>
                  <a:cubicBezTo>
                    <a:pt x="6888" y="11721"/>
                    <a:pt x="6794" y="11689"/>
                    <a:pt x="6706" y="11689"/>
                  </a:cubicBezTo>
                  <a:lnTo>
                    <a:pt x="3968" y="11689"/>
                  </a:lnTo>
                  <a:cubicBezTo>
                    <a:pt x="3873" y="11689"/>
                    <a:pt x="3786" y="11721"/>
                    <a:pt x="3711" y="11776"/>
                  </a:cubicBezTo>
                  <a:lnTo>
                    <a:pt x="2132" y="13017"/>
                  </a:lnTo>
                  <a:cubicBezTo>
                    <a:pt x="1987" y="13130"/>
                    <a:pt x="1811" y="13193"/>
                    <a:pt x="1629" y="13193"/>
                  </a:cubicBezTo>
                  <a:cubicBezTo>
                    <a:pt x="1185" y="13193"/>
                    <a:pt x="821" y="12829"/>
                    <a:pt x="821" y="12384"/>
                  </a:cubicBezTo>
                  <a:cubicBezTo>
                    <a:pt x="821" y="12077"/>
                    <a:pt x="877" y="11782"/>
                    <a:pt x="990" y="11495"/>
                  </a:cubicBezTo>
                  <a:lnTo>
                    <a:pt x="2037" y="8863"/>
                  </a:lnTo>
                  <a:cubicBezTo>
                    <a:pt x="2112" y="8669"/>
                    <a:pt x="2300" y="8536"/>
                    <a:pt x="2514" y="8536"/>
                  </a:cubicBezTo>
                  <a:cubicBezTo>
                    <a:pt x="2696" y="8536"/>
                    <a:pt x="2858" y="8637"/>
                    <a:pt x="2953" y="8788"/>
                  </a:cubicBezTo>
                  <a:lnTo>
                    <a:pt x="3096" y="9025"/>
                  </a:lnTo>
                  <a:cubicBezTo>
                    <a:pt x="3171" y="9150"/>
                    <a:pt x="3303" y="9225"/>
                    <a:pt x="3448" y="9225"/>
                  </a:cubicBezTo>
                  <a:lnTo>
                    <a:pt x="7226" y="9225"/>
                  </a:lnTo>
                  <a:cubicBezTo>
                    <a:pt x="7371" y="9225"/>
                    <a:pt x="7503" y="9150"/>
                    <a:pt x="7578" y="9025"/>
                  </a:cubicBezTo>
                  <a:lnTo>
                    <a:pt x="7715" y="8788"/>
                  </a:lnTo>
                  <a:cubicBezTo>
                    <a:pt x="7810" y="8637"/>
                    <a:pt x="7978" y="8536"/>
                    <a:pt x="8160" y="8536"/>
                  </a:cubicBezTo>
                  <a:close/>
                  <a:moveTo>
                    <a:pt x="9219" y="0"/>
                  </a:moveTo>
                  <a:cubicBezTo>
                    <a:pt x="6581" y="0"/>
                    <a:pt x="4431" y="2150"/>
                    <a:pt x="4431" y="4788"/>
                  </a:cubicBezTo>
                  <a:cubicBezTo>
                    <a:pt x="4431" y="5698"/>
                    <a:pt x="4689" y="6587"/>
                    <a:pt x="5171" y="7353"/>
                  </a:cubicBezTo>
                  <a:cubicBezTo>
                    <a:pt x="5421" y="7747"/>
                    <a:pt x="5728" y="8097"/>
                    <a:pt x="6080" y="8406"/>
                  </a:cubicBezTo>
                  <a:lnTo>
                    <a:pt x="3679" y="8406"/>
                  </a:lnTo>
                  <a:lnTo>
                    <a:pt x="3654" y="8368"/>
                  </a:lnTo>
                  <a:cubicBezTo>
                    <a:pt x="3416" y="7966"/>
                    <a:pt x="2977" y="7715"/>
                    <a:pt x="2514" y="7715"/>
                  </a:cubicBezTo>
                  <a:cubicBezTo>
                    <a:pt x="1962" y="7715"/>
                    <a:pt x="1479" y="8048"/>
                    <a:pt x="1273" y="8562"/>
                  </a:cubicBezTo>
                  <a:lnTo>
                    <a:pt x="226" y="11194"/>
                  </a:lnTo>
                  <a:cubicBezTo>
                    <a:pt x="75" y="11576"/>
                    <a:pt x="0" y="11970"/>
                    <a:pt x="0" y="12384"/>
                  </a:cubicBezTo>
                  <a:cubicBezTo>
                    <a:pt x="0" y="13281"/>
                    <a:pt x="727" y="14015"/>
                    <a:pt x="1629" y="14015"/>
                  </a:cubicBezTo>
                  <a:cubicBezTo>
                    <a:pt x="1993" y="14015"/>
                    <a:pt x="2351" y="13888"/>
                    <a:pt x="2638" y="13663"/>
                  </a:cubicBezTo>
                  <a:lnTo>
                    <a:pt x="4111" y="12510"/>
                  </a:lnTo>
                  <a:lnTo>
                    <a:pt x="6563" y="12510"/>
                  </a:lnTo>
                  <a:lnTo>
                    <a:pt x="8035" y="13663"/>
                  </a:lnTo>
                  <a:cubicBezTo>
                    <a:pt x="8323" y="13888"/>
                    <a:pt x="8681" y="14015"/>
                    <a:pt x="9045" y="14015"/>
                  </a:cubicBezTo>
                  <a:cubicBezTo>
                    <a:pt x="9940" y="14015"/>
                    <a:pt x="10674" y="13281"/>
                    <a:pt x="10674" y="12384"/>
                  </a:cubicBezTo>
                  <a:cubicBezTo>
                    <a:pt x="10674" y="11970"/>
                    <a:pt x="10598" y="11576"/>
                    <a:pt x="10448" y="11194"/>
                  </a:cubicBezTo>
                  <a:lnTo>
                    <a:pt x="9789" y="9546"/>
                  </a:lnTo>
                  <a:cubicBezTo>
                    <a:pt x="12166" y="9263"/>
                    <a:pt x="14014" y="7240"/>
                    <a:pt x="14014" y="4788"/>
                  </a:cubicBezTo>
                  <a:cubicBezTo>
                    <a:pt x="14014" y="2150"/>
                    <a:pt x="11865" y="0"/>
                    <a:pt x="92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53"/>
          <p:cNvGrpSpPr/>
          <p:nvPr/>
        </p:nvGrpSpPr>
        <p:grpSpPr>
          <a:xfrm>
            <a:off x="2362499" y="2061378"/>
            <a:ext cx="382660" cy="332263"/>
            <a:chOff x="2344556" y="2346332"/>
            <a:chExt cx="382660" cy="332263"/>
          </a:xfrm>
        </p:grpSpPr>
        <p:sp>
          <p:nvSpPr>
            <p:cNvPr id="871" name="Google Shape;871;p53"/>
            <p:cNvSpPr/>
            <p:nvPr/>
          </p:nvSpPr>
          <p:spPr>
            <a:xfrm>
              <a:off x="2344556" y="2346332"/>
              <a:ext cx="125279" cy="106862"/>
            </a:xfrm>
            <a:custGeom>
              <a:avLst/>
              <a:gdLst/>
              <a:ahLst/>
              <a:cxnLst/>
              <a:rect l="l" t="t" r="r" b="b"/>
              <a:pathLst>
                <a:path w="4646" h="3963" extrusionOk="0">
                  <a:moveTo>
                    <a:pt x="1505" y="823"/>
                  </a:moveTo>
                  <a:cubicBezTo>
                    <a:pt x="1643" y="823"/>
                    <a:pt x="1788" y="880"/>
                    <a:pt x="1894" y="987"/>
                  </a:cubicBezTo>
                  <a:lnTo>
                    <a:pt x="2031" y="1118"/>
                  </a:lnTo>
                  <a:cubicBezTo>
                    <a:pt x="2110" y="1200"/>
                    <a:pt x="2214" y="1241"/>
                    <a:pt x="2320" y="1241"/>
                  </a:cubicBezTo>
                  <a:cubicBezTo>
                    <a:pt x="2426" y="1241"/>
                    <a:pt x="2533" y="1200"/>
                    <a:pt x="2615" y="1118"/>
                  </a:cubicBezTo>
                  <a:lnTo>
                    <a:pt x="2740" y="993"/>
                  </a:lnTo>
                  <a:cubicBezTo>
                    <a:pt x="2849" y="884"/>
                    <a:pt x="2996" y="827"/>
                    <a:pt x="3143" y="827"/>
                  </a:cubicBezTo>
                  <a:cubicBezTo>
                    <a:pt x="3276" y="827"/>
                    <a:pt x="3407" y="873"/>
                    <a:pt x="3511" y="967"/>
                  </a:cubicBezTo>
                  <a:cubicBezTo>
                    <a:pt x="3743" y="1181"/>
                    <a:pt x="3749" y="1545"/>
                    <a:pt x="3529" y="1763"/>
                  </a:cubicBezTo>
                  <a:lnTo>
                    <a:pt x="2320" y="2974"/>
                  </a:lnTo>
                  <a:lnTo>
                    <a:pt x="1117" y="1763"/>
                  </a:lnTo>
                  <a:cubicBezTo>
                    <a:pt x="897" y="1551"/>
                    <a:pt x="897" y="1199"/>
                    <a:pt x="1117" y="987"/>
                  </a:cubicBezTo>
                  <a:cubicBezTo>
                    <a:pt x="1224" y="880"/>
                    <a:pt x="1360" y="823"/>
                    <a:pt x="1505" y="823"/>
                  </a:cubicBezTo>
                  <a:close/>
                  <a:moveTo>
                    <a:pt x="1504" y="1"/>
                  </a:moveTo>
                  <a:cubicBezTo>
                    <a:pt x="1153" y="1"/>
                    <a:pt x="802" y="135"/>
                    <a:pt x="533" y="403"/>
                  </a:cubicBezTo>
                  <a:cubicBezTo>
                    <a:pt x="1" y="943"/>
                    <a:pt x="1" y="1814"/>
                    <a:pt x="533" y="2347"/>
                  </a:cubicBezTo>
                  <a:lnTo>
                    <a:pt x="2031" y="3845"/>
                  </a:lnTo>
                  <a:cubicBezTo>
                    <a:pt x="2110" y="3923"/>
                    <a:pt x="2214" y="3962"/>
                    <a:pt x="2320" y="3962"/>
                  </a:cubicBezTo>
                  <a:cubicBezTo>
                    <a:pt x="2426" y="3962"/>
                    <a:pt x="2533" y="3923"/>
                    <a:pt x="2615" y="3845"/>
                  </a:cubicBezTo>
                  <a:lnTo>
                    <a:pt x="4106" y="2347"/>
                  </a:lnTo>
                  <a:cubicBezTo>
                    <a:pt x="4646" y="1814"/>
                    <a:pt x="4646" y="943"/>
                    <a:pt x="4106" y="403"/>
                  </a:cubicBezTo>
                  <a:cubicBezTo>
                    <a:pt x="3841" y="135"/>
                    <a:pt x="3491" y="1"/>
                    <a:pt x="3140" y="1"/>
                  </a:cubicBezTo>
                  <a:cubicBezTo>
                    <a:pt x="2852" y="1"/>
                    <a:pt x="2563" y="91"/>
                    <a:pt x="2320" y="272"/>
                  </a:cubicBezTo>
                  <a:cubicBezTo>
                    <a:pt x="2080" y="91"/>
                    <a:pt x="1792" y="1"/>
                    <a:pt x="15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53"/>
            <p:cNvSpPr/>
            <p:nvPr/>
          </p:nvSpPr>
          <p:spPr>
            <a:xfrm>
              <a:off x="2488549" y="2538377"/>
              <a:ext cx="238667" cy="95834"/>
            </a:xfrm>
            <a:custGeom>
              <a:avLst/>
              <a:gdLst/>
              <a:ahLst/>
              <a:cxnLst/>
              <a:rect l="l" t="t" r="r" b="b"/>
              <a:pathLst>
                <a:path w="8851" h="3554" extrusionOk="0">
                  <a:moveTo>
                    <a:pt x="5797" y="822"/>
                  </a:moveTo>
                  <a:lnTo>
                    <a:pt x="5797" y="2733"/>
                  </a:lnTo>
                  <a:lnTo>
                    <a:pt x="1843" y="2733"/>
                  </a:lnTo>
                  <a:cubicBezTo>
                    <a:pt x="1336" y="2733"/>
                    <a:pt x="903" y="2344"/>
                    <a:pt x="871" y="1837"/>
                  </a:cubicBezTo>
                  <a:cubicBezTo>
                    <a:pt x="834" y="1285"/>
                    <a:pt x="1279" y="822"/>
                    <a:pt x="1825" y="822"/>
                  </a:cubicBezTo>
                  <a:close/>
                  <a:moveTo>
                    <a:pt x="7026" y="822"/>
                  </a:moveTo>
                  <a:cubicBezTo>
                    <a:pt x="7578" y="822"/>
                    <a:pt x="8016" y="1285"/>
                    <a:pt x="7986" y="1837"/>
                  </a:cubicBezTo>
                  <a:cubicBezTo>
                    <a:pt x="7948" y="2344"/>
                    <a:pt x="7515" y="2733"/>
                    <a:pt x="7008" y="2733"/>
                  </a:cubicBezTo>
                  <a:lnTo>
                    <a:pt x="6619" y="2733"/>
                  </a:lnTo>
                  <a:lnTo>
                    <a:pt x="6619" y="822"/>
                  </a:lnTo>
                  <a:close/>
                  <a:moveTo>
                    <a:pt x="1849" y="0"/>
                  </a:moveTo>
                  <a:cubicBezTo>
                    <a:pt x="897" y="0"/>
                    <a:pt x="95" y="740"/>
                    <a:pt x="52" y="1693"/>
                  </a:cubicBezTo>
                  <a:cubicBezTo>
                    <a:pt x="0" y="2714"/>
                    <a:pt x="816" y="3553"/>
                    <a:pt x="1825" y="3553"/>
                  </a:cubicBezTo>
                  <a:lnTo>
                    <a:pt x="7001" y="3553"/>
                  </a:lnTo>
                  <a:cubicBezTo>
                    <a:pt x="7954" y="3553"/>
                    <a:pt x="8762" y="2815"/>
                    <a:pt x="8806" y="1861"/>
                  </a:cubicBezTo>
                  <a:cubicBezTo>
                    <a:pt x="8851" y="840"/>
                    <a:pt x="8036" y="0"/>
                    <a:pt x="70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53"/>
            <p:cNvSpPr/>
            <p:nvPr/>
          </p:nvSpPr>
          <p:spPr>
            <a:xfrm>
              <a:off x="2346740" y="2494073"/>
              <a:ext cx="121909" cy="184521"/>
            </a:xfrm>
            <a:custGeom>
              <a:avLst/>
              <a:gdLst/>
              <a:ahLst/>
              <a:cxnLst/>
              <a:rect l="l" t="t" r="r" b="b"/>
              <a:pathLst>
                <a:path w="4521" h="6843" extrusionOk="0">
                  <a:moveTo>
                    <a:pt x="2408" y="822"/>
                  </a:moveTo>
                  <a:lnTo>
                    <a:pt x="2083" y="2233"/>
                  </a:lnTo>
                  <a:cubicBezTo>
                    <a:pt x="2019" y="2489"/>
                    <a:pt x="2220" y="2734"/>
                    <a:pt x="2483" y="2734"/>
                  </a:cubicBezTo>
                  <a:lnTo>
                    <a:pt x="3373" y="2734"/>
                  </a:lnTo>
                  <a:lnTo>
                    <a:pt x="2514" y="4583"/>
                  </a:lnTo>
                  <a:lnTo>
                    <a:pt x="2514" y="3969"/>
                  </a:lnTo>
                  <a:cubicBezTo>
                    <a:pt x="2514" y="3743"/>
                    <a:pt x="2326" y="3555"/>
                    <a:pt x="2101" y="3555"/>
                  </a:cubicBezTo>
                  <a:lnTo>
                    <a:pt x="979" y="3555"/>
                  </a:lnTo>
                  <a:lnTo>
                    <a:pt x="1606" y="822"/>
                  </a:lnTo>
                  <a:close/>
                  <a:moveTo>
                    <a:pt x="1279" y="1"/>
                  </a:moveTo>
                  <a:cubicBezTo>
                    <a:pt x="1091" y="1"/>
                    <a:pt x="923" y="133"/>
                    <a:pt x="879" y="315"/>
                  </a:cubicBezTo>
                  <a:lnTo>
                    <a:pt x="58" y="3874"/>
                  </a:lnTo>
                  <a:cubicBezTo>
                    <a:pt x="1" y="4131"/>
                    <a:pt x="196" y="4376"/>
                    <a:pt x="460" y="4376"/>
                  </a:cubicBezTo>
                  <a:lnTo>
                    <a:pt x="1693" y="4376"/>
                  </a:lnTo>
                  <a:lnTo>
                    <a:pt x="1693" y="6431"/>
                  </a:lnTo>
                  <a:cubicBezTo>
                    <a:pt x="1693" y="6690"/>
                    <a:pt x="1900" y="6842"/>
                    <a:pt x="2109" y="6842"/>
                  </a:cubicBezTo>
                  <a:cubicBezTo>
                    <a:pt x="2254" y="6842"/>
                    <a:pt x="2400" y="6769"/>
                    <a:pt x="2477" y="6607"/>
                  </a:cubicBezTo>
                  <a:lnTo>
                    <a:pt x="4389" y="2502"/>
                  </a:lnTo>
                  <a:cubicBezTo>
                    <a:pt x="4521" y="2226"/>
                    <a:pt x="4319" y="1913"/>
                    <a:pt x="4019" y="1913"/>
                  </a:cubicBezTo>
                  <a:lnTo>
                    <a:pt x="2997" y="1913"/>
                  </a:lnTo>
                  <a:lnTo>
                    <a:pt x="3324" y="503"/>
                  </a:lnTo>
                  <a:cubicBezTo>
                    <a:pt x="3385" y="246"/>
                    <a:pt x="3185" y="1"/>
                    <a:pt x="29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53"/>
            <p:cNvSpPr/>
            <p:nvPr/>
          </p:nvSpPr>
          <p:spPr>
            <a:xfrm>
              <a:off x="2488549" y="2351644"/>
              <a:ext cx="238667" cy="95834"/>
            </a:xfrm>
            <a:custGeom>
              <a:avLst/>
              <a:gdLst/>
              <a:ahLst/>
              <a:cxnLst/>
              <a:rect l="l" t="t" r="r" b="b"/>
              <a:pathLst>
                <a:path w="8851" h="3554" extrusionOk="0">
                  <a:moveTo>
                    <a:pt x="4701" y="822"/>
                  </a:moveTo>
                  <a:lnTo>
                    <a:pt x="4701" y="2732"/>
                  </a:lnTo>
                  <a:lnTo>
                    <a:pt x="1825" y="2732"/>
                  </a:lnTo>
                  <a:cubicBezTo>
                    <a:pt x="1279" y="2732"/>
                    <a:pt x="834" y="2269"/>
                    <a:pt x="871" y="1717"/>
                  </a:cubicBezTo>
                  <a:cubicBezTo>
                    <a:pt x="903" y="1210"/>
                    <a:pt x="1336" y="822"/>
                    <a:pt x="1843" y="822"/>
                  </a:cubicBezTo>
                  <a:close/>
                  <a:moveTo>
                    <a:pt x="7008" y="822"/>
                  </a:moveTo>
                  <a:cubicBezTo>
                    <a:pt x="7515" y="822"/>
                    <a:pt x="7948" y="1210"/>
                    <a:pt x="7986" y="1717"/>
                  </a:cubicBezTo>
                  <a:cubicBezTo>
                    <a:pt x="8016" y="2269"/>
                    <a:pt x="7578" y="2732"/>
                    <a:pt x="7026" y="2732"/>
                  </a:cubicBezTo>
                  <a:lnTo>
                    <a:pt x="5522" y="2732"/>
                  </a:lnTo>
                  <a:lnTo>
                    <a:pt x="5522" y="822"/>
                  </a:lnTo>
                  <a:close/>
                  <a:moveTo>
                    <a:pt x="1849" y="0"/>
                  </a:moveTo>
                  <a:cubicBezTo>
                    <a:pt x="897" y="0"/>
                    <a:pt x="95" y="739"/>
                    <a:pt x="52" y="1692"/>
                  </a:cubicBezTo>
                  <a:cubicBezTo>
                    <a:pt x="0" y="2714"/>
                    <a:pt x="816" y="3553"/>
                    <a:pt x="1825" y="3553"/>
                  </a:cubicBezTo>
                  <a:lnTo>
                    <a:pt x="7001" y="3553"/>
                  </a:lnTo>
                  <a:cubicBezTo>
                    <a:pt x="7954" y="3553"/>
                    <a:pt x="8762" y="2815"/>
                    <a:pt x="8806" y="1861"/>
                  </a:cubicBezTo>
                  <a:cubicBezTo>
                    <a:pt x="8851" y="840"/>
                    <a:pt x="8036" y="0"/>
                    <a:pt x="70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 name="Google Shape;875;p53"/>
          <p:cNvGrpSpPr/>
          <p:nvPr/>
        </p:nvGrpSpPr>
        <p:grpSpPr>
          <a:xfrm>
            <a:off x="2364872" y="1415459"/>
            <a:ext cx="377914" cy="377914"/>
            <a:chOff x="2327164" y="1720259"/>
            <a:chExt cx="377914" cy="377914"/>
          </a:xfrm>
        </p:grpSpPr>
        <p:sp>
          <p:nvSpPr>
            <p:cNvPr id="876" name="Google Shape;876;p53"/>
            <p:cNvSpPr/>
            <p:nvPr/>
          </p:nvSpPr>
          <p:spPr>
            <a:xfrm>
              <a:off x="2327164" y="1720259"/>
              <a:ext cx="377914" cy="377914"/>
            </a:xfrm>
            <a:custGeom>
              <a:avLst/>
              <a:gdLst/>
              <a:ahLst/>
              <a:cxnLst/>
              <a:rect l="l" t="t" r="r" b="b"/>
              <a:pathLst>
                <a:path w="14015" h="14015" extrusionOk="0">
                  <a:moveTo>
                    <a:pt x="12510" y="821"/>
                  </a:moveTo>
                  <a:cubicBezTo>
                    <a:pt x="12893" y="821"/>
                    <a:pt x="13193" y="1128"/>
                    <a:pt x="13193" y="1504"/>
                  </a:cubicBezTo>
                  <a:lnTo>
                    <a:pt x="13193" y="7258"/>
                  </a:lnTo>
                  <a:cubicBezTo>
                    <a:pt x="13193" y="7634"/>
                    <a:pt x="12893" y="7941"/>
                    <a:pt x="12510" y="7941"/>
                  </a:cubicBezTo>
                  <a:lnTo>
                    <a:pt x="1505" y="7941"/>
                  </a:lnTo>
                  <a:cubicBezTo>
                    <a:pt x="1129" y="7941"/>
                    <a:pt x="822" y="7634"/>
                    <a:pt x="822" y="7258"/>
                  </a:cubicBezTo>
                  <a:lnTo>
                    <a:pt x="822" y="1504"/>
                  </a:lnTo>
                  <a:cubicBezTo>
                    <a:pt x="822" y="1128"/>
                    <a:pt x="1129" y="821"/>
                    <a:pt x="1505" y="821"/>
                  </a:cubicBezTo>
                  <a:close/>
                  <a:moveTo>
                    <a:pt x="12510" y="8762"/>
                  </a:moveTo>
                  <a:cubicBezTo>
                    <a:pt x="12893" y="8762"/>
                    <a:pt x="13193" y="9069"/>
                    <a:pt x="13193" y="9445"/>
                  </a:cubicBezTo>
                  <a:lnTo>
                    <a:pt x="13193" y="12510"/>
                  </a:lnTo>
                  <a:cubicBezTo>
                    <a:pt x="13193" y="12886"/>
                    <a:pt x="12893" y="13193"/>
                    <a:pt x="12510" y="13193"/>
                  </a:cubicBezTo>
                  <a:lnTo>
                    <a:pt x="1505" y="13193"/>
                  </a:lnTo>
                  <a:cubicBezTo>
                    <a:pt x="1129" y="13193"/>
                    <a:pt x="822" y="12886"/>
                    <a:pt x="822" y="12510"/>
                  </a:cubicBezTo>
                  <a:lnTo>
                    <a:pt x="822" y="9445"/>
                  </a:lnTo>
                  <a:cubicBezTo>
                    <a:pt x="822" y="9069"/>
                    <a:pt x="1129" y="8762"/>
                    <a:pt x="1505" y="8762"/>
                  </a:cubicBezTo>
                  <a:close/>
                  <a:moveTo>
                    <a:pt x="1505" y="0"/>
                  </a:moveTo>
                  <a:cubicBezTo>
                    <a:pt x="677" y="0"/>
                    <a:pt x="0" y="677"/>
                    <a:pt x="0" y="1504"/>
                  </a:cubicBezTo>
                  <a:lnTo>
                    <a:pt x="0" y="7258"/>
                  </a:lnTo>
                  <a:cubicBezTo>
                    <a:pt x="0" y="7683"/>
                    <a:pt x="182" y="8073"/>
                    <a:pt x="477" y="8348"/>
                  </a:cubicBezTo>
                  <a:cubicBezTo>
                    <a:pt x="182" y="8623"/>
                    <a:pt x="0" y="9013"/>
                    <a:pt x="0" y="9445"/>
                  </a:cubicBezTo>
                  <a:lnTo>
                    <a:pt x="0" y="12510"/>
                  </a:lnTo>
                  <a:cubicBezTo>
                    <a:pt x="0" y="13343"/>
                    <a:pt x="677" y="14014"/>
                    <a:pt x="1505" y="14014"/>
                  </a:cubicBezTo>
                  <a:lnTo>
                    <a:pt x="12510" y="14014"/>
                  </a:lnTo>
                  <a:cubicBezTo>
                    <a:pt x="13344" y="14014"/>
                    <a:pt x="14015" y="13343"/>
                    <a:pt x="14015" y="12510"/>
                  </a:cubicBezTo>
                  <a:lnTo>
                    <a:pt x="14015" y="9445"/>
                  </a:lnTo>
                  <a:cubicBezTo>
                    <a:pt x="14015" y="9013"/>
                    <a:pt x="13833" y="8623"/>
                    <a:pt x="13544" y="8348"/>
                  </a:cubicBezTo>
                  <a:cubicBezTo>
                    <a:pt x="13833" y="8073"/>
                    <a:pt x="14015" y="7683"/>
                    <a:pt x="14015" y="7258"/>
                  </a:cubicBezTo>
                  <a:lnTo>
                    <a:pt x="14015" y="1504"/>
                  </a:lnTo>
                  <a:cubicBezTo>
                    <a:pt x="14015" y="677"/>
                    <a:pt x="13344" y="0"/>
                    <a:pt x="125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53"/>
            <p:cNvSpPr/>
            <p:nvPr/>
          </p:nvSpPr>
          <p:spPr>
            <a:xfrm>
              <a:off x="2416553" y="1764535"/>
              <a:ext cx="199298" cy="147714"/>
            </a:xfrm>
            <a:custGeom>
              <a:avLst/>
              <a:gdLst/>
              <a:ahLst/>
              <a:cxnLst/>
              <a:rect l="l" t="t" r="r" b="b"/>
              <a:pathLst>
                <a:path w="7391" h="5478" extrusionOk="0">
                  <a:moveTo>
                    <a:pt x="6569" y="822"/>
                  </a:moveTo>
                  <a:lnTo>
                    <a:pt x="6569" y="4658"/>
                  </a:lnTo>
                  <a:lnTo>
                    <a:pt x="822" y="4658"/>
                  </a:lnTo>
                  <a:lnTo>
                    <a:pt x="822" y="822"/>
                  </a:lnTo>
                  <a:close/>
                  <a:moveTo>
                    <a:pt x="408" y="1"/>
                  </a:moveTo>
                  <a:cubicBezTo>
                    <a:pt x="183" y="1"/>
                    <a:pt x="1" y="189"/>
                    <a:pt x="1" y="414"/>
                  </a:cubicBezTo>
                  <a:lnTo>
                    <a:pt x="1" y="5064"/>
                  </a:lnTo>
                  <a:cubicBezTo>
                    <a:pt x="1" y="5289"/>
                    <a:pt x="183" y="5477"/>
                    <a:pt x="408" y="5477"/>
                  </a:cubicBezTo>
                  <a:lnTo>
                    <a:pt x="6977" y="5477"/>
                  </a:lnTo>
                  <a:cubicBezTo>
                    <a:pt x="7208" y="5477"/>
                    <a:pt x="7391" y="5289"/>
                    <a:pt x="7391" y="5064"/>
                  </a:cubicBezTo>
                  <a:lnTo>
                    <a:pt x="7391" y="414"/>
                  </a:lnTo>
                  <a:cubicBezTo>
                    <a:pt x="7391" y="189"/>
                    <a:pt x="7208" y="1"/>
                    <a:pt x="69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53"/>
            <p:cNvSpPr/>
            <p:nvPr/>
          </p:nvSpPr>
          <p:spPr>
            <a:xfrm>
              <a:off x="2522013" y="1808839"/>
              <a:ext cx="43791" cy="59107"/>
            </a:xfrm>
            <a:custGeom>
              <a:avLst/>
              <a:gdLst/>
              <a:ahLst/>
              <a:cxnLst/>
              <a:rect l="l" t="t" r="r" b="b"/>
              <a:pathLst>
                <a:path w="1624" h="2192" extrusionOk="0">
                  <a:moveTo>
                    <a:pt x="469" y="1"/>
                  </a:moveTo>
                  <a:cubicBezTo>
                    <a:pt x="407" y="1"/>
                    <a:pt x="343" y="14"/>
                    <a:pt x="283" y="44"/>
                  </a:cubicBezTo>
                  <a:cubicBezTo>
                    <a:pt x="82" y="143"/>
                    <a:pt x="0" y="394"/>
                    <a:pt x="101" y="594"/>
                  </a:cubicBezTo>
                  <a:lnTo>
                    <a:pt x="784" y="1962"/>
                  </a:lnTo>
                  <a:cubicBezTo>
                    <a:pt x="856" y="2108"/>
                    <a:pt x="1003" y="2192"/>
                    <a:pt x="1155" y="2192"/>
                  </a:cubicBezTo>
                  <a:cubicBezTo>
                    <a:pt x="1216" y="2192"/>
                    <a:pt x="1278" y="2178"/>
                    <a:pt x="1336" y="2150"/>
                  </a:cubicBezTo>
                  <a:cubicBezTo>
                    <a:pt x="1536" y="2049"/>
                    <a:pt x="1623" y="1798"/>
                    <a:pt x="1518" y="1598"/>
                  </a:cubicBezTo>
                  <a:lnTo>
                    <a:pt x="834" y="224"/>
                  </a:lnTo>
                  <a:cubicBezTo>
                    <a:pt x="763" y="83"/>
                    <a:pt x="620" y="1"/>
                    <a:pt x="4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53"/>
            <p:cNvSpPr/>
            <p:nvPr/>
          </p:nvSpPr>
          <p:spPr>
            <a:xfrm>
              <a:off x="2470294" y="1808839"/>
              <a:ext cx="43791" cy="59107"/>
            </a:xfrm>
            <a:custGeom>
              <a:avLst/>
              <a:gdLst/>
              <a:ahLst/>
              <a:cxnLst/>
              <a:rect l="l" t="t" r="r" b="b"/>
              <a:pathLst>
                <a:path w="1624" h="2192" extrusionOk="0">
                  <a:moveTo>
                    <a:pt x="471" y="1"/>
                  </a:moveTo>
                  <a:cubicBezTo>
                    <a:pt x="410" y="1"/>
                    <a:pt x="348" y="14"/>
                    <a:pt x="289" y="44"/>
                  </a:cubicBezTo>
                  <a:cubicBezTo>
                    <a:pt x="82" y="143"/>
                    <a:pt x="1" y="394"/>
                    <a:pt x="101" y="594"/>
                  </a:cubicBezTo>
                  <a:lnTo>
                    <a:pt x="784" y="1962"/>
                  </a:lnTo>
                  <a:cubicBezTo>
                    <a:pt x="860" y="2108"/>
                    <a:pt x="1006" y="2192"/>
                    <a:pt x="1156" y="2192"/>
                  </a:cubicBezTo>
                  <a:cubicBezTo>
                    <a:pt x="1217" y="2192"/>
                    <a:pt x="1278" y="2178"/>
                    <a:pt x="1336" y="2150"/>
                  </a:cubicBezTo>
                  <a:cubicBezTo>
                    <a:pt x="1542" y="2049"/>
                    <a:pt x="1624" y="1798"/>
                    <a:pt x="1524" y="1598"/>
                  </a:cubicBezTo>
                  <a:lnTo>
                    <a:pt x="834" y="224"/>
                  </a:lnTo>
                  <a:cubicBezTo>
                    <a:pt x="764" y="83"/>
                    <a:pt x="620" y="1"/>
                    <a:pt x="4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53"/>
            <p:cNvSpPr/>
            <p:nvPr/>
          </p:nvSpPr>
          <p:spPr>
            <a:xfrm>
              <a:off x="2637962" y="1782952"/>
              <a:ext cx="22138" cy="22165"/>
            </a:xfrm>
            <a:custGeom>
              <a:avLst/>
              <a:gdLst/>
              <a:ahLst/>
              <a:cxnLst/>
              <a:rect l="l" t="t" r="r" b="b"/>
              <a:pathLst>
                <a:path w="821" h="822" extrusionOk="0">
                  <a:moveTo>
                    <a:pt x="414" y="1"/>
                  </a:moveTo>
                  <a:cubicBezTo>
                    <a:pt x="181" y="1"/>
                    <a:pt x="1" y="189"/>
                    <a:pt x="1" y="414"/>
                  </a:cubicBezTo>
                  <a:cubicBezTo>
                    <a:pt x="1" y="640"/>
                    <a:pt x="181" y="822"/>
                    <a:pt x="414" y="822"/>
                  </a:cubicBezTo>
                  <a:cubicBezTo>
                    <a:pt x="640" y="822"/>
                    <a:pt x="821" y="640"/>
                    <a:pt x="821" y="414"/>
                  </a:cubicBezTo>
                  <a:cubicBezTo>
                    <a:pt x="821" y="189"/>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53"/>
            <p:cNvSpPr/>
            <p:nvPr/>
          </p:nvSpPr>
          <p:spPr>
            <a:xfrm>
              <a:off x="2637962" y="1827256"/>
              <a:ext cx="22138" cy="22111"/>
            </a:xfrm>
            <a:custGeom>
              <a:avLst/>
              <a:gdLst/>
              <a:ahLst/>
              <a:cxnLst/>
              <a:rect l="l" t="t" r="r" b="b"/>
              <a:pathLst>
                <a:path w="821" h="820" extrusionOk="0">
                  <a:moveTo>
                    <a:pt x="414" y="0"/>
                  </a:moveTo>
                  <a:cubicBezTo>
                    <a:pt x="181" y="0"/>
                    <a:pt x="1" y="188"/>
                    <a:pt x="1" y="414"/>
                  </a:cubicBezTo>
                  <a:cubicBezTo>
                    <a:pt x="1" y="639"/>
                    <a:pt x="181" y="820"/>
                    <a:pt x="414" y="820"/>
                  </a:cubicBezTo>
                  <a:cubicBezTo>
                    <a:pt x="640" y="820"/>
                    <a:pt x="821" y="639"/>
                    <a:pt x="821" y="414"/>
                  </a:cubicBezTo>
                  <a:cubicBezTo>
                    <a:pt x="821" y="188"/>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53"/>
            <p:cNvSpPr/>
            <p:nvPr/>
          </p:nvSpPr>
          <p:spPr>
            <a:xfrm>
              <a:off x="2637962" y="1871505"/>
              <a:ext cx="22138" cy="22327"/>
            </a:xfrm>
            <a:custGeom>
              <a:avLst/>
              <a:gdLst/>
              <a:ahLst/>
              <a:cxnLst/>
              <a:rect l="l" t="t" r="r" b="b"/>
              <a:pathLst>
                <a:path w="821" h="828" extrusionOk="0">
                  <a:moveTo>
                    <a:pt x="414" y="0"/>
                  </a:moveTo>
                  <a:cubicBezTo>
                    <a:pt x="181" y="0"/>
                    <a:pt x="1" y="188"/>
                    <a:pt x="1" y="414"/>
                  </a:cubicBezTo>
                  <a:cubicBezTo>
                    <a:pt x="1" y="639"/>
                    <a:pt x="181" y="827"/>
                    <a:pt x="414" y="827"/>
                  </a:cubicBezTo>
                  <a:cubicBezTo>
                    <a:pt x="640" y="827"/>
                    <a:pt x="821" y="639"/>
                    <a:pt x="821" y="414"/>
                  </a:cubicBezTo>
                  <a:cubicBezTo>
                    <a:pt x="821" y="188"/>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53"/>
            <p:cNvSpPr/>
            <p:nvPr/>
          </p:nvSpPr>
          <p:spPr>
            <a:xfrm>
              <a:off x="2612103" y="1979338"/>
              <a:ext cx="22165" cy="22138"/>
            </a:xfrm>
            <a:custGeom>
              <a:avLst/>
              <a:gdLst/>
              <a:ahLst/>
              <a:cxnLst/>
              <a:rect l="l" t="t" r="r" b="b"/>
              <a:pathLst>
                <a:path w="822" h="821" extrusionOk="0">
                  <a:moveTo>
                    <a:pt x="414" y="1"/>
                  </a:moveTo>
                  <a:cubicBezTo>
                    <a:pt x="188" y="1"/>
                    <a:pt x="0" y="181"/>
                    <a:pt x="0" y="414"/>
                  </a:cubicBezTo>
                  <a:cubicBezTo>
                    <a:pt x="0" y="640"/>
                    <a:pt x="188" y="820"/>
                    <a:pt x="414" y="820"/>
                  </a:cubicBezTo>
                  <a:cubicBezTo>
                    <a:pt x="639" y="820"/>
                    <a:pt x="821" y="640"/>
                    <a:pt x="821" y="414"/>
                  </a:cubicBezTo>
                  <a:cubicBezTo>
                    <a:pt x="821" y="181"/>
                    <a:pt x="639"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53"/>
            <p:cNvSpPr/>
            <p:nvPr/>
          </p:nvSpPr>
          <p:spPr>
            <a:xfrm>
              <a:off x="2612103" y="2031057"/>
              <a:ext cx="22165" cy="22138"/>
            </a:xfrm>
            <a:custGeom>
              <a:avLst/>
              <a:gdLst/>
              <a:ahLst/>
              <a:cxnLst/>
              <a:rect l="l" t="t" r="r" b="b"/>
              <a:pathLst>
                <a:path w="822" h="821" extrusionOk="0">
                  <a:moveTo>
                    <a:pt x="414" y="0"/>
                  </a:moveTo>
                  <a:cubicBezTo>
                    <a:pt x="188" y="0"/>
                    <a:pt x="0" y="181"/>
                    <a:pt x="0" y="407"/>
                  </a:cubicBezTo>
                  <a:cubicBezTo>
                    <a:pt x="0" y="640"/>
                    <a:pt x="188" y="820"/>
                    <a:pt x="414" y="820"/>
                  </a:cubicBezTo>
                  <a:cubicBezTo>
                    <a:pt x="639" y="820"/>
                    <a:pt x="821" y="640"/>
                    <a:pt x="821" y="407"/>
                  </a:cubicBezTo>
                  <a:cubicBezTo>
                    <a:pt x="821" y="181"/>
                    <a:pt x="639"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53"/>
            <p:cNvSpPr/>
            <p:nvPr/>
          </p:nvSpPr>
          <p:spPr>
            <a:xfrm>
              <a:off x="2637962" y="2005171"/>
              <a:ext cx="22138" cy="22192"/>
            </a:xfrm>
            <a:custGeom>
              <a:avLst/>
              <a:gdLst/>
              <a:ahLst/>
              <a:cxnLst/>
              <a:rect l="l" t="t" r="r" b="b"/>
              <a:pathLst>
                <a:path w="821" h="823" extrusionOk="0">
                  <a:moveTo>
                    <a:pt x="414" y="1"/>
                  </a:moveTo>
                  <a:cubicBezTo>
                    <a:pt x="181" y="1"/>
                    <a:pt x="1" y="183"/>
                    <a:pt x="1" y="414"/>
                  </a:cubicBezTo>
                  <a:cubicBezTo>
                    <a:pt x="1" y="640"/>
                    <a:pt x="181" y="822"/>
                    <a:pt x="414" y="822"/>
                  </a:cubicBezTo>
                  <a:cubicBezTo>
                    <a:pt x="640" y="822"/>
                    <a:pt x="821" y="640"/>
                    <a:pt x="821" y="414"/>
                  </a:cubicBezTo>
                  <a:cubicBezTo>
                    <a:pt x="821" y="183"/>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53"/>
            <p:cNvSpPr/>
            <p:nvPr/>
          </p:nvSpPr>
          <p:spPr>
            <a:xfrm>
              <a:off x="2586243" y="2005171"/>
              <a:ext cx="22138" cy="22192"/>
            </a:xfrm>
            <a:custGeom>
              <a:avLst/>
              <a:gdLst/>
              <a:ahLst/>
              <a:cxnLst/>
              <a:rect l="l" t="t" r="r" b="b"/>
              <a:pathLst>
                <a:path w="821" h="823" extrusionOk="0">
                  <a:moveTo>
                    <a:pt x="415" y="1"/>
                  </a:moveTo>
                  <a:cubicBezTo>
                    <a:pt x="189" y="1"/>
                    <a:pt x="1" y="183"/>
                    <a:pt x="1" y="414"/>
                  </a:cubicBezTo>
                  <a:cubicBezTo>
                    <a:pt x="1" y="640"/>
                    <a:pt x="189" y="822"/>
                    <a:pt x="415" y="822"/>
                  </a:cubicBezTo>
                  <a:cubicBezTo>
                    <a:pt x="640" y="822"/>
                    <a:pt x="821" y="640"/>
                    <a:pt x="821" y="414"/>
                  </a:cubicBezTo>
                  <a:cubicBezTo>
                    <a:pt x="821" y="183"/>
                    <a:pt x="640" y="1"/>
                    <a:pt x="4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53"/>
            <p:cNvSpPr/>
            <p:nvPr/>
          </p:nvSpPr>
          <p:spPr>
            <a:xfrm>
              <a:off x="2372303" y="1782952"/>
              <a:ext cx="22138" cy="22165"/>
            </a:xfrm>
            <a:custGeom>
              <a:avLst/>
              <a:gdLst/>
              <a:ahLst/>
              <a:cxnLst/>
              <a:rect l="l" t="t" r="r" b="b"/>
              <a:pathLst>
                <a:path w="821" h="822" extrusionOk="0">
                  <a:moveTo>
                    <a:pt x="407" y="1"/>
                  </a:moveTo>
                  <a:cubicBezTo>
                    <a:pt x="181" y="1"/>
                    <a:pt x="1" y="189"/>
                    <a:pt x="1" y="414"/>
                  </a:cubicBezTo>
                  <a:cubicBezTo>
                    <a:pt x="1" y="640"/>
                    <a:pt x="181" y="822"/>
                    <a:pt x="407" y="822"/>
                  </a:cubicBezTo>
                  <a:cubicBezTo>
                    <a:pt x="632" y="822"/>
                    <a:pt x="820" y="640"/>
                    <a:pt x="820" y="414"/>
                  </a:cubicBezTo>
                  <a:cubicBezTo>
                    <a:pt x="820" y="189"/>
                    <a:pt x="632" y="1"/>
                    <a:pt x="4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53"/>
            <p:cNvSpPr/>
            <p:nvPr/>
          </p:nvSpPr>
          <p:spPr>
            <a:xfrm>
              <a:off x="2372303" y="1827256"/>
              <a:ext cx="22138" cy="22111"/>
            </a:xfrm>
            <a:custGeom>
              <a:avLst/>
              <a:gdLst/>
              <a:ahLst/>
              <a:cxnLst/>
              <a:rect l="l" t="t" r="r" b="b"/>
              <a:pathLst>
                <a:path w="821" h="820" extrusionOk="0">
                  <a:moveTo>
                    <a:pt x="407" y="0"/>
                  </a:moveTo>
                  <a:cubicBezTo>
                    <a:pt x="181" y="0"/>
                    <a:pt x="1" y="188"/>
                    <a:pt x="1" y="414"/>
                  </a:cubicBezTo>
                  <a:cubicBezTo>
                    <a:pt x="1" y="639"/>
                    <a:pt x="181" y="820"/>
                    <a:pt x="407" y="820"/>
                  </a:cubicBezTo>
                  <a:cubicBezTo>
                    <a:pt x="632" y="820"/>
                    <a:pt x="820" y="639"/>
                    <a:pt x="820" y="414"/>
                  </a:cubicBezTo>
                  <a:cubicBezTo>
                    <a:pt x="820" y="188"/>
                    <a:pt x="632" y="0"/>
                    <a:pt x="4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53"/>
            <p:cNvSpPr/>
            <p:nvPr/>
          </p:nvSpPr>
          <p:spPr>
            <a:xfrm>
              <a:off x="2372303" y="1871505"/>
              <a:ext cx="22138" cy="22327"/>
            </a:xfrm>
            <a:custGeom>
              <a:avLst/>
              <a:gdLst/>
              <a:ahLst/>
              <a:cxnLst/>
              <a:rect l="l" t="t" r="r" b="b"/>
              <a:pathLst>
                <a:path w="821" h="828" extrusionOk="0">
                  <a:moveTo>
                    <a:pt x="407" y="0"/>
                  </a:moveTo>
                  <a:cubicBezTo>
                    <a:pt x="181" y="0"/>
                    <a:pt x="1" y="188"/>
                    <a:pt x="1" y="414"/>
                  </a:cubicBezTo>
                  <a:cubicBezTo>
                    <a:pt x="1" y="639"/>
                    <a:pt x="181" y="827"/>
                    <a:pt x="407" y="827"/>
                  </a:cubicBezTo>
                  <a:cubicBezTo>
                    <a:pt x="632" y="827"/>
                    <a:pt x="820" y="639"/>
                    <a:pt x="820" y="414"/>
                  </a:cubicBezTo>
                  <a:cubicBezTo>
                    <a:pt x="820" y="188"/>
                    <a:pt x="632" y="0"/>
                    <a:pt x="4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53"/>
            <p:cNvSpPr/>
            <p:nvPr/>
          </p:nvSpPr>
          <p:spPr>
            <a:xfrm>
              <a:off x="2371602" y="1979419"/>
              <a:ext cx="75071" cy="73830"/>
            </a:xfrm>
            <a:custGeom>
              <a:avLst/>
              <a:gdLst/>
              <a:ahLst/>
              <a:cxnLst/>
              <a:rect l="l" t="t" r="r" b="b"/>
              <a:pathLst>
                <a:path w="2784" h="2738" extrusionOk="0">
                  <a:moveTo>
                    <a:pt x="1389" y="0"/>
                  </a:moveTo>
                  <a:cubicBezTo>
                    <a:pt x="1163" y="0"/>
                    <a:pt x="985" y="184"/>
                    <a:pt x="985" y="411"/>
                  </a:cubicBezTo>
                  <a:lnTo>
                    <a:pt x="985" y="956"/>
                  </a:lnTo>
                  <a:lnTo>
                    <a:pt x="446" y="956"/>
                  </a:lnTo>
                  <a:cubicBezTo>
                    <a:pt x="233" y="956"/>
                    <a:pt x="51" y="1112"/>
                    <a:pt x="27" y="1320"/>
                  </a:cubicBezTo>
                  <a:cubicBezTo>
                    <a:pt x="1" y="1569"/>
                    <a:pt x="195" y="1777"/>
                    <a:pt x="433" y="1777"/>
                  </a:cubicBezTo>
                  <a:lnTo>
                    <a:pt x="985" y="1777"/>
                  </a:lnTo>
                  <a:lnTo>
                    <a:pt x="985" y="2316"/>
                  </a:lnTo>
                  <a:cubicBezTo>
                    <a:pt x="985" y="2523"/>
                    <a:pt x="1135" y="2711"/>
                    <a:pt x="1349" y="2735"/>
                  </a:cubicBezTo>
                  <a:cubicBezTo>
                    <a:pt x="1363" y="2737"/>
                    <a:pt x="1378" y="2737"/>
                    <a:pt x="1392" y="2737"/>
                  </a:cubicBezTo>
                  <a:cubicBezTo>
                    <a:pt x="1617" y="2737"/>
                    <a:pt x="1806" y="2552"/>
                    <a:pt x="1806" y="2322"/>
                  </a:cubicBezTo>
                  <a:lnTo>
                    <a:pt x="1806" y="1777"/>
                  </a:lnTo>
                  <a:lnTo>
                    <a:pt x="2350" y="1777"/>
                  </a:lnTo>
                  <a:cubicBezTo>
                    <a:pt x="2596" y="1777"/>
                    <a:pt x="2784" y="1569"/>
                    <a:pt x="2758" y="1320"/>
                  </a:cubicBezTo>
                  <a:cubicBezTo>
                    <a:pt x="2734" y="1112"/>
                    <a:pt x="2552" y="956"/>
                    <a:pt x="2338" y="956"/>
                  </a:cubicBezTo>
                  <a:lnTo>
                    <a:pt x="1806" y="956"/>
                  </a:lnTo>
                  <a:lnTo>
                    <a:pt x="1806" y="417"/>
                  </a:lnTo>
                  <a:cubicBezTo>
                    <a:pt x="1806" y="210"/>
                    <a:pt x="1650" y="22"/>
                    <a:pt x="1442" y="4"/>
                  </a:cubicBezTo>
                  <a:cubicBezTo>
                    <a:pt x="1424" y="1"/>
                    <a:pt x="1406" y="0"/>
                    <a:pt x="13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53"/>
            <p:cNvSpPr/>
            <p:nvPr/>
          </p:nvSpPr>
          <p:spPr>
            <a:xfrm>
              <a:off x="2482994" y="2027336"/>
              <a:ext cx="66415" cy="22165"/>
            </a:xfrm>
            <a:custGeom>
              <a:avLst/>
              <a:gdLst/>
              <a:ahLst/>
              <a:cxnLst/>
              <a:rect l="l" t="t" r="r" b="b"/>
              <a:pathLst>
                <a:path w="2463" h="822" extrusionOk="0">
                  <a:moveTo>
                    <a:pt x="408" y="0"/>
                  </a:moveTo>
                  <a:cubicBezTo>
                    <a:pt x="182" y="0"/>
                    <a:pt x="0" y="182"/>
                    <a:pt x="0" y="414"/>
                  </a:cubicBezTo>
                  <a:cubicBezTo>
                    <a:pt x="0" y="639"/>
                    <a:pt x="182" y="821"/>
                    <a:pt x="408" y="821"/>
                  </a:cubicBezTo>
                  <a:lnTo>
                    <a:pt x="2049" y="821"/>
                  </a:lnTo>
                  <a:cubicBezTo>
                    <a:pt x="2281" y="821"/>
                    <a:pt x="2463" y="639"/>
                    <a:pt x="2463" y="414"/>
                  </a:cubicBezTo>
                  <a:cubicBezTo>
                    <a:pt x="2463" y="182"/>
                    <a:pt x="2281" y="0"/>
                    <a:pt x="20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53"/>
            <p:cNvSpPr/>
            <p:nvPr/>
          </p:nvSpPr>
          <p:spPr>
            <a:xfrm>
              <a:off x="2482994" y="1983033"/>
              <a:ext cx="66415" cy="22165"/>
            </a:xfrm>
            <a:custGeom>
              <a:avLst/>
              <a:gdLst/>
              <a:ahLst/>
              <a:cxnLst/>
              <a:rect l="l" t="t" r="r" b="b"/>
              <a:pathLst>
                <a:path w="2463" h="822" extrusionOk="0">
                  <a:moveTo>
                    <a:pt x="408" y="1"/>
                  </a:moveTo>
                  <a:cubicBezTo>
                    <a:pt x="182" y="1"/>
                    <a:pt x="0" y="183"/>
                    <a:pt x="0" y="414"/>
                  </a:cubicBezTo>
                  <a:cubicBezTo>
                    <a:pt x="0" y="640"/>
                    <a:pt x="182" y="822"/>
                    <a:pt x="408" y="822"/>
                  </a:cubicBezTo>
                  <a:lnTo>
                    <a:pt x="2049" y="822"/>
                  </a:lnTo>
                  <a:cubicBezTo>
                    <a:pt x="2281" y="822"/>
                    <a:pt x="2463" y="640"/>
                    <a:pt x="2463" y="414"/>
                  </a:cubicBezTo>
                  <a:cubicBezTo>
                    <a:pt x="2463" y="183"/>
                    <a:pt x="2281" y="1"/>
                    <a:pt x="20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 name="Google Shape;893;p53"/>
          <p:cNvGrpSpPr/>
          <p:nvPr/>
        </p:nvGrpSpPr>
        <p:grpSpPr>
          <a:xfrm>
            <a:off x="1546949" y="3857301"/>
            <a:ext cx="378076" cy="377914"/>
            <a:chOff x="1534069" y="4162101"/>
            <a:chExt cx="378076" cy="377914"/>
          </a:xfrm>
        </p:grpSpPr>
        <p:sp>
          <p:nvSpPr>
            <p:cNvPr id="894" name="Google Shape;894;p53"/>
            <p:cNvSpPr/>
            <p:nvPr/>
          </p:nvSpPr>
          <p:spPr>
            <a:xfrm>
              <a:off x="1775541" y="4404274"/>
              <a:ext cx="22192" cy="22165"/>
            </a:xfrm>
            <a:custGeom>
              <a:avLst/>
              <a:gdLst/>
              <a:ahLst/>
              <a:cxnLst/>
              <a:rect l="l" t="t" r="r" b="b"/>
              <a:pathLst>
                <a:path w="823" h="822" extrusionOk="0">
                  <a:moveTo>
                    <a:pt x="408" y="0"/>
                  </a:moveTo>
                  <a:cubicBezTo>
                    <a:pt x="183" y="0"/>
                    <a:pt x="1" y="182"/>
                    <a:pt x="1" y="408"/>
                  </a:cubicBezTo>
                  <a:cubicBezTo>
                    <a:pt x="1" y="640"/>
                    <a:pt x="183" y="822"/>
                    <a:pt x="408" y="822"/>
                  </a:cubicBezTo>
                  <a:cubicBezTo>
                    <a:pt x="634" y="822"/>
                    <a:pt x="822" y="640"/>
                    <a:pt x="822" y="408"/>
                  </a:cubicBezTo>
                  <a:cubicBezTo>
                    <a:pt x="822" y="182"/>
                    <a:pt x="63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53"/>
            <p:cNvSpPr/>
            <p:nvPr/>
          </p:nvSpPr>
          <p:spPr>
            <a:xfrm>
              <a:off x="1819844" y="4404274"/>
              <a:ext cx="22165" cy="22165"/>
            </a:xfrm>
            <a:custGeom>
              <a:avLst/>
              <a:gdLst/>
              <a:ahLst/>
              <a:cxnLst/>
              <a:rect l="l" t="t" r="r" b="b"/>
              <a:pathLst>
                <a:path w="822" h="822" extrusionOk="0">
                  <a:moveTo>
                    <a:pt x="408" y="0"/>
                  </a:moveTo>
                  <a:cubicBezTo>
                    <a:pt x="182" y="0"/>
                    <a:pt x="0" y="182"/>
                    <a:pt x="0" y="408"/>
                  </a:cubicBezTo>
                  <a:cubicBezTo>
                    <a:pt x="0" y="640"/>
                    <a:pt x="182" y="822"/>
                    <a:pt x="408" y="822"/>
                  </a:cubicBezTo>
                  <a:cubicBezTo>
                    <a:pt x="634" y="822"/>
                    <a:pt x="822" y="640"/>
                    <a:pt x="822" y="408"/>
                  </a:cubicBezTo>
                  <a:cubicBezTo>
                    <a:pt x="822" y="182"/>
                    <a:pt x="63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53"/>
            <p:cNvSpPr/>
            <p:nvPr/>
          </p:nvSpPr>
          <p:spPr>
            <a:xfrm>
              <a:off x="1603504" y="4382082"/>
              <a:ext cx="67790" cy="66442"/>
            </a:xfrm>
            <a:custGeom>
              <a:avLst/>
              <a:gdLst/>
              <a:ahLst/>
              <a:cxnLst/>
              <a:rect l="l" t="t" r="r" b="b"/>
              <a:pathLst>
                <a:path w="2514" h="2464" extrusionOk="0">
                  <a:moveTo>
                    <a:pt x="1263" y="0"/>
                  </a:moveTo>
                  <a:cubicBezTo>
                    <a:pt x="1037" y="0"/>
                    <a:pt x="847" y="186"/>
                    <a:pt x="847" y="410"/>
                  </a:cubicBezTo>
                  <a:lnTo>
                    <a:pt x="847" y="823"/>
                  </a:lnTo>
                  <a:lnTo>
                    <a:pt x="451" y="823"/>
                  </a:lnTo>
                  <a:cubicBezTo>
                    <a:pt x="239" y="823"/>
                    <a:pt x="51" y="974"/>
                    <a:pt x="32" y="1188"/>
                  </a:cubicBezTo>
                  <a:cubicBezTo>
                    <a:pt x="0" y="1431"/>
                    <a:pt x="196" y="1645"/>
                    <a:pt x="439" y="1645"/>
                  </a:cubicBezTo>
                  <a:lnTo>
                    <a:pt x="847" y="1645"/>
                  </a:lnTo>
                  <a:lnTo>
                    <a:pt x="847" y="2046"/>
                  </a:lnTo>
                  <a:cubicBezTo>
                    <a:pt x="847" y="2252"/>
                    <a:pt x="1003" y="2440"/>
                    <a:pt x="1211" y="2460"/>
                  </a:cubicBezTo>
                  <a:cubicBezTo>
                    <a:pt x="1228" y="2462"/>
                    <a:pt x="1245" y="2463"/>
                    <a:pt x="1262" y="2463"/>
                  </a:cubicBezTo>
                  <a:cubicBezTo>
                    <a:pt x="1488" y="2463"/>
                    <a:pt x="1668" y="2279"/>
                    <a:pt x="1668" y="2052"/>
                  </a:cubicBezTo>
                  <a:lnTo>
                    <a:pt x="1668" y="1645"/>
                  </a:lnTo>
                  <a:lnTo>
                    <a:pt x="2082" y="1645"/>
                  </a:lnTo>
                  <a:cubicBezTo>
                    <a:pt x="2320" y="1645"/>
                    <a:pt x="2514" y="1431"/>
                    <a:pt x="2490" y="1188"/>
                  </a:cubicBezTo>
                  <a:cubicBezTo>
                    <a:pt x="2464" y="974"/>
                    <a:pt x="2282" y="823"/>
                    <a:pt x="2068" y="823"/>
                  </a:cubicBezTo>
                  <a:lnTo>
                    <a:pt x="1668" y="823"/>
                  </a:lnTo>
                  <a:lnTo>
                    <a:pt x="1668" y="422"/>
                  </a:lnTo>
                  <a:cubicBezTo>
                    <a:pt x="1668" y="210"/>
                    <a:pt x="1518" y="28"/>
                    <a:pt x="1304" y="2"/>
                  </a:cubicBezTo>
                  <a:cubicBezTo>
                    <a:pt x="1290" y="1"/>
                    <a:pt x="1277" y="0"/>
                    <a:pt x="12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53"/>
            <p:cNvSpPr/>
            <p:nvPr/>
          </p:nvSpPr>
          <p:spPr>
            <a:xfrm>
              <a:off x="1534069" y="4162101"/>
              <a:ext cx="378076" cy="377914"/>
            </a:xfrm>
            <a:custGeom>
              <a:avLst/>
              <a:gdLst/>
              <a:ahLst/>
              <a:cxnLst/>
              <a:rect l="l" t="t" r="r" b="b"/>
              <a:pathLst>
                <a:path w="14021" h="14015" extrusionOk="0">
                  <a:moveTo>
                    <a:pt x="5641" y="821"/>
                  </a:moveTo>
                  <a:cubicBezTo>
                    <a:pt x="6474" y="821"/>
                    <a:pt x="7252" y="1142"/>
                    <a:pt x="7847" y="1724"/>
                  </a:cubicBezTo>
                  <a:cubicBezTo>
                    <a:pt x="8423" y="2294"/>
                    <a:pt x="8787" y="3084"/>
                    <a:pt x="8787" y="3962"/>
                  </a:cubicBezTo>
                  <a:cubicBezTo>
                    <a:pt x="8787" y="4168"/>
                    <a:pt x="8944" y="4356"/>
                    <a:pt x="9150" y="4382"/>
                  </a:cubicBezTo>
                  <a:cubicBezTo>
                    <a:pt x="9164" y="4383"/>
                    <a:pt x="9178" y="4384"/>
                    <a:pt x="9192" y="4384"/>
                  </a:cubicBezTo>
                  <a:cubicBezTo>
                    <a:pt x="9424" y="4384"/>
                    <a:pt x="9607" y="4198"/>
                    <a:pt x="9607" y="3974"/>
                  </a:cubicBezTo>
                  <a:cubicBezTo>
                    <a:pt x="9607" y="3115"/>
                    <a:pt x="9338" y="2320"/>
                    <a:pt x="8869" y="1668"/>
                  </a:cubicBezTo>
                  <a:cubicBezTo>
                    <a:pt x="8981" y="1655"/>
                    <a:pt x="9088" y="1643"/>
                    <a:pt x="9201" y="1643"/>
                  </a:cubicBezTo>
                  <a:cubicBezTo>
                    <a:pt x="10486" y="1643"/>
                    <a:pt x="11525" y="2690"/>
                    <a:pt x="11525" y="3974"/>
                  </a:cubicBezTo>
                  <a:lnTo>
                    <a:pt x="11525" y="3986"/>
                  </a:lnTo>
                  <a:cubicBezTo>
                    <a:pt x="11525" y="4194"/>
                    <a:pt x="11675" y="4368"/>
                    <a:pt x="11883" y="4394"/>
                  </a:cubicBezTo>
                  <a:cubicBezTo>
                    <a:pt x="12635" y="4489"/>
                    <a:pt x="13199" y="5134"/>
                    <a:pt x="13199" y="5886"/>
                  </a:cubicBezTo>
                  <a:cubicBezTo>
                    <a:pt x="13199" y="6474"/>
                    <a:pt x="12861" y="6988"/>
                    <a:pt x="12352" y="7240"/>
                  </a:cubicBezTo>
                  <a:lnTo>
                    <a:pt x="12309" y="7127"/>
                  </a:lnTo>
                  <a:cubicBezTo>
                    <a:pt x="12033" y="6444"/>
                    <a:pt x="11382" y="5967"/>
                    <a:pt x="10648" y="5942"/>
                  </a:cubicBezTo>
                  <a:cubicBezTo>
                    <a:pt x="10625" y="5941"/>
                    <a:pt x="10602" y="5940"/>
                    <a:pt x="10580" y="5940"/>
                  </a:cubicBezTo>
                  <a:cubicBezTo>
                    <a:pt x="9935" y="5940"/>
                    <a:pt x="9345" y="6268"/>
                    <a:pt x="8999" y="6813"/>
                  </a:cubicBezTo>
                  <a:cubicBezTo>
                    <a:pt x="8968" y="6864"/>
                    <a:pt x="8906" y="6901"/>
                    <a:pt x="8843" y="6901"/>
                  </a:cubicBezTo>
                  <a:lnTo>
                    <a:pt x="5177" y="6901"/>
                  </a:lnTo>
                  <a:cubicBezTo>
                    <a:pt x="5114" y="6901"/>
                    <a:pt x="5051" y="6864"/>
                    <a:pt x="5019" y="6813"/>
                  </a:cubicBezTo>
                  <a:cubicBezTo>
                    <a:pt x="4675" y="6268"/>
                    <a:pt x="4084" y="5940"/>
                    <a:pt x="3441" y="5940"/>
                  </a:cubicBezTo>
                  <a:cubicBezTo>
                    <a:pt x="3418" y="5940"/>
                    <a:pt x="3395" y="5941"/>
                    <a:pt x="3372" y="5942"/>
                  </a:cubicBezTo>
                  <a:cubicBezTo>
                    <a:pt x="2638" y="5967"/>
                    <a:pt x="1987" y="6444"/>
                    <a:pt x="1710" y="7127"/>
                  </a:cubicBezTo>
                  <a:lnTo>
                    <a:pt x="1661" y="7240"/>
                  </a:lnTo>
                  <a:cubicBezTo>
                    <a:pt x="1154" y="6988"/>
                    <a:pt x="821" y="6474"/>
                    <a:pt x="821" y="5886"/>
                  </a:cubicBezTo>
                  <a:cubicBezTo>
                    <a:pt x="821" y="5134"/>
                    <a:pt x="1385" y="4489"/>
                    <a:pt x="2137" y="4394"/>
                  </a:cubicBezTo>
                  <a:cubicBezTo>
                    <a:pt x="2337" y="4368"/>
                    <a:pt x="2494" y="4194"/>
                    <a:pt x="2494" y="3986"/>
                  </a:cubicBezTo>
                  <a:lnTo>
                    <a:pt x="2494" y="3974"/>
                  </a:lnTo>
                  <a:cubicBezTo>
                    <a:pt x="2494" y="2238"/>
                    <a:pt x="3905" y="821"/>
                    <a:pt x="5641" y="821"/>
                  </a:cubicBezTo>
                  <a:close/>
                  <a:moveTo>
                    <a:pt x="5340" y="11689"/>
                  </a:moveTo>
                  <a:cubicBezTo>
                    <a:pt x="5565" y="11689"/>
                    <a:pt x="5753" y="11877"/>
                    <a:pt x="5753" y="12103"/>
                  </a:cubicBezTo>
                  <a:cubicBezTo>
                    <a:pt x="5753" y="12328"/>
                    <a:pt x="5565" y="12510"/>
                    <a:pt x="5340" y="12510"/>
                  </a:cubicBezTo>
                  <a:cubicBezTo>
                    <a:pt x="5114" y="12510"/>
                    <a:pt x="4932" y="12328"/>
                    <a:pt x="4932" y="12103"/>
                  </a:cubicBezTo>
                  <a:cubicBezTo>
                    <a:pt x="4932" y="11877"/>
                    <a:pt x="5114" y="11689"/>
                    <a:pt x="5340" y="11689"/>
                  </a:cubicBezTo>
                  <a:close/>
                  <a:moveTo>
                    <a:pt x="8681" y="11689"/>
                  </a:moveTo>
                  <a:cubicBezTo>
                    <a:pt x="8906" y="11689"/>
                    <a:pt x="9088" y="11877"/>
                    <a:pt x="9088" y="12103"/>
                  </a:cubicBezTo>
                  <a:cubicBezTo>
                    <a:pt x="9088" y="12328"/>
                    <a:pt x="8906" y="12510"/>
                    <a:pt x="8681" y="12510"/>
                  </a:cubicBezTo>
                  <a:cubicBezTo>
                    <a:pt x="8455" y="12510"/>
                    <a:pt x="8267" y="12328"/>
                    <a:pt x="8267" y="12103"/>
                  </a:cubicBezTo>
                  <a:cubicBezTo>
                    <a:pt x="8267" y="11877"/>
                    <a:pt x="8455" y="11689"/>
                    <a:pt x="8681" y="11689"/>
                  </a:cubicBezTo>
                  <a:close/>
                  <a:moveTo>
                    <a:pt x="10579" y="6763"/>
                  </a:moveTo>
                  <a:cubicBezTo>
                    <a:pt x="11006" y="6763"/>
                    <a:pt x="11382" y="7020"/>
                    <a:pt x="11538" y="7414"/>
                  </a:cubicBezTo>
                  <a:lnTo>
                    <a:pt x="12954" y="10899"/>
                  </a:lnTo>
                  <a:cubicBezTo>
                    <a:pt x="13118" y="11295"/>
                    <a:pt x="13199" y="11715"/>
                    <a:pt x="13199" y="12146"/>
                  </a:cubicBezTo>
                  <a:cubicBezTo>
                    <a:pt x="13199" y="12724"/>
                    <a:pt x="12722" y="13193"/>
                    <a:pt x="12146" y="13193"/>
                  </a:cubicBezTo>
                  <a:cubicBezTo>
                    <a:pt x="11933" y="13193"/>
                    <a:pt x="11726" y="13130"/>
                    <a:pt x="11550" y="13011"/>
                  </a:cubicBezTo>
                  <a:lnTo>
                    <a:pt x="9890" y="11871"/>
                  </a:lnTo>
                  <a:cubicBezTo>
                    <a:pt x="9783" y="11301"/>
                    <a:pt x="9282" y="10868"/>
                    <a:pt x="8681" y="10868"/>
                  </a:cubicBezTo>
                  <a:cubicBezTo>
                    <a:pt x="8148" y="10868"/>
                    <a:pt x="7689" y="11212"/>
                    <a:pt x="7521" y="11689"/>
                  </a:cubicBezTo>
                  <a:lnTo>
                    <a:pt x="6499" y="11689"/>
                  </a:lnTo>
                  <a:cubicBezTo>
                    <a:pt x="6330" y="11212"/>
                    <a:pt x="5878" y="10868"/>
                    <a:pt x="5340" y="10868"/>
                  </a:cubicBezTo>
                  <a:cubicBezTo>
                    <a:pt x="4738" y="10868"/>
                    <a:pt x="4237" y="11301"/>
                    <a:pt x="4130" y="11871"/>
                  </a:cubicBezTo>
                  <a:lnTo>
                    <a:pt x="2470" y="13011"/>
                  </a:lnTo>
                  <a:cubicBezTo>
                    <a:pt x="2294" y="13130"/>
                    <a:pt x="2086" y="13193"/>
                    <a:pt x="1874" y="13193"/>
                  </a:cubicBezTo>
                  <a:cubicBezTo>
                    <a:pt x="1297" y="13193"/>
                    <a:pt x="821" y="12724"/>
                    <a:pt x="821" y="12146"/>
                  </a:cubicBezTo>
                  <a:cubicBezTo>
                    <a:pt x="821" y="11715"/>
                    <a:pt x="909" y="11295"/>
                    <a:pt x="1065" y="10899"/>
                  </a:cubicBezTo>
                  <a:lnTo>
                    <a:pt x="2482" y="7414"/>
                  </a:lnTo>
                  <a:cubicBezTo>
                    <a:pt x="2638" y="7020"/>
                    <a:pt x="3020" y="6763"/>
                    <a:pt x="3440" y="6763"/>
                  </a:cubicBezTo>
                  <a:cubicBezTo>
                    <a:pt x="3804" y="6763"/>
                    <a:pt x="4130" y="6945"/>
                    <a:pt x="4324" y="7252"/>
                  </a:cubicBezTo>
                  <a:cubicBezTo>
                    <a:pt x="4513" y="7547"/>
                    <a:pt x="4825" y="7723"/>
                    <a:pt x="5177" y="7723"/>
                  </a:cubicBezTo>
                  <a:lnTo>
                    <a:pt x="8843" y="7723"/>
                  </a:lnTo>
                  <a:cubicBezTo>
                    <a:pt x="9193" y="7723"/>
                    <a:pt x="9508" y="7547"/>
                    <a:pt x="9696" y="7252"/>
                  </a:cubicBezTo>
                  <a:cubicBezTo>
                    <a:pt x="9890" y="6945"/>
                    <a:pt x="10216" y="6763"/>
                    <a:pt x="10579" y="6763"/>
                  </a:cubicBezTo>
                  <a:close/>
                  <a:moveTo>
                    <a:pt x="5641" y="0"/>
                  </a:moveTo>
                  <a:cubicBezTo>
                    <a:pt x="3560" y="0"/>
                    <a:pt x="1849" y="1611"/>
                    <a:pt x="1686" y="3654"/>
                  </a:cubicBezTo>
                  <a:cubicBezTo>
                    <a:pt x="708" y="3937"/>
                    <a:pt x="0" y="4839"/>
                    <a:pt x="0" y="5886"/>
                  </a:cubicBezTo>
                  <a:cubicBezTo>
                    <a:pt x="0" y="6418"/>
                    <a:pt x="188" y="6933"/>
                    <a:pt x="520" y="7346"/>
                  </a:cubicBezTo>
                  <a:cubicBezTo>
                    <a:pt x="746" y="7628"/>
                    <a:pt x="1033" y="7847"/>
                    <a:pt x="1354" y="7998"/>
                  </a:cubicBezTo>
                  <a:lnTo>
                    <a:pt x="307" y="10586"/>
                  </a:lnTo>
                  <a:cubicBezTo>
                    <a:pt x="107" y="11087"/>
                    <a:pt x="0" y="11608"/>
                    <a:pt x="0" y="12146"/>
                  </a:cubicBezTo>
                  <a:cubicBezTo>
                    <a:pt x="0" y="13175"/>
                    <a:pt x="839" y="14014"/>
                    <a:pt x="1874" y="14014"/>
                  </a:cubicBezTo>
                  <a:cubicBezTo>
                    <a:pt x="2256" y="14014"/>
                    <a:pt x="2620" y="13902"/>
                    <a:pt x="2939" y="13688"/>
                  </a:cubicBezTo>
                  <a:lnTo>
                    <a:pt x="4293" y="12754"/>
                  </a:lnTo>
                  <a:cubicBezTo>
                    <a:pt x="4513" y="13100"/>
                    <a:pt x="4901" y="13332"/>
                    <a:pt x="5340" y="13332"/>
                  </a:cubicBezTo>
                  <a:cubicBezTo>
                    <a:pt x="5878" y="13332"/>
                    <a:pt x="6330" y="12987"/>
                    <a:pt x="6499" y="12510"/>
                  </a:cubicBezTo>
                  <a:lnTo>
                    <a:pt x="7521" y="12510"/>
                  </a:lnTo>
                  <a:cubicBezTo>
                    <a:pt x="7689" y="12987"/>
                    <a:pt x="8148" y="13332"/>
                    <a:pt x="8681" y="13332"/>
                  </a:cubicBezTo>
                  <a:cubicBezTo>
                    <a:pt x="9118" y="13332"/>
                    <a:pt x="9508" y="13100"/>
                    <a:pt x="9727" y="12754"/>
                  </a:cubicBezTo>
                  <a:lnTo>
                    <a:pt x="11087" y="13688"/>
                  </a:lnTo>
                  <a:cubicBezTo>
                    <a:pt x="11400" y="13902"/>
                    <a:pt x="11764" y="14014"/>
                    <a:pt x="12146" y="14014"/>
                  </a:cubicBezTo>
                  <a:cubicBezTo>
                    <a:pt x="13179" y="14014"/>
                    <a:pt x="14020" y="13175"/>
                    <a:pt x="14020" y="12146"/>
                  </a:cubicBezTo>
                  <a:cubicBezTo>
                    <a:pt x="14020" y="11608"/>
                    <a:pt x="13914" y="11087"/>
                    <a:pt x="13713" y="10586"/>
                  </a:cubicBezTo>
                  <a:lnTo>
                    <a:pt x="12667" y="7998"/>
                  </a:lnTo>
                  <a:cubicBezTo>
                    <a:pt x="12985" y="7847"/>
                    <a:pt x="13280" y="7628"/>
                    <a:pt x="13506" y="7346"/>
                  </a:cubicBezTo>
                  <a:cubicBezTo>
                    <a:pt x="13832" y="6933"/>
                    <a:pt x="14020" y="6418"/>
                    <a:pt x="14020" y="5886"/>
                  </a:cubicBezTo>
                  <a:cubicBezTo>
                    <a:pt x="14020" y="4839"/>
                    <a:pt x="13312" y="3931"/>
                    <a:pt x="12334" y="3648"/>
                  </a:cubicBezTo>
                  <a:cubicBezTo>
                    <a:pt x="12172" y="2062"/>
                    <a:pt x="10830" y="821"/>
                    <a:pt x="9201" y="821"/>
                  </a:cubicBezTo>
                  <a:cubicBezTo>
                    <a:pt x="8875" y="821"/>
                    <a:pt x="8548" y="871"/>
                    <a:pt x="8241" y="972"/>
                  </a:cubicBezTo>
                  <a:cubicBezTo>
                    <a:pt x="7521" y="345"/>
                    <a:pt x="6606" y="0"/>
                    <a:pt x="56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 name="Google Shape;898;p53"/>
          <p:cNvGrpSpPr/>
          <p:nvPr/>
        </p:nvGrpSpPr>
        <p:grpSpPr>
          <a:xfrm>
            <a:off x="1591981" y="3241663"/>
            <a:ext cx="288013" cy="377941"/>
            <a:chOff x="1586246" y="3515157"/>
            <a:chExt cx="288013" cy="377941"/>
          </a:xfrm>
        </p:grpSpPr>
        <p:sp>
          <p:nvSpPr>
            <p:cNvPr id="899" name="Google Shape;899;p53"/>
            <p:cNvSpPr/>
            <p:nvPr/>
          </p:nvSpPr>
          <p:spPr>
            <a:xfrm>
              <a:off x="1630550" y="3515157"/>
              <a:ext cx="199298" cy="199298"/>
            </a:xfrm>
            <a:custGeom>
              <a:avLst/>
              <a:gdLst/>
              <a:ahLst/>
              <a:cxnLst/>
              <a:rect l="l" t="t" r="r" b="b"/>
              <a:pathLst>
                <a:path w="7391" h="7391" extrusionOk="0">
                  <a:moveTo>
                    <a:pt x="3698" y="822"/>
                  </a:moveTo>
                  <a:cubicBezTo>
                    <a:pt x="5285" y="822"/>
                    <a:pt x="6569" y="2113"/>
                    <a:pt x="6569" y="3692"/>
                  </a:cubicBezTo>
                  <a:cubicBezTo>
                    <a:pt x="6569" y="5279"/>
                    <a:pt x="5285" y="6570"/>
                    <a:pt x="3698" y="6570"/>
                  </a:cubicBezTo>
                  <a:cubicBezTo>
                    <a:pt x="2112" y="6570"/>
                    <a:pt x="822" y="5279"/>
                    <a:pt x="822" y="3692"/>
                  </a:cubicBezTo>
                  <a:cubicBezTo>
                    <a:pt x="822" y="2113"/>
                    <a:pt x="2112" y="822"/>
                    <a:pt x="3698" y="822"/>
                  </a:cubicBezTo>
                  <a:close/>
                  <a:moveTo>
                    <a:pt x="3698" y="1"/>
                  </a:moveTo>
                  <a:cubicBezTo>
                    <a:pt x="1661" y="1"/>
                    <a:pt x="0" y="1656"/>
                    <a:pt x="0" y="3692"/>
                  </a:cubicBezTo>
                  <a:cubicBezTo>
                    <a:pt x="0" y="5736"/>
                    <a:pt x="1661" y="7391"/>
                    <a:pt x="3698" y="7391"/>
                  </a:cubicBezTo>
                  <a:cubicBezTo>
                    <a:pt x="5736" y="7391"/>
                    <a:pt x="7390" y="5736"/>
                    <a:pt x="7390" y="3692"/>
                  </a:cubicBezTo>
                  <a:cubicBezTo>
                    <a:pt x="7390" y="1656"/>
                    <a:pt x="5736" y="1"/>
                    <a:pt x="36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53"/>
            <p:cNvSpPr/>
            <p:nvPr/>
          </p:nvSpPr>
          <p:spPr>
            <a:xfrm>
              <a:off x="1698475" y="3551910"/>
              <a:ext cx="64446" cy="125522"/>
            </a:xfrm>
            <a:custGeom>
              <a:avLst/>
              <a:gdLst/>
              <a:ahLst/>
              <a:cxnLst/>
              <a:rect l="l" t="t" r="r" b="b"/>
              <a:pathLst>
                <a:path w="2390" h="4655" extrusionOk="0">
                  <a:moveTo>
                    <a:pt x="903" y="1051"/>
                  </a:moveTo>
                  <a:lnTo>
                    <a:pt x="903" y="1759"/>
                  </a:lnTo>
                  <a:cubicBezTo>
                    <a:pt x="854" y="1727"/>
                    <a:pt x="810" y="1703"/>
                    <a:pt x="773" y="1672"/>
                  </a:cubicBezTo>
                  <a:cubicBezTo>
                    <a:pt x="697" y="1609"/>
                    <a:pt x="666" y="1490"/>
                    <a:pt x="690" y="1359"/>
                  </a:cubicBezTo>
                  <a:cubicBezTo>
                    <a:pt x="709" y="1246"/>
                    <a:pt x="779" y="1120"/>
                    <a:pt x="903" y="1051"/>
                  </a:cubicBezTo>
                  <a:close/>
                  <a:moveTo>
                    <a:pt x="1449" y="2586"/>
                  </a:moveTo>
                  <a:cubicBezTo>
                    <a:pt x="1800" y="2731"/>
                    <a:pt x="1774" y="3038"/>
                    <a:pt x="1762" y="3132"/>
                  </a:cubicBezTo>
                  <a:cubicBezTo>
                    <a:pt x="1731" y="3301"/>
                    <a:pt x="1630" y="3477"/>
                    <a:pt x="1449" y="3570"/>
                  </a:cubicBezTo>
                  <a:lnTo>
                    <a:pt x="1449" y="2586"/>
                  </a:lnTo>
                  <a:close/>
                  <a:moveTo>
                    <a:pt x="1189" y="1"/>
                  </a:moveTo>
                  <a:cubicBezTo>
                    <a:pt x="1031" y="1"/>
                    <a:pt x="903" y="129"/>
                    <a:pt x="903" y="286"/>
                  </a:cubicBezTo>
                  <a:lnTo>
                    <a:pt x="903" y="475"/>
                  </a:lnTo>
                  <a:cubicBezTo>
                    <a:pt x="903" y="475"/>
                    <a:pt x="848" y="487"/>
                    <a:pt x="816" y="494"/>
                  </a:cubicBezTo>
                  <a:cubicBezTo>
                    <a:pt x="478" y="599"/>
                    <a:pt x="220" y="888"/>
                    <a:pt x="151" y="1258"/>
                  </a:cubicBezTo>
                  <a:cubicBezTo>
                    <a:pt x="88" y="1591"/>
                    <a:pt x="195" y="1915"/>
                    <a:pt x="434" y="2104"/>
                  </a:cubicBezTo>
                  <a:cubicBezTo>
                    <a:pt x="553" y="2198"/>
                    <a:pt x="703" y="2279"/>
                    <a:pt x="903" y="2374"/>
                  </a:cubicBezTo>
                  <a:lnTo>
                    <a:pt x="903" y="3639"/>
                  </a:lnTo>
                  <a:cubicBezTo>
                    <a:pt x="747" y="3621"/>
                    <a:pt x="640" y="3578"/>
                    <a:pt x="464" y="3465"/>
                  </a:cubicBezTo>
                  <a:cubicBezTo>
                    <a:pt x="418" y="3434"/>
                    <a:pt x="365" y="3419"/>
                    <a:pt x="312" y="3419"/>
                  </a:cubicBezTo>
                  <a:cubicBezTo>
                    <a:pt x="225" y="3419"/>
                    <a:pt x="138" y="3461"/>
                    <a:pt x="82" y="3540"/>
                  </a:cubicBezTo>
                  <a:cubicBezTo>
                    <a:pt x="1" y="3671"/>
                    <a:pt x="38" y="3841"/>
                    <a:pt x="163" y="3922"/>
                  </a:cubicBezTo>
                  <a:cubicBezTo>
                    <a:pt x="452" y="4110"/>
                    <a:pt x="929" y="4185"/>
                    <a:pt x="929" y="4185"/>
                  </a:cubicBezTo>
                  <a:lnTo>
                    <a:pt x="929" y="4385"/>
                  </a:lnTo>
                  <a:cubicBezTo>
                    <a:pt x="929" y="4524"/>
                    <a:pt x="1036" y="4643"/>
                    <a:pt x="1173" y="4655"/>
                  </a:cubicBezTo>
                  <a:cubicBezTo>
                    <a:pt x="1176" y="4655"/>
                    <a:pt x="1180" y="4655"/>
                    <a:pt x="1184" y="4655"/>
                  </a:cubicBezTo>
                  <a:cubicBezTo>
                    <a:pt x="1329" y="4655"/>
                    <a:pt x="1449" y="4538"/>
                    <a:pt x="1449" y="4391"/>
                  </a:cubicBezTo>
                  <a:lnTo>
                    <a:pt x="1449" y="4154"/>
                  </a:lnTo>
                  <a:cubicBezTo>
                    <a:pt x="1449" y="4154"/>
                    <a:pt x="2232" y="3627"/>
                    <a:pt x="2301" y="3220"/>
                  </a:cubicBezTo>
                  <a:cubicBezTo>
                    <a:pt x="2389" y="2693"/>
                    <a:pt x="2113" y="2236"/>
                    <a:pt x="1600" y="2054"/>
                  </a:cubicBezTo>
                  <a:cubicBezTo>
                    <a:pt x="1549" y="2042"/>
                    <a:pt x="1499" y="2022"/>
                    <a:pt x="1449" y="2004"/>
                  </a:cubicBezTo>
                  <a:lnTo>
                    <a:pt x="1449" y="1027"/>
                  </a:lnTo>
                  <a:cubicBezTo>
                    <a:pt x="1562" y="1070"/>
                    <a:pt x="1624" y="1120"/>
                    <a:pt x="1630" y="1126"/>
                  </a:cubicBezTo>
                  <a:cubicBezTo>
                    <a:pt x="1675" y="1171"/>
                    <a:pt x="1743" y="1195"/>
                    <a:pt x="1812" y="1195"/>
                  </a:cubicBezTo>
                  <a:cubicBezTo>
                    <a:pt x="1962" y="1195"/>
                    <a:pt x="2089" y="1076"/>
                    <a:pt x="2089" y="926"/>
                  </a:cubicBezTo>
                  <a:cubicBezTo>
                    <a:pt x="2089" y="845"/>
                    <a:pt x="2051" y="775"/>
                    <a:pt x="2000" y="726"/>
                  </a:cubicBezTo>
                  <a:cubicBezTo>
                    <a:pt x="1988" y="712"/>
                    <a:pt x="1479" y="462"/>
                    <a:pt x="1479" y="462"/>
                  </a:cubicBezTo>
                  <a:lnTo>
                    <a:pt x="1479" y="280"/>
                  </a:lnTo>
                  <a:cubicBezTo>
                    <a:pt x="1479" y="168"/>
                    <a:pt x="1412" y="61"/>
                    <a:pt x="1305" y="23"/>
                  </a:cubicBezTo>
                  <a:cubicBezTo>
                    <a:pt x="1266" y="8"/>
                    <a:pt x="1227" y="1"/>
                    <a:pt x="1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53"/>
            <p:cNvSpPr/>
            <p:nvPr/>
          </p:nvSpPr>
          <p:spPr>
            <a:xfrm>
              <a:off x="1586246" y="3718122"/>
              <a:ext cx="288013" cy="174976"/>
            </a:xfrm>
            <a:custGeom>
              <a:avLst/>
              <a:gdLst/>
              <a:ahLst/>
              <a:cxnLst/>
              <a:rect l="l" t="t" r="r" b="b"/>
              <a:pathLst>
                <a:path w="10681" h="6489" extrusionOk="0">
                  <a:moveTo>
                    <a:pt x="8155" y="822"/>
                  </a:moveTo>
                  <a:cubicBezTo>
                    <a:pt x="8369" y="822"/>
                    <a:pt x="8557" y="954"/>
                    <a:pt x="8632" y="1148"/>
                  </a:cubicBezTo>
                  <a:lnTo>
                    <a:pt x="9691" y="3963"/>
                  </a:lnTo>
                  <a:cubicBezTo>
                    <a:pt x="9803" y="4250"/>
                    <a:pt x="9861" y="4551"/>
                    <a:pt x="9861" y="4859"/>
                  </a:cubicBezTo>
                  <a:cubicBezTo>
                    <a:pt x="9861" y="5303"/>
                    <a:pt x="9497" y="5667"/>
                    <a:pt x="9045" y="5667"/>
                  </a:cubicBezTo>
                  <a:cubicBezTo>
                    <a:pt x="8863" y="5667"/>
                    <a:pt x="8687" y="5604"/>
                    <a:pt x="8545" y="5491"/>
                  </a:cubicBezTo>
                  <a:lnTo>
                    <a:pt x="6965" y="4250"/>
                  </a:lnTo>
                  <a:cubicBezTo>
                    <a:pt x="6890" y="4194"/>
                    <a:pt x="6801" y="4163"/>
                    <a:pt x="6708" y="4163"/>
                  </a:cubicBezTo>
                  <a:lnTo>
                    <a:pt x="3969" y="4163"/>
                  </a:lnTo>
                  <a:cubicBezTo>
                    <a:pt x="3882" y="4163"/>
                    <a:pt x="3793" y="4194"/>
                    <a:pt x="3718" y="4250"/>
                  </a:cubicBezTo>
                  <a:lnTo>
                    <a:pt x="2132" y="5491"/>
                  </a:lnTo>
                  <a:cubicBezTo>
                    <a:pt x="1994" y="5604"/>
                    <a:pt x="1813" y="5667"/>
                    <a:pt x="1631" y="5667"/>
                  </a:cubicBezTo>
                  <a:cubicBezTo>
                    <a:pt x="1186" y="5667"/>
                    <a:pt x="822" y="5303"/>
                    <a:pt x="822" y="4859"/>
                  </a:cubicBezTo>
                  <a:cubicBezTo>
                    <a:pt x="822" y="4551"/>
                    <a:pt x="879" y="4250"/>
                    <a:pt x="986" y="3963"/>
                  </a:cubicBezTo>
                  <a:lnTo>
                    <a:pt x="2051" y="1148"/>
                  </a:lnTo>
                  <a:cubicBezTo>
                    <a:pt x="2126" y="954"/>
                    <a:pt x="2314" y="822"/>
                    <a:pt x="2520" y="822"/>
                  </a:cubicBezTo>
                  <a:cubicBezTo>
                    <a:pt x="2696" y="822"/>
                    <a:pt x="2866" y="917"/>
                    <a:pt x="2954" y="1067"/>
                  </a:cubicBezTo>
                  <a:lnTo>
                    <a:pt x="3098" y="1305"/>
                  </a:lnTo>
                  <a:cubicBezTo>
                    <a:pt x="3173" y="1430"/>
                    <a:pt x="3304" y="1505"/>
                    <a:pt x="3448" y="1505"/>
                  </a:cubicBezTo>
                  <a:lnTo>
                    <a:pt x="7228" y="1505"/>
                  </a:lnTo>
                  <a:cubicBezTo>
                    <a:pt x="7371" y="1505"/>
                    <a:pt x="7510" y="1430"/>
                    <a:pt x="7579" y="1305"/>
                  </a:cubicBezTo>
                  <a:lnTo>
                    <a:pt x="7723" y="1067"/>
                  </a:lnTo>
                  <a:cubicBezTo>
                    <a:pt x="7816" y="917"/>
                    <a:pt x="7980" y="822"/>
                    <a:pt x="8155" y="822"/>
                  </a:cubicBezTo>
                  <a:close/>
                  <a:moveTo>
                    <a:pt x="2520" y="1"/>
                  </a:moveTo>
                  <a:cubicBezTo>
                    <a:pt x="1976" y="1"/>
                    <a:pt x="1481" y="347"/>
                    <a:pt x="1287" y="860"/>
                  </a:cubicBezTo>
                  <a:lnTo>
                    <a:pt x="220" y="3674"/>
                  </a:lnTo>
                  <a:cubicBezTo>
                    <a:pt x="76" y="4050"/>
                    <a:pt x="1" y="4452"/>
                    <a:pt x="1" y="4859"/>
                  </a:cubicBezTo>
                  <a:cubicBezTo>
                    <a:pt x="1" y="5754"/>
                    <a:pt x="735" y="6488"/>
                    <a:pt x="1631" y="6488"/>
                  </a:cubicBezTo>
                  <a:cubicBezTo>
                    <a:pt x="1994" y="6488"/>
                    <a:pt x="2358" y="6363"/>
                    <a:pt x="2641" y="6138"/>
                  </a:cubicBezTo>
                  <a:lnTo>
                    <a:pt x="4113" y="4984"/>
                  </a:lnTo>
                  <a:lnTo>
                    <a:pt x="6570" y="4984"/>
                  </a:lnTo>
                  <a:lnTo>
                    <a:pt x="8042" y="6138"/>
                  </a:lnTo>
                  <a:cubicBezTo>
                    <a:pt x="8325" y="6363"/>
                    <a:pt x="8681" y="6488"/>
                    <a:pt x="9045" y="6488"/>
                  </a:cubicBezTo>
                  <a:cubicBezTo>
                    <a:pt x="9948" y="6488"/>
                    <a:pt x="10680" y="5754"/>
                    <a:pt x="10680" y="4859"/>
                  </a:cubicBezTo>
                  <a:cubicBezTo>
                    <a:pt x="10680" y="4452"/>
                    <a:pt x="10605" y="4050"/>
                    <a:pt x="10462" y="3674"/>
                  </a:cubicBezTo>
                  <a:lnTo>
                    <a:pt x="9396" y="860"/>
                  </a:lnTo>
                  <a:cubicBezTo>
                    <a:pt x="9202" y="347"/>
                    <a:pt x="8707" y="1"/>
                    <a:pt x="8155" y="1"/>
                  </a:cubicBezTo>
                  <a:cubicBezTo>
                    <a:pt x="7698" y="1"/>
                    <a:pt x="7258" y="246"/>
                    <a:pt x="7021" y="648"/>
                  </a:cubicBezTo>
                  <a:lnTo>
                    <a:pt x="6995" y="685"/>
                  </a:lnTo>
                  <a:lnTo>
                    <a:pt x="3686" y="685"/>
                  </a:lnTo>
                  <a:lnTo>
                    <a:pt x="3662" y="648"/>
                  </a:lnTo>
                  <a:cubicBezTo>
                    <a:pt x="3423" y="246"/>
                    <a:pt x="2985" y="1"/>
                    <a:pt x="25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3"/>
            <p:cNvSpPr/>
            <p:nvPr/>
          </p:nvSpPr>
          <p:spPr>
            <a:xfrm>
              <a:off x="1785518" y="3786074"/>
              <a:ext cx="22192" cy="22165"/>
            </a:xfrm>
            <a:custGeom>
              <a:avLst/>
              <a:gdLst/>
              <a:ahLst/>
              <a:cxnLst/>
              <a:rect l="l" t="t" r="r" b="b"/>
              <a:pathLst>
                <a:path w="823" h="822" extrusionOk="0">
                  <a:moveTo>
                    <a:pt x="414" y="0"/>
                  </a:moveTo>
                  <a:cubicBezTo>
                    <a:pt x="189" y="0"/>
                    <a:pt x="1" y="182"/>
                    <a:pt x="1" y="408"/>
                  </a:cubicBezTo>
                  <a:cubicBezTo>
                    <a:pt x="1" y="633"/>
                    <a:pt x="189" y="821"/>
                    <a:pt x="414" y="821"/>
                  </a:cubicBezTo>
                  <a:cubicBezTo>
                    <a:pt x="640" y="821"/>
                    <a:pt x="822" y="633"/>
                    <a:pt x="822" y="408"/>
                  </a:cubicBezTo>
                  <a:cubicBezTo>
                    <a:pt x="822" y="182"/>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53"/>
            <p:cNvSpPr/>
            <p:nvPr/>
          </p:nvSpPr>
          <p:spPr>
            <a:xfrm>
              <a:off x="1741241" y="3786074"/>
              <a:ext cx="22165" cy="22165"/>
            </a:xfrm>
            <a:custGeom>
              <a:avLst/>
              <a:gdLst/>
              <a:ahLst/>
              <a:cxnLst/>
              <a:rect l="l" t="t" r="r" b="b"/>
              <a:pathLst>
                <a:path w="822" h="822" extrusionOk="0">
                  <a:moveTo>
                    <a:pt x="414" y="0"/>
                  </a:moveTo>
                  <a:cubicBezTo>
                    <a:pt x="188" y="0"/>
                    <a:pt x="0" y="182"/>
                    <a:pt x="0" y="408"/>
                  </a:cubicBezTo>
                  <a:cubicBezTo>
                    <a:pt x="0" y="633"/>
                    <a:pt x="188" y="821"/>
                    <a:pt x="414" y="821"/>
                  </a:cubicBezTo>
                  <a:cubicBezTo>
                    <a:pt x="640" y="821"/>
                    <a:pt x="822" y="633"/>
                    <a:pt x="822" y="408"/>
                  </a:cubicBezTo>
                  <a:cubicBezTo>
                    <a:pt x="822" y="182"/>
                    <a:pt x="640" y="0"/>
                    <a:pt x="4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53"/>
            <p:cNvSpPr/>
            <p:nvPr/>
          </p:nvSpPr>
          <p:spPr>
            <a:xfrm>
              <a:off x="1652688" y="3786074"/>
              <a:ext cx="59161" cy="22165"/>
            </a:xfrm>
            <a:custGeom>
              <a:avLst/>
              <a:gdLst/>
              <a:ahLst/>
              <a:cxnLst/>
              <a:rect l="l" t="t" r="r" b="b"/>
              <a:pathLst>
                <a:path w="2194" h="822" extrusionOk="0">
                  <a:moveTo>
                    <a:pt x="414" y="0"/>
                  </a:moveTo>
                  <a:cubicBezTo>
                    <a:pt x="189" y="0"/>
                    <a:pt x="1" y="182"/>
                    <a:pt x="1" y="408"/>
                  </a:cubicBezTo>
                  <a:cubicBezTo>
                    <a:pt x="1" y="633"/>
                    <a:pt x="189" y="821"/>
                    <a:pt x="414" y="821"/>
                  </a:cubicBezTo>
                  <a:lnTo>
                    <a:pt x="1780" y="821"/>
                  </a:lnTo>
                  <a:cubicBezTo>
                    <a:pt x="2006" y="821"/>
                    <a:pt x="2194" y="633"/>
                    <a:pt x="2194" y="408"/>
                  </a:cubicBezTo>
                  <a:cubicBezTo>
                    <a:pt x="2194" y="182"/>
                    <a:pt x="2006" y="0"/>
                    <a:pt x="17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 name="Google Shape;905;p53"/>
          <p:cNvGrpSpPr/>
          <p:nvPr/>
        </p:nvGrpSpPr>
        <p:grpSpPr>
          <a:xfrm>
            <a:off x="1547030" y="2646923"/>
            <a:ext cx="377914" cy="377914"/>
            <a:chOff x="1544532" y="2899519"/>
            <a:chExt cx="377914" cy="377914"/>
          </a:xfrm>
        </p:grpSpPr>
        <p:sp>
          <p:nvSpPr>
            <p:cNvPr id="906" name="Google Shape;906;p53"/>
            <p:cNvSpPr/>
            <p:nvPr/>
          </p:nvSpPr>
          <p:spPr>
            <a:xfrm>
              <a:off x="1678197" y="3151911"/>
              <a:ext cx="110718" cy="125522"/>
            </a:xfrm>
            <a:custGeom>
              <a:avLst/>
              <a:gdLst/>
              <a:ahLst/>
              <a:cxnLst/>
              <a:rect l="l" t="t" r="r" b="b"/>
              <a:pathLst>
                <a:path w="4106" h="4655" extrusionOk="0">
                  <a:moveTo>
                    <a:pt x="2051" y="819"/>
                  </a:moveTo>
                  <a:cubicBezTo>
                    <a:pt x="2352" y="819"/>
                    <a:pt x="2602" y="1069"/>
                    <a:pt x="2602" y="1370"/>
                  </a:cubicBezTo>
                  <a:cubicBezTo>
                    <a:pt x="2602" y="1670"/>
                    <a:pt x="2352" y="1916"/>
                    <a:pt x="2051" y="1916"/>
                  </a:cubicBezTo>
                  <a:cubicBezTo>
                    <a:pt x="1750" y="1916"/>
                    <a:pt x="1505" y="1670"/>
                    <a:pt x="1505" y="1370"/>
                  </a:cubicBezTo>
                  <a:cubicBezTo>
                    <a:pt x="1505" y="1069"/>
                    <a:pt x="1750" y="819"/>
                    <a:pt x="2051" y="819"/>
                  </a:cubicBezTo>
                  <a:close/>
                  <a:moveTo>
                    <a:pt x="2051" y="2737"/>
                  </a:moveTo>
                  <a:cubicBezTo>
                    <a:pt x="2683" y="2737"/>
                    <a:pt x="3209" y="3220"/>
                    <a:pt x="3278" y="3833"/>
                  </a:cubicBezTo>
                  <a:lnTo>
                    <a:pt x="828" y="3833"/>
                  </a:lnTo>
                  <a:cubicBezTo>
                    <a:pt x="897" y="3220"/>
                    <a:pt x="1418" y="2737"/>
                    <a:pt x="2051" y="2737"/>
                  </a:cubicBezTo>
                  <a:close/>
                  <a:moveTo>
                    <a:pt x="2058" y="0"/>
                  </a:moveTo>
                  <a:cubicBezTo>
                    <a:pt x="1300" y="0"/>
                    <a:pt x="684" y="612"/>
                    <a:pt x="684" y="1370"/>
                  </a:cubicBezTo>
                  <a:cubicBezTo>
                    <a:pt x="684" y="1690"/>
                    <a:pt x="797" y="1985"/>
                    <a:pt x="979" y="2216"/>
                  </a:cubicBezTo>
                  <a:cubicBezTo>
                    <a:pt x="389" y="2580"/>
                    <a:pt x="1" y="3232"/>
                    <a:pt x="1" y="3972"/>
                  </a:cubicBezTo>
                  <a:lnTo>
                    <a:pt x="1" y="4241"/>
                  </a:lnTo>
                  <a:cubicBezTo>
                    <a:pt x="1" y="4473"/>
                    <a:pt x="183" y="4655"/>
                    <a:pt x="408" y="4655"/>
                  </a:cubicBezTo>
                  <a:lnTo>
                    <a:pt x="3692" y="4655"/>
                  </a:lnTo>
                  <a:cubicBezTo>
                    <a:pt x="3918" y="4655"/>
                    <a:pt x="4106" y="4473"/>
                    <a:pt x="4106" y="4241"/>
                  </a:cubicBezTo>
                  <a:lnTo>
                    <a:pt x="4106" y="3972"/>
                  </a:lnTo>
                  <a:cubicBezTo>
                    <a:pt x="4106" y="3232"/>
                    <a:pt x="3712" y="2580"/>
                    <a:pt x="3122" y="2216"/>
                  </a:cubicBezTo>
                  <a:cubicBezTo>
                    <a:pt x="3330" y="1959"/>
                    <a:pt x="3442" y="1633"/>
                    <a:pt x="3417" y="1270"/>
                  </a:cubicBezTo>
                  <a:cubicBezTo>
                    <a:pt x="3373" y="599"/>
                    <a:pt x="2827" y="53"/>
                    <a:pt x="2156" y="4"/>
                  </a:cubicBezTo>
                  <a:cubicBezTo>
                    <a:pt x="2123" y="1"/>
                    <a:pt x="2091" y="0"/>
                    <a:pt x="2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53"/>
            <p:cNvSpPr/>
            <p:nvPr/>
          </p:nvSpPr>
          <p:spPr>
            <a:xfrm>
              <a:off x="1544532" y="3151911"/>
              <a:ext cx="110691" cy="125522"/>
            </a:xfrm>
            <a:custGeom>
              <a:avLst/>
              <a:gdLst/>
              <a:ahLst/>
              <a:cxnLst/>
              <a:rect l="l" t="t" r="r" b="b"/>
              <a:pathLst>
                <a:path w="4105" h="4655" extrusionOk="0">
                  <a:moveTo>
                    <a:pt x="2056" y="819"/>
                  </a:moveTo>
                  <a:cubicBezTo>
                    <a:pt x="2357" y="819"/>
                    <a:pt x="2601" y="1069"/>
                    <a:pt x="2601" y="1370"/>
                  </a:cubicBezTo>
                  <a:cubicBezTo>
                    <a:pt x="2601" y="1670"/>
                    <a:pt x="2357" y="1916"/>
                    <a:pt x="2056" y="1916"/>
                  </a:cubicBezTo>
                  <a:cubicBezTo>
                    <a:pt x="1755" y="1916"/>
                    <a:pt x="1504" y="1670"/>
                    <a:pt x="1504" y="1370"/>
                  </a:cubicBezTo>
                  <a:cubicBezTo>
                    <a:pt x="1504" y="1069"/>
                    <a:pt x="1755" y="819"/>
                    <a:pt x="2056" y="819"/>
                  </a:cubicBezTo>
                  <a:close/>
                  <a:moveTo>
                    <a:pt x="2056" y="2737"/>
                  </a:moveTo>
                  <a:cubicBezTo>
                    <a:pt x="2690" y="2737"/>
                    <a:pt x="3210" y="3220"/>
                    <a:pt x="3278" y="3833"/>
                  </a:cubicBezTo>
                  <a:lnTo>
                    <a:pt x="827" y="3833"/>
                  </a:lnTo>
                  <a:cubicBezTo>
                    <a:pt x="897" y="3220"/>
                    <a:pt x="1423" y="2737"/>
                    <a:pt x="2056" y="2737"/>
                  </a:cubicBezTo>
                  <a:close/>
                  <a:moveTo>
                    <a:pt x="2059" y="0"/>
                  </a:moveTo>
                  <a:cubicBezTo>
                    <a:pt x="1300" y="0"/>
                    <a:pt x="683" y="612"/>
                    <a:pt x="683" y="1370"/>
                  </a:cubicBezTo>
                  <a:cubicBezTo>
                    <a:pt x="683" y="1690"/>
                    <a:pt x="796" y="1985"/>
                    <a:pt x="984" y="2216"/>
                  </a:cubicBezTo>
                  <a:cubicBezTo>
                    <a:pt x="396" y="2580"/>
                    <a:pt x="0" y="3232"/>
                    <a:pt x="0" y="3972"/>
                  </a:cubicBezTo>
                  <a:lnTo>
                    <a:pt x="0" y="4241"/>
                  </a:lnTo>
                  <a:cubicBezTo>
                    <a:pt x="0" y="4473"/>
                    <a:pt x="182" y="4655"/>
                    <a:pt x="414" y="4655"/>
                  </a:cubicBezTo>
                  <a:lnTo>
                    <a:pt x="3699" y="4655"/>
                  </a:lnTo>
                  <a:cubicBezTo>
                    <a:pt x="3924" y="4655"/>
                    <a:pt x="4105" y="4473"/>
                    <a:pt x="4105" y="4241"/>
                  </a:cubicBezTo>
                  <a:lnTo>
                    <a:pt x="4105" y="3972"/>
                  </a:lnTo>
                  <a:cubicBezTo>
                    <a:pt x="4105" y="3232"/>
                    <a:pt x="3717" y="2580"/>
                    <a:pt x="3127" y="2216"/>
                  </a:cubicBezTo>
                  <a:cubicBezTo>
                    <a:pt x="3329" y="1959"/>
                    <a:pt x="3442" y="1633"/>
                    <a:pt x="3422" y="1270"/>
                  </a:cubicBezTo>
                  <a:cubicBezTo>
                    <a:pt x="3372" y="599"/>
                    <a:pt x="2834" y="53"/>
                    <a:pt x="2157" y="4"/>
                  </a:cubicBezTo>
                  <a:cubicBezTo>
                    <a:pt x="2124" y="1"/>
                    <a:pt x="2091" y="0"/>
                    <a:pt x="20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53"/>
            <p:cNvSpPr/>
            <p:nvPr/>
          </p:nvSpPr>
          <p:spPr>
            <a:xfrm>
              <a:off x="1811728" y="3151911"/>
              <a:ext cx="110718" cy="125522"/>
            </a:xfrm>
            <a:custGeom>
              <a:avLst/>
              <a:gdLst/>
              <a:ahLst/>
              <a:cxnLst/>
              <a:rect l="l" t="t" r="r" b="b"/>
              <a:pathLst>
                <a:path w="4106" h="4655" extrusionOk="0">
                  <a:moveTo>
                    <a:pt x="2055" y="819"/>
                  </a:moveTo>
                  <a:cubicBezTo>
                    <a:pt x="2356" y="819"/>
                    <a:pt x="2601" y="1069"/>
                    <a:pt x="2601" y="1370"/>
                  </a:cubicBezTo>
                  <a:cubicBezTo>
                    <a:pt x="2601" y="1670"/>
                    <a:pt x="2356" y="1916"/>
                    <a:pt x="2055" y="1916"/>
                  </a:cubicBezTo>
                  <a:cubicBezTo>
                    <a:pt x="1754" y="1916"/>
                    <a:pt x="1505" y="1670"/>
                    <a:pt x="1505" y="1370"/>
                  </a:cubicBezTo>
                  <a:cubicBezTo>
                    <a:pt x="1505" y="1069"/>
                    <a:pt x="1754" y="819"/>
                    <a:pt x="2055" y="819"/>
                  </a:cubicBezTo>
                  <a:close/>
                  <a:moveTo>
                    <a:pt x="2055" y="2737"/>
                  </a:moveTo>
                  <a:cubicBezTo>
                    <a:pt x="2688" y="2737"/>
                    <a:pt x="3209" y="3220"/>
                    <a:pt x="3278" y="3833"/>
                  </a:cubicBezTo>
                  <a:lnTo>
                    <a:pt x="828" y="3833"/>
                  </a:lnTo>
                  <a:cubicBezTo>
                    <a:pt x="897" y="3220"/>
                    <a:pt x="1423" y="2737"/>
                    <a:pt x="2055" y="2737"/>
                  </a:cubicBezTo>
                  <a:close/>
                  <a:moveTo>
                    <a:pt x="2058" y="0"/>
                  </a:moveTo>
                  <a:cubicBezTo>
                    <a:pt x="1306" y="0"/>
                    <a:pt x="683" y="612"/>
                    <a:pt x="683" y="1370"/>
                  </a:cubicBezTo>
                  <a:cubicBezTo>
                    <a:pt x="683" y="1690"/>
                    <a:pt x="796" y="1985"/>
                    <a:pt x="984" y="2216"/>
                  </a:cubicBezTo>
                  <a:cubicBezTo>
                    <a:pt x="395" y="2580"/>
                    <a:pt x="1" y="3232"/>
                    <a:pt x="1" y="3972"/>
                  </a:cubicBezTo>
                  <a:lnTo>
                    <a:pt x="1" y="4241"/>
                  </a:lnTo>
                  <a:cubicBezTo>
                    <a:pt x="1" y="4473"/>
                    <a:pt x="189" y="4655"/>
                    <a:pt x="414" y="4655"/>
                  </a:cubicBezTo>
                  <a:lnTo>
                    <a:pt x="3698" y="4655"/>
                  </a:lnTo>
                  <a:cubicBezTo>
                    <a:pt x="3923" y="4655"/>
                    <a:pt x="4105" y="4473"/>
                    <a:pt x="4105" y="4241"/>
                  </a:cubicBezTo>
                  <a:lnTo>
                    <a:pt x="4105" y="3972"/>
                  </a:lnTo>
                  <a:cubicBezTo>
                    <a:pt x="4105" y="3232"/>
                    <a:pt x="3717" y="2580"/>
                    <a:pt x="3128" y="2216"/>
                  </a:cubicBezTo>
                  <a:cubicBezTo>
                    <a:pt x="3328" y="1959"/>
                    <a:pt x="3447" y="1633"/>
                    <a:pt x="3422" y="1270"/>
                  </a:cubicBezTo>
                  <a:cubicBezTo>
                    <a:pt x="3371" y="599"/>
                    <a:pt x="2833" y="53"/>
                    <a:pt x="2156" y="4"/>
                  </a:cubicBezTo>
                  <a:cubicBezTo>
                    <a:pt x="2123" y="1"/>
                    <a:pt x="2091" y="0"/>
                    <a:pt x="2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53"/>
            <p:cNvSpPr/>
            <p:nvPr/>
          </p:nvSpPr>
          <p:spPr>
            <a:xfrm>
              <a:off x="1544532" y="3021185"/>
              <a:ext cx="110691" cy="108534"/>
            </a:xfrm>
            <a:custGeom>
              <a:avLst/>
              <a:gdLst/>
              <a:ahLst/>
              <a:cxnLst/>
              <a:rect l="l" t="t" r="r" b="b"/>
              <a:pathLst>
                <a:path w="4105" h="4025" extrusionOk="0">
                  <a:moveTo>
                    <a:pt x="3285" y="822"/>
                  </a:moveTo>
                  <a:lnTo>
                    <a:pt x="3285" y="3203"/>
                  </a:lnTo>
                  <a:lnTo>
                    <a:pt x="821" y="3203"/>
                  </a:lnTo>
                  <a:lnTo>
                    <a:pt x="821" y="822"/>
                  </a:lnTo>
                  <a:close/>
                  <a:moveTo>
                    <a:pt x="414" y="1"/>
                  </a:moveTo>
                  <a:cubicBezTo>
                    <a:pt x="182" y="1"/>
                    <a:pt x="0" y="189"/>
                    <a:pt x="0" y="414"/>
                  </a:cubicBezTo>
                  <a:lnTo>
                    <a:pt x="0" y="3617"/>
                  </a:lnTo>
                  <a:cubicBezTo>
                    <a:pt x="0" y="3842"/>
                    <a:pt x="182" y="4024"/>
                    <a:pt x="414" y="4024"/>
                  </a:cubicBezTo>
                  <a:lnTo>
                    <a:pt x="3699" y="4024"/>
                  </a:lnTo>
                  <a:cubicBezTo>
                    <a:pt x="3924" y="4024"/>
                    <a:pt x="4105" y="3842"/>
                    <a:pt x="4105" y="3617"/>
                  </a:cubicBezTo>
                  <a:lnTo>
                    <a:pt x="4105" y="414"/>
                  </a:lnTo>
                  <a:cubicBezTo>
                    <a:pt x="4105" y="189"/>
                    <a:pt x="3924" y="1"/>
                    <a:pt x="36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53"/>
            <p:cNvSpPr/>
            <p:nvPr/>
          </p:nvSpPr>
          <p:spPr>
            <a:xfrm>
              <a:off x="1811728" y="3050766"/>
              <a:ext cx="110718" cy="78954"/>
            </a:xfrm>
            <a:custGeom>
              <a:avLst/>
              <a:gdLst/>
              <a:ahLst/>
              <a:cxnLst/>
              <a:rect l="l" t="t" r="r" b="b"/>
              <a:pathLst>
                <a:path w="4106" h="2928" extrusionOk="0">
                  <a:moveTo>
                    <a:pt x="3284" y="822"/>
                  </a:moveTo>
                  <a:lnTo>
                    <a:pt x="3284" y="2106"/>
                  </a:lnTo>
                  <a:lnTo>
                    <a:pt x="822" y="2106"/>
                  </a:lnTo>
                  <a:lnTo>
                    <a:pt x="822" y="822"/>
                  </a:lnTo>
                  <a:close/>
                  <a:moveTo>
                    <a:pt x="414" y="0"/>
                  </a:moveTo>
                  <a:cubicBezTo>
                    <a:pt x="189" y="0"/>
                    <a:pt x="1" y="182"/>
                    <a:pt x="1" y="414"/>
                  </a:cubicBezTo>
                  <a:lnTo>
                    <a:pt x="1" y="2520"/>
                  </a:lnTo>
                  <a:cubicBezTo>
                    <a:pt x="1" y="2745"/>
                    <a:pt x="189" y="2927"/>
                    <a:pt x="414" y="2927"/>
                  </a:cubicBezTo>
                  <a:lnTo>
                    <a:pt x="3698" y="2927"/>
                  </a:lnTo>
                  <a:cubicBezTo>
                    <a:pt x="3923" y="2927"/>
                    <a:pt x="4105" y="2745"/>
                    <a:pt x="4105" y="2520"/>
                  </a:cubicBezTo>
                  <a:lnTo>
                    <a:pt x="4105" y="414"/>
                  </a:lnTo>
                  <a:cubicBezTo>
                    <a:pt x="4105" y="182"/>
                    <a:pt x="3923" y="0"/>
                    <a:pt x="36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53"/>
            <p:cNvSpPr/>
            <p:nvPr/>
          </p:nvSpPr>
          <p:spPr>
            <a:xfrm>
              <a:off x="1678197" y="2991793"/>
              <a:ext cx="110718" cy="137926"/>
            </a:xfrm>
            <a:custGeom>
              <a:avLst/>
              <a:gdLst/>
              <a:ahLst/>
              <a:cxnLst/>
              <a:rect l="l" t="t" r="r" b="b"/>
              <a:pathLst>
                <a:path w="4106" h="5115" extrusionOk="0">
                  <a:moveTo>
                    <a:pt x="3284" y="822"/>
                  </a:moveTo>
                  <a:lnTo>
                    <a:pt x="3284" y="4293"/>
                  </a:lnTo>
                  <a:lnTo>
                    <a:pt x="822" y="4293"/>
                  </a:lnTo>
                  <a:lnTo>
                    <a:pt x="822" y="822"/>
                  </a:lnTo>
                  <a:close/>
                  <a:moveTo>
                    <a:pt x="408" y="0"/>
                  </a:moveTo>
                  <a:cubicBezTo>
                    <a:pt x="183" y="0"/>
                    <a:pt x="1" y="182"/>
                    <a:pt x="1" y="408"/>
                  </a:cubicBezTo>
                  <a:lnTo>
                    <a:pt x="1" y="4707"/>
                  </a:lnTo>
                  <a:cubicBezTo>
                    <a:pt x="1" y="4932"/>
                    <a:pt x="183" y="5114"/>
                    <a:pt x="408" y="5114"/>
                  </a:cubicBezTo>
                  <a:lnTo>
                    <a:pt x="3692" y="5114"/>
                  </a:lnTo>
                  <a:cubicBezTo>
                    <a:pt x="3918" y="5114"/>
                    <a:pt x="4106" y="4932"/>
                    <a:pt x="4106" y="4707"/>
                  </a:cubicBezTo>
                  <a:lnTo>
                    <a:pt x="4106" y="408"/>
                  </a:lnTo>
                  <a:cubicBezTo>
                    <a:pt x="4106" y="182"/>
                    <a:pt x="3918" y="0"/>
                    <a:pt x="36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53"/>
            <p:cNvSpPr/>
            <p:nvPr/>
          </p:nvSpPr>
          <p:spPr>
            <a:xfrm>
              <a:off x="1712847" y="2899519"/>
              <a:ext cx="28098" cy="73803"/>
            </a:xfrm>
            <a:custGeom>
              <a:avLst/>
              <a:gdLst/>
              <a:ahLst/>
              <a:cxnLst/>
              <a:rect l="l" t="t" r="r" b="b"/>
              <a:pathLst>
                <a:path w="1042" h="2737" extrusionOk="0">
                  <a:moveTo>
                    <a:pt x="301" y="0"/>
                  </a:moveTo>
                  <a:cubicBezTo>
                    <a:pt x="133" y="0"/>
                    <a:pt x="0" y="145"/>
                    <a:pt x="26" y="313"/>
                  </a:cubicBezTo>
                  <a:cubicBezTo>
                    <a:pt x="44" y="452"/>
                    <a:pt x="170" y="546"/>
                    <a:pt x="307" y="546"/>
                  </a:cubicBezTo>
                  <a:lnTo>
                    <a:pt x="495" y="546"/>
                  </a:lnTo>
                  <a:lnTo>
                    <a:pt x="495" y="2451"/>
                  </a:lnTo>
                  <a:cubicBezTo>
                    <a:pt x="495" y="2589"/>
                    <a:pt x="590" y="2714"/>
                    <a:pt x="728" y="2733"/>
                  </a:cubicBezTo>
                  <a:cubicBezTo>
                    <a:pt x="742" y="2735"/>
                    <a:pt x="755" y="2736"/>
                    <a:pt x="768" y="2736"/>
                  </a:cubicBezTo>
                  <a:cubicBezTo>
                    <a:pt x="919" y="2736"/>
                    <a:pt x="1041" y="2614"/>
                    <a:pt x="1041" y="2464"/>
                  </a:cubicBezTo>
                  <a:lnTo>
                    <a:pt x="1041" y="270"/>
                  </a:lnTo>
                  <a:cubicBezTo>
                    <a:pt x="1041" y="119"/>
                    <a:pt x="916" y="0"/>
                    <a:pt x="7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53"/>
            <p:cNvSpPr/>
            <p:nvPr/>
          </p:nvSpPr>
          <p:spPr>
            <a:xfrm>
              <a:off x="1843169" y="2958491"/>
              <a:ext cx="47324" cy="73884"/>
            </a:xfrm>
            <a:custGeom>
              <a:avLst/>
              <a:gdLst/>
              <a:ahLst/>
              <a:cxnLst/>
              <a:rect l="l" t="t" r="r" b="b"/>
              <a:pathLst>
                <a:path w="1755" h="2740" extrusionOk="0">
                  <a:moveTo>
                    <a:pt x="840" y="0"/>
                  </a:moveTo>
                  <a:cubicBezTo>
                    <a:pt x="445" y="0"/>
                    <a:pt x="107" y="283"/>
                    <a:pt x="32" y="665"/>
                  </a:cubicBezTo>
                  <a:cubicBezTo>
                    <a:pt x="0" y="816"/>
                    <a:pt x="100" y="960"/>
                    <a:pt x="244" y="984"/>
                  </a:cubicBezTo>
                  <a:cubicBezTo>
                    <a:pt x="264" y="988"/>
                    <a:pt x="283" y="990"/>
                    <a:pt x="303" y="990"/>
                  </a:cubicBezTo>
                  <a:cubicBezTo>
                    <a:pt x="430" y="990"/>
                    <a:pt x="543" y="903"/>
                    <a:pt x="570" y="772"/>
                  </a:cubicBezTo>
                  <a:cubicBezTo>
                    <a:pt x="596" y="640"/>
                    <a:pt x="709" y="546"/>
                    <a:pt x="840" y="546"/>
                  </a:cubicBezTo>
                  <a:cubicBezTo>
                    <a:pt x="984" y="546"/>
                    <a:pt x="1103" y="665"/>
                    <a:pt x="1115" y="810"/>
                  </a:cubicBezTo>
                  <a:lnTo>
                    <a:pt x="1109" y="859"/>
                  </a:lnTo>
                  <a:cubicBezTo>
                    <a:pt x="1085" y="960"/>
                    <a:pt x="1022" y="1085"/>
                    <a:pt x="927" y="1217"/>
                  </a:cubicBezTo>
                  <a:cubicBezTo>
                    <a:pt x="582" y="1706"/>
                    <a:pt x="382" y="1969"/>
                    <a:pt x="275" y="2112"/>
                  </a:cubicBezTo>
                  <a:cubicBezTo>
                    <a:pt x="137" y="2288"/>
                    <a:pt x="69" y="2383"/>
                    <a:pt x="113" y="2533"/>
                  </a:cubicBezTo>
                  <a:cubicBezTo>
                    <a:pt x="137" y="2621"/>
                    <a:pt x="206" y="2690"/>
                    <a:pt x="295" y="2714"/>
                  </a:cubicBezTo>
                  <a:cubicBezTo>
                    <a:pt x="333" y="2727"/>
                    <a:pt x="363" y="2739"/>
                    <a:pt x="790" y="2739"/>
                  </a:cubicBezTo>
                  <a:cubicBezTo>
                    <a:pt x="952" y="2739"/>
                    <a:pt x="1178" y="2739"/>
                    <a:pt x="1479" y="2733"/>
                  </a:cubicBezTo>
                  <a:cubicBezTo>
                    <a:pt x="1635" y="2733"/>
                    <a:pt x="1754" y="2609"/>
                    <a:pt x="1754" y="2458"/>
                  </a:cubicBezTo>
                  <a:cubicBezTo>
                    <a:pt x="1748" y="2308"/>
                    <a:pt x="1629" y="2187"/>
                    <a:pt x="1479" y="2187"/>
                  </a:cubicBezTo>
                  <a:lnTo>
                    <a:pt x="897" y="2187"/>
                  </a:lnTo>
                  <a:cubicBezTo>
                    <a:pt x="1016" y="2037"/>
                    <a:pt x="1172" y="1825"/>
                    <a:pt x="1372" y="1530"/>
                  </a:cubicBezTo>
                  <a:cubicBezTo>
                    <a:pt x="1510" y="1330"/>
                    <a:pt x="1604" y="1142"/>
                    <a:pt x="1641" y="972"/>
                  </a:cubicBezTo>
                  <a:cubicBezTo>
                    <a:pt x="1649" y="928"/>
                    <a:pt x="1661" y="865"/>
                    <a:pt x="1661" y="822"/>
                  </a:cubicBezTo>
                  <a:cubicBezTo>
                    <a:pt x="1661" y="370"/>
                    <a:pt x="1291" y="0"/>
                    <a:pt x="8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53"/>
            <p:cNvSpPr/>
            <p:nvPr/>
          </p:nvSpPr>
          <p:spPr>
            <a:xfrm>
              <a:off x="1577483" y="2928911"/>
              <a:ext cx="44654" cy="73884"/>
            </a:xfrm>
            <a:custGeom>
              <a:avLst/>
              <a:gdLst/>
              <a:ahLst/>
              <a:cxnLst/>
              <a:rect l="l" t="t" r="r" b="b"/>
              <a:pathLst>
                <a:path w="1656" h="2740" extrusionOk="0">
                  <a:moveTo>
                    <a:pt x="834" y="1"/>
                  </a:moveTo>
                  <a:cubicBezTo>
                    <a:pt x="439" y="1"/>
                    <a:pt x="100" y="284"/>
                    <a:pt x="25" y="666"/>
                  </a:cubicBezTo>
                  <a:cubicBezTo>
                    <a:pt x="1" y="816"/>
                    <a:pt x="94" y="961"/>
                    <a:pt x="245" y="985"/>
                  </a:cubicBezTo>
                  <a:cubicBezTo>
                    <a:pt x="264" y="989"/>
                    <a:pt x="283" y="991"/>
                    <a:pt x="301" y="991"/>
                  </a:cubicBezTo>
                  <a:cubicBezTo>
                    <a:pt x="425" y="991"/>
                    <a:pt x="538" y="903"/>
                    <a:pt x="565" y="773"/>
                  </a:cubicBezTo>
                  <a:cubicBezTo>
                    <a:pt x="589" y="646"/>
                    <a:pt x="702" y="553"/>
                    <a:pt x="834" y="553"/>
                  </a:cubicBezTo>
                  <a:cubicBezTo>
                    <a:pt x="985" y="553"/>
                    <a:pt x="1104" y="672"/>
                    <a:pt x="1104" y="822"/>
                  </a:cubicBezTo>
                  <a:cubicBezTo>
                    <a:pt x="1104" y="979"/>
                    <a:pt x="985" y="1097"/>
                    <a:pt x="834" y="1097"/>
                  </a:cubicBezTo>
                  <a:cubicBezTo>
                    <a:pt x="684" y="1097"/>
                    <a:pt x="559" y="1224"/>
                    <a:pt x="559" y="1374"/>
                  </a:cubicBezTo>
                  <a:cubicBezTo>
                    <a:pt x="559" y="1525"/>
                    <a:pt x="684" y="1643"/>
                    <a:pt x="834" y="1643"/>
                  </a:cubicBezTo>
                  <a:cubicBezTo>
                    <a:pt x="985" y="1643"/>
                    <a:pt x="1104" y="1768"/>
                    <a:pt x="1104" y="1919"/>
                  </a:cubicBezTo>
                  <a:cubicBezTo>
                    <a:pt x="1104" y="2069"/>
                    <a:pt x="985" y="2194"/>
                    <a:pt x="834" y="2194"/>
                  </a:cubicBezTo>
                  <a:cubicBezTo>
                    <a:pt x="696" y="2194"/>
                    <a:pt x="577" y="2095"/>
                    <a:pt x="565" y="1956"/>
                  </a:cubicBezTo>
                  <a:cubicBezTo>
                    <a:pt x="559" y="1944"/>
                    <a:pt x="559" y="1931"/>
                    <a:pt x="559" y="1919"/>
                  </a:cubicBezTo>
                  <a:cubicBezTo>
                    <a:pt x="559" y="1768"/>
                    <a:pt x="439" y="1643"/>
                    <a:pt x="282" y="1643"/>
                  </a:cubicBezTo>
                  <a:cubicBezTo>
                    <a:pt x="132" y="1643"/>
                    <a:pt x="13" y="1768"/>
                    <a:pt x="13" y="1919"/>
                  </a:cubicBezTo>
                  <a:cubicBezTo>
                    <a:pt x="13" y="1956"/>
                    <a:pt x="13" y="1994"/>
                    <a:pt x="19" y="2032"/>
                  </a:cubicBezTo>
                  <a:cubicBezTo>
                    <a:pt x="76" y="2439"/>
                    <a:pt x="427" y="2740"/>
                    <a:pt x="834" y="2740"/>
                  </a:cubicBezTo>
                  <a:cubicBezTo>
                    <a:pt x="1286" y="2740"/>
                    <a:pt x="1656" y="2370"/>
                    <a:pt x="1656" y="1919"/>
                  </a:cubicBezTo>
                  <a:cubicBezTo>
                    <a:pt x="1656" y="1713"/>
                    <a:pt x="1574" y="1517"/>
                    <a:pt x="1442" y="1374"/>
                  </a:cubicBezTo>
                  <a:cubicBezTo>
                    <a:pt x="1574" y="1230"/>
                    <a:pt x="1656" y="1036"/>
                    <a:pt x="1656" y="822"/>
                  </a:cubicBezTo>
                  <a:cubicBezTo>
                    <a:pt x="1656" y="371"/>
                    <a:pt x="1286" y="1"/>
                    <a:pt x="8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 name="Google Shape;915;p53"/>
          <p:cNvGrpSpPr/>
          <p:nvPr/>
        </p:nvGrpSpPr>
        <p:grpSpPr>
          <a:xfrm>
            <a:off x="1547030" y="2015699"/>
            <a:ext cx="377914" cy="377941"/>
            <a:chOff x="1544532" y="2294155"/>
            <a:chExt cx="377914" cy="377941"/>
          </a:xfrm>
        </p:grpSpPr>
        <p:sp>
          <p:nvSpPr>
            <p:cNvPr id="916" name="Google Shape;916;p53"/>
            <p:cNvSpPr/>
            <p:nvPr/>
          </p:nvSpPr>
          <p:spPr>
            <a:xfrm>
              <a:off x="1670782" y="2338566"/>
              <a:ext cx="125387" cy="156397"/>
            </a:xfrm>
            <a:custGeom>
              <a:avLst/>
              <a:gdLst/>
              <a:ahLst/>
              <a:cxnLst/>
              <a:rect l="l" t="t" r="r" b="b"/>
              <a:pathLst>
                <a:path w="4650" h="5800" extrusionOk="0">
                  <a:moveTo>
                    <a:pt x="2323" y="821"/>
                  </a:moveTo>
                  <a:cubicBezTo>
                    <a:pt x="2344" y="821"/>
                    <a:pt x="2366" y="822"/>
                    <a:pt x="2388" y="824"/>
                  </a:cubicBezTo>
                  <a:cubicBezTo>
                    <a:pt x="2821" y="855"/>
                    <a:pt x="3146" y="1224"/>
                    <a:pt x="3146" y="1657"/>
                  </a:cubicBezTo>
                  <a:lnTo>
                    <a:pt x="3146" y="2189"/>
                  </a:lnTo>
                  <a:lnTo>
                    <a:pt x="1505" y="2189"/>
                  </a:lnTo>
                  <a:lnTo>
                    <a:pt x="1505" y="1637"/>
                  </a:lnTo>
                  <a:cubicBezTo>
                    <a:pt x="1505" y="1190"/>
                    <a:pt x="1876" y="821"/>
                    <a:pt x="2323" y="821"/>
                  </a:cubicBezTo>
                  <a:close/>
                  <a:moveTo>
                    <a:pt x="3830" y="3011"/>
                  </a:moveTo>
                  <a:lnTo>
                    <a:pt x="3830" y="4978"/>
                  </a:lnTo>
                  <a:lnTo>
                    <a:pt x="2740" y="4978"/>
                  </a:lnTo>
                  <a:lnTo>
                    <a:pt x="2740" y="4252"/>
                  </a:lnTo>
                  <a:cubicBezTo>
                    <a:pt x="2740" y="4038"/>
                    <a:pt x="2582" y="3856"/>
                    <a:pt x="2376" y="3832"/>
                  </a:cubicBezTo>
                  <a:cubicBezTo>
                    <a:pt x="2361" y="3830"/>
                    <a:pt x="2346" y="3830"/>
                    <a:pt x="2331" y="3830"/>
                  </a:cubicBezTo>
                  <a:cubicBezTo>
                    <a:pt x="2101" y="3830"/>
                    <a:pt x="1918" y="4015"/>
                    <a:pt x="1918" y="4240"/>
                  </a:cubicBezTo>
                  <a:lnTo>
                    <a:pt x="1918" y="4978"/>
                  </a:lnTo>
                  <a:lnTo>
                    <a:pt x="822" y="4978"/>
                  </a:lnTo>
                  <a:lnTo>
                    <a:pt x="822" y="3011"/>
                  </a:lnTo>
                  <a:close/>
                  <a:moveTo>
                    <a:pt x="2329" y="1"/>
                  </a:moveTo>
                  <a:cubicBezTo>
                    <a:pt x="1424" y="1"/>
                    <a:pt x="683" y="737"/>
                    <a:pt x="683" y="1637"/>
                  </a:cubicBezTo>
                  <a:lnTo>
                    <a:pt x="683" y="2189"/>
                  </a:lnTo>
                  <a:lnTo>
                    <a:pt x="408" y="2189"/>
                  </a:lnTo>
                  <a:cubicBezTo>
                    <a:pt x="183" y="2189"/>
                    <a:pt x="1" y="2371"/>
                    <a:pt x="1" y="2597"/>
                  </a:cubicBezTo>
                  <a:lnTo>
                    <a:pt x="1" y="5392"/>
                  </a:lnTo>
                  <a:cubicBezTo>
                    <a:pt x="1" y="5617"/>
                    <a:pt x="183" y="5799"/>
                    <a:pt x="408" y="5799"/>
                  </a:cubicBezTo>
                  <a:lnTo>
                    <a:pt x="4244" y="5799"/>
                  </a:lnTo>
                  <a:cubicBezTo>
                    <a:pt x="4469" y="5799"/>
                    <a:pt x="4650" y="5617"/>
                    <a:pt x="4650" y="5392"/>
                  </a:cubicBezTo>
                  <a:lnTo>
                    <a:pt x="4650" y="2597"/>
                  </a:lnTo>
                  <a:cubicBezTo>
                    <a:pt x="4650" y="2371"/>
                    <a:pt x="4469" y="2189"/>
                    <a:pt x="4244" y="2189"/>
                  </a:cubicBezTo>
                  <a:lnTo>
                    <a:pt x="3967" y="2189"/>
                  </a:lnTo>
                  <a:lnTo>
                    <a:pt x="3967" y="1663"/>
                  </a:lnTo>
                  <a:cubicBezTo>
                    <a:pt x="3967" y="786"/>
                    <a:pt x="3284" y="40"/>
                    <a:pt x="2407" y="2"/>
                  </a:cubicBezTo>
                  <a:cubicBezTo>
                    <a:pt x="2381" y="1"/>
                    <a:pt x="2355" y="1"/>
                    <a:pt x="23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53"/>
            <p:cNvSpPr/>
            <p:nvPr/>
          </p:nvSpPr>
          <p:spPr>
            <a:xfrm>
              <a:off x="1589671" y="2517074"/>
              <a:ext cx="287824" cy="110718"/>
            </a:xfrm>
            <a:custGeom>
              <a:avLst/>
              <a:gdLst/>
              <a:ahLst/>
              <a:cxnLst/>
              <a:rect l="l" t="t" r="r" b="b"/>
              <a:pathLst>
                <a:path w="10674" h="4106" extrusionOk="0">
                  <a:moveTo>
                    <a:pt x="9439" y="822"/>
                  </a:moveTo>
                  <a:cubicBezTo>
                    <a:pt x="9670" y="822"/>
                    <a:pt x="9852" y="1010"/>
                    <a:pt x="9852" y="1236"/>
                  </a:cubicBezTo>
                  <a:lnTo>
                    <a:pt x="9852" y="2877"/>
                  </a:lnTo>
                  <a:cubicBezTo>
                    <a:pt x="9852" y="3102"/>
                    <a:pt x="9670" y="3284"/>
                    <a:pt x="9439" y="3284"/>
                  </a:cubicBezTo>
                  <a:lnTo>
                    <a:pt x="1228" y="3284"/>
                  </a:lnTo>
                  <a:cubicBezTo>
                    <a:pt x="1002" y="3284"/>
                    <a:pt x="821" y="3102"/>
                    <a:pt x="821" y="2877"/>
                  </a:cubicBezTo>
                  <a:lnTo>
                    <a:pt x="821" y="1236"/>
                  </a:lnTo>
                  <a:cubicBezTo>
                    <a:pt x="821" y="1010"/>
                    <a:pt x="1002" y="822"/>
                    <a:pt x="1228" y="822"/>
                  </a:cubicBezTo>
                  <a:close/>
                  <a:moveTo>
                    <a:pt x="1228" y="1"/>
                  </a:moveTo>
                  <a:cubicBezTo>
                    <a:pt x="551" y="1"/>
                    <a:pt x="0" y="553"/>
                    <a:pt x="0" y="1236"/>
                  </a:cubicBezTo>
                  <a:lnTo>
                    <a:pt x="0" y="2877"/>
                  </a:lnTo>
                  <a:cubicBezTo>
                    <a:pt x="0" y="3554"/>
                    <a:pt x="551" y="4106"/>
                    <a:pt x="1228" y="4106"/>
                  </a:cubicBezTo>
                  <a:lnTo>
                    <a:pt x="9439" y="4106"/>
                  </a:lnTo>
                  <a:cubicBezTo>
                    <a:pt x="10122" y="4106"/>
                    <a:pt x="10674" y="3554"/>
                    <a:pt x="10674" y="2877"/>
                  </a:cubicBezTo>
                  <a:lnTo>
                    <a:pt x="10674" y="1236"/>
                  </a:lnTo>
                  <a:cubicBezTo>
                    <a:pt x="10674" y="553"/>
                    <a:pt x="10122" y="1"/>
                    <a:pt x="94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53"/>
            <p:cNvSpPr/>
            <p:nvPr/>
          </p:nvSpPr>
          <p:spPr>
            <a:xfrm>
              <a:off x="1544532" y="2294155"/>
              <a:ext cx="377914" cy="377941"/>
            </a:xfrm>
            <a:custGeom>
              <a:avLst/>
              <a:gdLst/>
              <a:ahLst/>
              <a:cxnLst/>
              <a:rect l="l" t="t" r="r" b="b"/>
              <a:pathLst>
                <a:path w="14015" h="14016" extrusionOk="0">
                  <a:moveTo>
                    <a:pt x="12510" y="822"/>
                  </a:moveTo>
                  <a:cubicBezTo>
                    <a:pt x="12886" y="822"/>
                    <a:pt x="13193" y="1129"/>
                    <a:pt x="13193" y="1511"/>
                  </a:cubicBezTo>
                  <a:lnTo>
                    <a:pt x="13193" y="12511"/>
                  </a:lnTo>
                  <a:cubicBezTo>
                    <a:pt x="13193" y="12893"/>
                    <a:pt x="12886" y="13194"/>
                    <a:pt x="12510" y="13194"/>
                  </a:cubicBezTo>
                  <a:lnTo>
                    <a:pt x="1504" y="13194"/>
                  </a:lnTo>
                  <a:cubicBezTo>
                    <a:pt x="1128" y="13194"/>
                    <a:pt x="821" y="12893"/>
                    <a:pt x="821" y="12511"/>
                  </a:cubicBezTo>
                  <a:lnTo>
                    <a:pt x="821" y="1511"/>
                  </a:lnTo>
                  <a:cubicBezTo>
                    <a:pt x="821" y="1129"/>
                    <a:pt x="1128" y="822"/>
                    <a:pt x="1504" y="822"/>
                  </a:cubicBezTo>
                  <a:close/>
                  <a:moveTo>
                    <a:pt x="1504" y="1"/>
                  </a:moveTo>
                  <a:cubicBezTo>
                    <a:pt x="677" y="1"/>
                    <a:pt x="0" y="678"/>
                    <a:pt x="0" y="1511"/>
                  </a:cubicBezTo>
                  <a:lnTo>
                    <a:pt x="0" y="12511"/>
                  </a:lnTo>
                  <a:cubicBezTo>
                    <a:pt x="0" y="13344"/>
                    <a:pt x="677" y="14015"/>
                    <a:pt x="1504" y="14015"/>
                  </a:cubicBezTo>
                  <a:lnTo>
                    <a:pt x="12510" y="14015"/>
                  </a:lnTo>
                  <a:cubicBezTo>
                    <a:pt x="13344" y="14015"/>
                    <a:pt x="14014" y="13344"/>
                    <a:pt x="14014" y="12511"/>
                  </a:cubicBezTo>
                  <a:lnTo>
                    <a:pt x="14014" y="1511"/>
                  </a:lnTo>
                  <a:cubicBezTo>
                    <a:pt x="14014" y="678"/>
                    <a:pt x="13344" y="1"/>
                    <a:pt x="125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53"/>
            <p:cNvSpPr/>
            <p:nvPr/>
          </p:nvSpPr>
          <p:spPr>
            <a:xfrm>
              <a:off x="1722501" y="2561378"/>
              <a:ext cx="22165" cy="22138"/>
            </a:xfrm>
            <a:custGeom>
              <a:avLst/>
              <a:gdLst/>
              <a:ahLst/>
              <a:cxnLst/>
              <a:rect l="l" t="t" r="r" b="b"/>
              <a:pathLst>
                <a:path w="822" h="821" extrusionOk="0">
                  <a:moveTo>
                    <a:pt x="408" y="0"/>
                  </a:moveTo>
                  <a:cubicBezTo>
                    <a:pt x="182" y="0"/>
                    <a:pt x="0" y="188"/>
                    <a:pt x="0" y="414"/>
                  </a:cubicBezTo>
                  <a:cubicBezTo>
                    <a:pt x="0" y="640"/>
                    <a:pt x="182" y="820"/>
                    <a:pt x="408" y="820"/>
                  </a:cubicBezTo>
                  <a:cubicBezTo>
                    <a:pt x="634" y="820"/>
                    <a:pt x="822" y="640"/>
                    <a:pt x="822" y="414"/>
                  </a:cubicBezTo>
                  <a:cubicBezTo>
                    <a:pt x="822" y="188"/>
                    <a:pt x="63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53"/>
            <p:cNvSpPr/>
            <p:nvPr/>
          </p:nvSpPr>
          <p:spPr>
            <a:xfrm>
              <a:off x="1678197" y="2561378"/>
              <a:ext cx="22192" cy="22138"/>
            </a:xfrm>
            <a:custGeom>
              <a:avLst/>
              <a:gdLst/>
              <a:ahLst/>
              <a:cxnLst/>
              <a:rect l="l" t="t" r="r" b="b"/>
              <a:pathLst>
                <a:path w="823" h="821" extrusionOk="0">
                  <a:moveTo>
                    <a:pt x="408" y="0"/>
                  </a:moveTo>
                  <a:cubicBezTo>
                    <a:pt x="183" y="0"/>
                    <a:pt x="1" y="188"/>
                    <a:pt x="1" y="414"/>
                  </a:cubicBezTo>
                  <a:cubicBezTo>
                    <a:pt x="1" y="640"/>
                    <a:pt x="183" y="820"/>
                    <a:pt x="408" y="820"/>
                  </a:cubicBezTo>
                  <a:cubicBezTo>
                    <a:pt x="634" y="820"/>
                    <a:pt x="822" y="640"/>
                    <a:pt x="822" y="414"/>
                  </a:cubicBezTo>
                  <a:cubicBezTo>
                    <a:pt x="822" y="188"/>
                    <a:pt x="63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53"/>
            <p:cNvSpPr/>
            <p:nvPr/>
          </p:nvSpPr>
          <p:spPr>
            <a:xfrm>
              <a:off x="1633921" y="2561378"/>
              <a:ext cx="22165" cy="22138"/>
            </a:xfrm>
            <a:custGeom>
              <a:avLst/>
              <a:gdLst/>
              <a:ahLst/>
              <a:cxnLst/>
              <a:rect l="l" t="t" r="r" b="b"/>
              <a:pathLst>
                <a:path w="822" h="821" extrusionOk="0">
                  <a:moveTo>
                    <a:pt x="408" y="0"/>
                  </a:moveTo>
                  <a:cubicBezTo>
                    <a:pt x="182" y="0"/>
                    <a:pt x="0" y="188"/>
                    <a:pt x="0" y="414"/>
                  </a:cubicBezTo>
                  <a:cubicBezTo>
                    <a:pt x="0" y="640"/>
                    <a:pt x="182" y="820"/>
                    <a:pt x="408" y="820"/>
                  </a:cubicBezTo>
                  <a:cubicBezTo>
                    <a:pt x="634" y="820"/>
                    <a:pt x="822" y="640"/>
                    <a:pt x="822" y="414"/>
                  </a:cubicBezTo>
                  <a:cubicBezTo>
                    <a:pt x="822" y="188"/>
                    <a:pt x="634"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53"/>
            <p:cNvSpPr/>
            <p:nvPr/>
          </p:nvSpPr>
          <p:spPr>
            <a:xfrm>
              <a:off x="1766750" y="2561378"/>
              <a:ext cx="22165" cy="22138"/>
            </a:xfrm>
            <a:custGeom>
              <a:avLst/>
              <a:gdLst/>
              <a:ahLst/>
              <a:cxnLst/>
              <a:rect l="l" t="t" r="r" b="b"/>
              <a:pathLst>
                <a:path w="822" h="821" extrusionOk="0">
                  <a:moveTo>
                    <a:pt x="408" y="0"/>
                  </a:moveTo>
                  <a:cubicBezTo>
                    <a:pt x="182" y="0"/>
                    <a:pt x="0" y="188"/>
                    <a:pt x="0" y="414"/>
                  </a:cubicBezTo>
                  <a:cubicBezTo>
                    <a:pt x="0" y="640"/>
                    <a:pt x="182" y="820"/>
                    <a:pt x="408" y="820"/>
                  </a:cubicBezTo>
                  <a:cubicBezTo>
                    <a:pt x="640" y="820"/>
                    <a:pt x="822" y="640"/>
                    <a:pt x="822" y="414"/>
                  </a:cubicBezTo>
                  <a:cubicBezTo>
                    <a:pt x="822" y="188"/>
                    <a:pt x="640"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53"/>
            <p:cNvSpPr/>
            <p:nvPr/>
          </p:nvSpPr>
          <p:spPr>
            <a:xfrm>
              <a:off x="1811027" y="2561378"/>
              <a:ext cx="22192" cy="22138"/>
            </a:xfrm>
            <a:custGeom>
              <a:avLst/>
              <a:gdLst/>
              <a:ahLst/>
              <a:cxnLst/>
              <a:rect l="l" t="t" r="r" b="b"/>
              <a:pathLst>
                <a:path w="823" h="821" extrusionOk="0">
                  <a:moveTo>
                    <a:pt x="409" y="0"/>
                  </a:moveTo>
                  <a:cubicBezTo>
                    <a:pt x="183" y="0"/>
                    <a:pt x="1" y="188"/>
                    <a:pt x="1" y="414"/>
                  </a:cubicBezTo>
                  <a:cubicBezTo>
                    <a:pt x="1" y="640"/>
                    <a:pt x="183" y="820"/>
                    <a:pt x="409" y="820"/>
                  </a:cubicBezTo>
                  <a:cubicBezTo>
                    <a:pt x="640" y="820"/>
                    <a:pt x="822" y="640"/>
                    <a:pt x="822" y="414"/>
                  </a:cubicBezTo>
                  <a:cubicBezTo>
                    <a:pt x="822" y="188"/>
                    <a:pt x="640" y="0"/>
                    <a:pt x="4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 name="Google Shape;924;p53"/>
          <p:cNvGrpSpPr/>
          <p:nvPr/>
        </p:nvGrpSpPr>
        <p:grpSpPr>
          <a:xfrm>
            <a:off x="1546869" y="1431692"/>
            <a:ext cx="378238" cy="361682"/>
            <a:chOff x="1533907" y="1720259"/>
            <a:chExt cx="378238" cy="361682"/>
          </a:xfrm>
        </p:grpSpPr>
        <p:sp>
          <p:nvSpPr>
            <p:cNvPr id="925" name="Google Shape;925;p53"/>
            <p:cNvSpPr/>
            <p:nvPr/>
          </p:nvSpPr>
          <p:spPr>
            <a:xfrm>
              <a:off x="1533907" y="1720259"/>
              <a:ext cx="378238" cy="361682"/>
            </a:xfrm>
            <a:custGeom>
              <a:avLst/>
              <a:gdLst/>
              <a:ahLst/>
              <a:cxnLst/>
              <a:rect l="l" t="t" r="r" b="b"/>
              <a:pathLst>
                <a:path w="14027" h="13413" extrusionOk="0">
                  <a:moveTo>
                    <a:pt x="7426" y="2482"/>
                  </a:moveTo>
                  <a:cubicBezTo>
                    <a:pt x="7953" y="2532"/>
                    <a:pt x="8447" y="2670"/>
                    <a:pt x="8912" y="2884"/>
                  </a:cubicBezTo>
                  <a:lnTo>
                    <a:pt x="8699" y="3246"/>
                  </a:lnTo>
                  <a:cubicBezTo>
                    <a:pt x="8629" y="3359"/>
                    <a:pt x="8629" y="3503"/>
                    <a:pt x="8699" y="3616"/>
                  </a:cubicBezTo>
                  <a:cubicBezTo>
                    <a:pt x="8791" y="3767"/>
                    <a:pt x="8932" y="3837"/>
                    <a:pt x="9070" y="3837"/>
                  </a:cubicBezTo>
                  <a:cubicBezTo>
                    <a:pt x="9211" y="3837"/>
                    <a:pt x="9349" y="3763"/>
                    <a:pt x="9425" y="3630"/>
                  </a:cubicBezTo>
                  <a:lnTo>
                    <a:pt x="9621" y="3291"/>
                  </a:lnTo>
                  <a:cubicBezTo>
                    <a:pt x="10040" y="3592"/>
                    <a:pt x="10410" y="3955"/>
                    <a:pt x="10704" y="4374"/>
                  </a:cubicBezTo>
                  <a:lnTo>
                    <a:pt x="10341" y="4588"/>
                  </a:lnTo>
                  <a:cubicBezTo>
                    <a:pt x="10228" y="4657"/>
                    <a:pt x="10153" y="4776"/>
                    <a:pt x="10153" y="4908"/>
                  </a:cubicBezTo>
                  <a:cubicBezTo>
                    <a:pt x="10162" y="5180"/>
                    <a:pt x="10361" y="5340"/>
                    <a:pt x="10571" y="5340"/>
                  </a:cubicBezTo>
                  <a:cubicBezTo>
                    <a:pt x="10641" y="5340"/>
                    <a:pt x="10713" y="5322"/>
                    <a:pt x="10779" y="5284"/>
                  </a:cubicBezTo>
                  <a:lnTo>
                    <a:pt x="11117" y="5089"/>
                  </a:lnTo>
                  <a:cubicBezTo>
                    <a:pt x="11331" y="5547"/>
                    <a:pt x="11469" y="6048"/>
                    <a:pt x="11513" y="6569"/>
                  </a:cubicBezTo>
                  <a:lnTo>
                    <a:pt x="11093" y="6569"/>
                  </a:lnTo>
                  <a:cubicBezTo>
                    <a:pt x="10961" y="6569"/>
                    <a:pt x="10836" y="6638"/>
                    <a:pt x="10773" y="6757"/>
                  </a:cubicBezTo>
                  <a:cubicBezTo>
                    <a:pt x="10598" y="7070"/>
                    <a:pt x="10824" y="7390"/>
                    <a:pt x="11125" y="7390"/>
                  </a:cubicBezTo>
                  <a:lnTo>
                    <a:pt x="11513" y="7390"/>
                  </a:lnTo>
                  <a:cubicBezTo>
                    <a:pt x="11463" y="7909"/>
                    <a:pt x="11331" y="8411"/>
                    <a:pt x="11111" y="8875"/>
                  </a:cubicBezTo>
                  <a:lnTo>
                    <a:pt x="10779" y="8681"/>
                  </a:lnTo>
                  <a:cubicBezTo>
                    <a:pt x="10712" y="8643"/>
                    <a:pt x="10640" y="8625"/>
                    <a:pt x="10569" y="8625"/>
                  </a:cubicBezTo>
                  <a:cubicBezTo>
                    <a:pt x="10427" y="8625"/>
                    <a:pt x="10290" y="8698"/>
                    <a:pt x="10215" y="8831"/>
                  </a:cubicBezTo>
                  <a:cubicBezTo>
                    <a:pt x="10102" y="9025"/>
                    <a:pt x="10171" y="9276"/>
                    <a:pt x="10365" y="9389"/>
                  </a:cubicBezTo>
                  <a:lnTo>
                    <a:pt x="10704" y="9583"/>
                  </a:lnTo>
                  <a:cubicBezTo>
                    <a:pt x="10472" y="9909"/>
                    <a:pt x="10197" y="10203"/>
                    <a:pt x="9890" y="10460"/>
                  </a:cubicBezTo>
                  <a:cubicBezTo>
                    <a:pt x="9846" y="9821"/>
                    <a:pt x="9312" y="9308"/>
                    <a:pt x="8661" y="9308"/>
                  </a:cubicBezTo>
                  <a:lnTo>
                    <a:pt x="5371" y="9308"/>
                  </a:lnTo>
                  <a:cubicBezTo>
                    <a:pt x="4719" y="9308"/>
                    <a:pt x="4186" y="9821"/>
                    <a:pt x="4142" y="10460"/>
                  </a:cubicBezTo>
                  <a:cubicBezTo>
                    <a:pt x="3836" y="10203"/>
                    <a:pt x="3559" y="9909"/>
                    <a:pt x="3327" y="9583"/>
                  </a:cubicBezTo>
                  <a:lnTo>
                    <a:pt x="3654" y="9395"/>
                  </a:lnTo>
                  <a:cubicBezTo>
                    <a:pt x="3842" y="9288"/>
                    <a:pt x="3923" y="9063"/>
                    <a:pt x="3836" y="8869"/>
                  </a:cubicBezTo>
                  <a:cubicBezTo>
                    <a:pt x="3766" y="8713"/>
                    <a:pt x="3617" y="8623"/>
                    <a:pt x="3461" y="8623"/>
                  </a:cubicBezTo>
                  <a:cubicBezTo>
                    <a:pt x="3390" y="8623"/>
                    <a:pt x="3318" y="8642"/>
                    <a:pt x="3252" y="8681"/>
                  </a:cubicBezTo>
                  <a:lnTo>
                    <a:pt x="2920" y="8875"/>
                  </a:lnTo>
                  <a:cubicBezTo>
                    <a:pt x="2707" y="8411"/>
                    <a:pt x="2569" y="7909"/>
                    <a:pt x="2519" y="7390"/>
                  </a:cubicBezTo>
                  <a:lnTo>
                    <a:pt x="2902" y="7390"/>
                  </a:lnTo>
                  <a:cubicBezTo>
                    <a:pt x="3108" y="7390"/>
                    <a:pt x="3296" y="7240"/>
                    <a:pt x="3315" y="7026"/>
                  </a:cubicBezTo>
                  <a:cubicBezTo>
                    <a:pt x="3347" y="6781"/>
                    <a:pt x="3153" y="6569"/>
                    <a:pt x="2908" y="6569"/>
                  </a:cubicBezTo>
                  <a:lnTo>
                    <a:pt x="2519" y="6569"/>
                  </a:lnTo>
                  <a:cubicBezTo>
                    <a:pt x="2563" y="6048"/>
                    <a:pt x="2701" y="5547"/>
                    <a:pt x="2914" y="5089"/>
                  </a:cubicBezTo>
                  <a:lnTo>
                    <a:pt x="3246" y="5277"/>
                  </a:lnTo>
                  <a:cubicBezTo>
                    <a:pt x="3313" y="5316"/>
                    <a:pt x="3387" y="5335"/>
                    <a:pt x="3460" y="5335"/>
                  </a:cubicBezTo>
                  <a:cubicBezTo>
                    <a:pt x="3587" y="5335"/>
                    <a:pt x="3712" y="5278"/>
                    <a:pt x="3792" y="5171"/>
                  </a:cubicBezTo>
                  <a:cubicBezTo>
                    <a:pt x="3935" y="4970"/>
                    <a:pt x="3873" y="4695"/>
                    <a:pt x="3666" y="4576"/>
                  </a:cubicBezTo>
                  <a:lnTo>
                    <a:pt x="3327" y="4374"/>
                  </a:lnTo>
                  <a:cubicBezTo>
                    <a:pt x="3622" y="3955"/>
                    <a:pt x="3992" y="3592"/>
                    <a:pt x="4412" y="3291"/>
                  </a:cubicBezTo>
                  <a:lnTo>
                    <a:pt x="4600" y="3622"/>
                  </a:lnTo>
                  <a:cubicBezTo>
                    <a:pt x="4678" y="3756"/>
                    <a:pt x="4822" y="3836"/>
                    <a:pt x="4969" y="3836"/>
                  </a:cubicBezTo>
                  <a:cubicBezTo>
                    <a:pt x="5022" y="3836"/>
                    <a:pt x="5075" y="3825"/>
                    <a:pt x="5126" y="3804"/>
                  </a:cubicBezTo>
                  <a:cubicBezTo>
                    <a:pt x="5352" y="3705"/>
                    <a:pt x="5439" y="3428"/>
                    <a:pt x="5320" y="3222"/>
                  </a:cubicBezTo>
                  <a:lnTo>
                    <a:pt x="5120" y="2884"/>
                  </a:lnTo>
                  <a:cubicBezTo>
                    <a:pt x="5583" y="2670"/>
                    <a:pt x="6078" y="2532"/>
                    <a:pt x="6605" y="2482"/>
                  </a:cubicBezTo>
                  <a:lnTo>
                    <a:pt x="6605" y="2908"/>
                  </a:lnTo>
                  <a:cubicBezTo>
                    <a:pt x="6605" y="3040"/>
                    <a:pt x="6674" y="3159"/>
                    <a:pt x="6787" y="3222"/>
                  </a:cubicBezTo>
                  <a:cubicBezTo>
                    <a:pt x="6866" y="3265"/>
                    <a:pt x="6944" y="3284"/>
                    <a:pt x="7018" y="3284"/>
                  </a:cubicBezTo>
                  <a:cubicBezTo>
                    <a:pt x="7245" y="3284"/>
                    <a:pt x="7426" y="3104"/>
                    <a:pt x="7426" y="2878"/>
                  </a:cubicBezTo>
                  <a:lnTo>
                    <a:pt x="7426" y="2482"/>
                  </a:lnTo>
                  <a:close/>
                  <a:moveTo>
                    <a:pt x="7026" y="821"/>
                  </a:moveTo>
                  <a:cubicBezTo>
                    <a:pt x="10434" y="827"/>
                    <a:pt x="13205" y="3604"/>
                    <a:pt x="13205" y="7014"/>
                  </a:cubicBezTo>
                  <a:cubicBezTo>
                    <a:pt x="13205" y="8617"/>
                    <a:pt x="12603" y="10122"/>
                    <a:pt x="11501" y="11281"/>
                  </a:cubicBezTo>
                  <a:lnTo>
                    <a:pt x="10185" y="11281"/>
                  </a:lnTo>
                  <a:cubicBezTo>
                    <a:pt x="10767" y="10856"/>
                    <a:pt x="11256" y="10310"/>
                    <a:pt x="11620" y="9690"/>
                  </a:cubicBezTo>
                  <a:cubicBezTo>
                    <a:pt x="12102" y="8875"/>
                    <a:pt x="12358" y="7941"/>
                    <a:pt x="12358" y="6988"/>
                  </a:cubicBezTo>
                  <a:cubicBezTo>
                    <a:pt x="12358" y="4043"/>
                    <a:pt x="9965" y="1643"/>
                    <a:pt x="7018" y="1643"/>
                  </a:cubicBezTo>
                  <a:cubicBezTo>
                    <a:pt x="4073" y="1643"/>
                    <a:pt x="1673" y="4043"/>
                    <a:pt x="1673" y="6988"/>
                  </a:cubicBezTo>
                  <a:cubicBezTo>
                    <a:pt x="1673" y="7941"/>
                    <a:pt x="1930" y="8875"/>
                    <a:pt x="2413" y="9690"/>
                  </a:cubicBezTo>
                  <a:cubicBezTo>
                    <a:pt x="2777" y="10310"/>
                    <a:pt x="3266" y="10856"/>
                    <a:pt x="3848" y="11281"/>
                  </a:cubicBezTo>
                  <a:lnTo>
                    <a:pt x="2532" y="11281"/>
                  </a:lnTo>
                  <a:cubicBezTo>
                    <a:pt x="1429" y="10122"/>
                    <a:pt x="827" y="8617"/>
                    <a:pt x="827" y="7014"/>
                  </a:cubicBezTo>
                  <a:cubicBezTo>
                    <a:pt x="827" y="5365"/>
                    <a:pt x="1473" y="3810"/>
                    <a:pt x="2644" y="2638"/>
                  </a:cubicBezTo>
                  <a:cubicBezTo>
                    <a:pt x="3816" y="1467"/>
                    <a:pt x="5371" y="821"/>
                    <a:pt x="7018" y="821"/>
                  </a:cubicBezTo>
                  <a:close/>
                  <a:moveTo>
                    <a:pt x="8661" y="10128"/>
                  </a:moveTo>
                  <a:cubicBezTo>
                    <a:pt x="8887" y="10128"/>
                    <a:pt x="9069" y="10310"/>
                    <a:pt x="9069" y="10541"/>
                  </a:cubicBezTo>
                  <a:lnTo>
                    <a:pt x="9069" y="12184"/>
                  </a:lnTo>
                  <a:cubicBezTo>
                    <a:pt x="9069" y="12409"/>
                    <a:pt x="8887" y="12591"/>
                    <a:pt x="8661" y="12591"/>
                  </a:cubicBezTo>
                  <a:lnTo>
                    <a:pt x="5371" y="12591"/>
                  </a:lnTo>
                  <a:cubicBezTo>
                    <a:pt x="5146" y="12591"/>
                    <a:pt x="4964" y="12409"/>
                    <a:pt x="4964" y="12184"/>
                  </a:cubicBezTo>
                  <a:lnTo>
                    <a:pt x="4964" y="10541"/>
                  </a:lnTo>
                  <a:cubicBezTo>
                    <a:pt x="4964" y="10310"/>
                    <a:pt x="5146" y="10128"/>
                    <a:pt x="5371" y="10128"/>
                  </a:cubicBezTo>
                  <a:close/>
                  <a:moveTo>
                    <a:pt x="7012" y="0"/>
                  </a:moveTo>
                  <a:cubicBezTo>
                    <a:pt x="5152" y="0"/>
                    <a:pt x="3390" y="727"/>
                    <a:pt x="2062" y="2056"/>
                  </a:cubicBezTo>
                  <a:cubicBezTo>
                    <a:pt x="733" y="3384"/>
                    <a:pt x="0" y="5146"/>
                    <a:pt x="0" y="7014"/>
                  </a:cubicBezTo>
                  <a:cubicBezTo>
                    <a:pt x="0" y="8938"/>
                    <a:pt x="770" y="10737"/>
                    <a:pt x="2161" y="12077"/>
                  </a:cubicBezTo>
                  <a:cubicBezTo>
                    <a:pt x="2181" y="12091"/>
                    <a:pt x="2199" y="12103"/>
                    <a:pt x="2225" y="12103"/>
                  </a:cubicBezTo>
                  <a:lnTo>
                    <a:pt x="4142" y="12103"/>
                  </a:lnTo>
                  <a:lnTo>
                    <a:pt x="4142" y="12184"/>
                  </a:lnTo>
                  <a:cubicBezTo>
                    <a:pt x="4142" y="12861"/>
                    <a:pt x="4694" y="13413"/>
                    <a:pt x="5371" y="13413"/>
                  </a:cubicBezTo>
                  <a:lnTo>
                    <a:pt x="8661" y="13413"/>
                  </a:lnTo>
                  <a:cubicBezTo>
                    <a:pt x="9338" y="13413"/>
                    <a:pt x="9890" y="12861"/>
                    <a:pt x="9890" y="12184"/>
                  </a:cubicBezTo>
                  <a:lnTo>
                    <a:pt x="9890" y="12103"/>
                  </a:lnTo>
                  <a:lnTo>
                    <a:pt x="11802" y="12103"/>
                  </a:lnTo>
                  <a:cubicBezTo>
                    <a:pt x="11826" y="12103"/>
                    <a:pt x="11851" y="12091"/>
                    <a:pt x="11863" y="12077"/>
                  </a:cubicBezTo>
                  <a:cubicBezTo>
                    <a:pt x="13255" y="10737"/>
                    <a:pt x="14026" y="8938"/>
                    <a:pt x="14026" y="7014"/>
                  </a:cubicBezTo>
                  <a:cubicBezTo>
                    <a:pt x="14026" y="5140"/>
                    <a:pt x="13298" y="3384"/>
                    <a:pt x="11976" y="2056"/>
                  </a:cubicBezTo>
                  <a:cubicBezTo>
                    <a:pt x="10654" y="734"/>
                    <a:pt x="8899" y="6"/>
                    <a:pt x="70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53"/>
            <p:cNvSpPr/>
            <p:nvPr/>
          </p:nvSpPr>
          <p:spPr>
            <a:xfrm>
              <a:off x="1677199" y="1839929"/>
              <a:ext cx="79115" cy="101712"/>
            </a:xfrm>
            <a:custGeom>
              <a:avLst/>
              <a:gdLst/>
              <a:ahLst/>
              <a:cxnLst/>
              <a:rect l="l" t="t" r="r" b="b"/>
              <a:pathLst>
                <a:path w="2934" h="3772" extrusionOk="0">
                  <a:moveTo>
                    <a:pt x="1704" y="2131"/>
                  </a:moveTo>
                  <a:cubicBezTo>
                    <a:pt x="1930" y="2131"/>
                    <a:pt x="2112" y="2319"/>
                    <a:pt x="2112" y="2544"/>
                  </a:cubicBezTo>
                  <a:cubicBezTo>
                    <a:pt x="2112" y="2770"/>
                    <a:pt x="1930" y="2952"/>
                    <a:pt x="1704" y="2952"/>
                  </a:cubicBezTo>
                  <a:cubicBezTo>
                    <a:pt x="1473" y="2952"/>
                    <a:pt x="1291" y="2770"/>
                    <a:pt x="1291" y="2544"/>
                  </a:cubicBezTo>
                  <a:cubicBezTo>
                    <a:pt x="1291" y="2319"/>
                    <a:pt x="1473" y="2131"/>
                    <a:pt x="1704" y="2131"/>
                  </a:cubicBezTo>
                  <a:close/>
                  <a:moveTo>
                    <a:pt x="474" y="1"/>
                  </a:moveTo>
                  <a:cubicBezTo>
                    <a:pt x="403" y="1"/>
                    <a:pt x="330" y="19"/>
                    <a:pt x="263" y="57"/>
                  </a:cubicBezTo>
                  <a:cubicBezTo>
                    <a:pt x="69" y="169"/>
                    <a:pt x="0" y="419"/>
                    <a:pt x="113" y="613"/>
                  </a:cubicBezTo>
                  <a:lnTo>
                    <a:pt x="764" y="1741"/>
                  </a:lnTo>
                  <a:cubicBezTo>
                    <a:pt x="584" y="1961"/>
                    <a:pt x="471" y="2238"/>
                    <a:pt x="471" y="2544"/>
                  </a:cubicBezTo>
                  <a:cubicBezTo>
                    <a:pt x="471" y="3221"/>
                    <a:pt x="1022" y="3772"/>
                    <a:pt x="1704" y="3772"/>
                  </a:cubicBezTo>
                  <a:cubicBezTo>
                    <a:pt x="2381" y="3772"/>
                    <a:pt x="2933" y="3221"/>
                    <a:pt x="2933" y="2544"/>
                  </a:cubicBezTo>
                  <a:cubicBezTo>
                    <a:pt x="2933" y="1862"/>
                    <a:pt x="2381" y="1309"/>
                    <a:pt x="1704" y="1309"/>
                  </a:cubicBezTo>
                  <a:cubicBezTo>
                    <a:pt x="1623" y="1309"/>
                    <a:pt x="1548" y="1322"/>
                    <a:pt x="1479" y="1335"/>
                  </a:cubicBezTo>
                  <a:lnTo>
                    <a:pt x="827" y="207"/>
                  </a:lnTo>
                  <a:cubicBezTo>
                    <a:pt x="752" y="73"/>
                    <a:pt x="616" y="1"/>
                    <a:pt x="4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53"/>
            <p:cNvSpPr/>
            <p:nvPr/>
          </p:nvSpPr>
          <p:spPr>
            <a:xfrm>
              <a:off x="1689900" y="2015471"/>
              <a:ext cx="22111" cy="22192"/>
            </a:xfrm>
            <a:custGeom>
              <a:avLst/>
              <a:gdLst/>
              <a:ahLst/>
              <a:cxnLst/>
              <a:rect l="l" t="t" r="r" b="b"/>
              <a:pathLst>
                <a:path w="820" h="823" extrusionOk="0">
                  <a:moveTo>
                    <a:pt x="414" y="1"/>
                  </a:moveTo>
                  <a:cubicBezTo>
                    <a:pt x="181" y="1"/>
                    <a:pt x="0" y="183"/>
                    <a:pt x="0" y="414"/>
                  </a:cubicBezTo>
                  <a:cubicBezTo>
                    <a:pt x="0" y="640"/>
                    <a:pt x="181" y="822"/>
                    <a:pt x="414" y="822"/>
                  </a:cubicBezTo>
                  <a:cubicBezTo>
                    <a:pt x="639" y="822"/>
                    <a:pt x="820" y="640"/>
                    <a:pt x="820" y="414"/>
                  </a:cubicBezTo>
                  <a:cubicBezTo>
                    <a:pt x="820" y="183"/>
                    <a:pt x="639"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53"/>
            <p:cNvSpPr/>
            <p:nvPr/>
          </p:nvSpPr>
          <p:spPr>
            <a:xfrm>
              <a:off x="1734149" y="2015471"/>
              <a:ext cx="22165" cy="22192"/>
            </a:xfrm>
            <a:custGeom>
              <a:avLst/>
              <a:gdLst/>
              <a:ahLst/>
              <a:cxnLst/>
              <a:rect l="l" t="t" r="r" b="b"/>
              <a:pathLst>
                <a:path w="822" h="823" extrusionOk="0">
                  <a:moveTo>
                    <a:pt x="414" y="1"/>
                  </a:moveTo>
                  <a:cubicBezTo>
                    <a:pt x="182" y="1"/>
                    <a:pt x="0" y="183"/>
                    <a:pt x="0" y="414"/>
                  </a:cubicBezTo>
                  <a:cubicBezTo>
                    <a:pt x="0" y="640"/>
                    <a:pt x="182" y="822"/>
                    <a:pt x="414" y="822"/>
                  </a:cubicBezTo>
                  <a:cubicBezTo>
                    <a:pt x="639" y="822"/>
                    <a:pt x="821" y="640"/>
                    <a:pt x="821" y="414"/>
                  </a:cubicBezTo>
                  <a:cubicBezTo>
                    <a:pt x="821" y="183"/>
                    <a:pt x="639"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 name="Google Shape;929;p53"/>
          <p:cNvGrpSpPr/>
          <p:nvPr/>
        </p:nvGrpSpPr>
        <p:grpSpPr>
          <a:xfrm>
            <a:off x="730512" y="3857301"/>
            <a:ext cx="378238" cy="377914"/>
            <a:chOff x="730647" y="4130822"/>
            <a:chExt cx="378238" cy="377914"/>
          </a:xfrm>
        </p:grpSpPr>
        <p:sp>
          <p:nvSpPr>
            <p:cNvPr id="930" name="Google Shape;930;p53"/>
            <p:cNvSpPr/>
            <p:nvPr/>
          </p:nvSpPr>
          <p:spPr>
            <a:xfrm>
              <a:off x="855360" y="4141877"/>
              <a:ext cx="77417" cy="95968"/>
            </a:xfrm>
            <a:custGeom>
              <a:avLst/>
              <a:gdLst/>
              <a:ahLst/>
              <a:cxnLst/>
              <a:rect l="l" t="t" r="r" b="b"/>
              <a:pathLst>
                <a:path w="2871" h="3559" extrusionOk="0">
                  <a:moveTo>
                    <a:pt x="467" y="0"/>
                  </a:moveTo>
                  <a:cubicBezTo>
                    <a:pt x="422" y="0"/>
                    <a:pt x="377" y="8"/>
                    <a:pt x="332" y="24"/>
                  </a:cubicBezTo>
                  <a:cubicBezTo>
                    <a:pt x="114" y="99"/>
                    <a:pt x="1" y="331"/>
                    <a:pt x="76" y="550"/>
                  </a:cubicBezTo>
                  <a:lnTo>
                    <a:pt x="1016" y="3246"/>
                  </a:lnTo>
                  <a:cubicBezTo>
                    <a:pt x="1078" y="3434"/>
                    <a:pt x="1260" y="3558"/>
                    <a:pt x="1460" y="3558"/>
                  </a:cubicBezTo>
                  <a:cubicBezTo>
                    <a:pt x="1661" y="3558"/>
                    <a:pt x="1843" y="3434"/>
                    <a:pt x="1905" y="3238"/>
                  </a:cubicBezTo>
                  <a:lnTo>
                    <a:pt x="2802" y="550"/>
                  </a:lnTo>
                  <a:cubicBezTo>
                    <a:pt x="2871" y="331"/>
                    <a:pt x="2758" y="99"/>
                    <a:pt x="2538" y="30"/>
                  </a:cubicBezTo>
                  <a:cubicBezTo>
                    <a:pt x="2495" y="14"/>
                    <a:pt x="2450" y="7"/>
                    <a:pt x="2407" y="7"/>
                  </a:cubicBezTo>
                  <a:cubicBezTo>
                    <a:pt x="2237" y="7"/>
                    <a:pt x="2079" y="117"/>
                    <a:pt x="2024" y="287"/>
                  </a:cubicBezTo>
                  <a:lnTo>
                    <a:pt x="1454" y="2005"/>
                  </a:lnTo>
                  <a:lnTo>
                    <a:pt x="852" y="281"/>
                  </a:lnTo>
                  <a:cubicBezTo>
                    <a:pt x="793" y="107"/>
                    <a:pt x="636" y="0"/>
                    <a:pt x="4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53"/>
            <p:cNvSpPr/>
            <p:nvPr/>
          </p:nvSpPr>
          <p:spPr>
            <a:xfrm>
              <a:off x="937657" y="4141877"/>
              <a:ext cx="72886" cy="95968"/>
            </a:xfrm>
            <a:custGeom>
              <a:avLst/>
              <a:gdLst/>
              <a:ahLst/>
              <a:cxnLst/>
              <a:rect l="l" t="t" r="r" b="b"/>
              <a:pathLst>
                <a:path w="2703" h="3559" extrusionOk="0">
                  <a:moveTo>
                    <a:pt x="1402" y="0"/>
                  </a:moveTo>
                  <a:cubicBezTo>
                    <a:pt x="1259" y="0"/>
                    <a:pt x="1108" y="20"/>
                    <a:pt x="953" y="67"/>
                  </a:cubicBezTo>
                  <a:cubicBezTo>
                    <a:pt x="551" y="192"/>
                    <a:pt x="264" y="507"/>
                    <a:pt x="207" y="901"/>
                  </a:cubicBezTo>
                  <a:cubicBezTo>
                    <a:pt x="157" y="1271"/>
                    <a:pt x="314" y="1629"/>
                    <a:pt x="627" y="1829"/>
                  </a:cubicBezTo>
                  <a:cubicBezTo>
                    <a:pt x="646" y="1841"/>
                    <a:pt x="664" y="1847"/>
                    <a:pt x="684" y="1860"/>
                  </a:cubicBezTo>
                  <a:cubicBezTo>
                    <a:pt x="702" y="1866"/>
                    <a:pt x="1078" y="2035"/>
                    <a:pt x="1505" y="2193"/>
                  </a:cubicBezTo>
                  <a:cubicBezTo>
                    <a:pt x="1667" y="2254"/>
                    <a:pt x="1837" y="2361"/>
                    <a:pt x="1818" y="2486"/>
                  </a:cubicBezTo>
                  <a:cubicBezTo>
                    <a:pt x="1800" y="2587"/>
                    <a:pt x="1655" y="2737"/>
                    <a:pt x="1410" y="2737"/>
                  </a:cubicBezTo>
                  <a:cubicBezTo>
                    <a:pt x="1153" y="2737"/>
                    <a:pt x="915" y="2636"/>
                    <a:pt x="759" y="2468"/>
                  </a:cubicBezTo>
                  <a:cubicBezTo>
                    <a:pt x="679" y="2378"/>
                    <a:pt x="570" y="2332"/>
                    <a:pt x="460" y="2332"/>
                  </a:cubicBezTo>
                  <a:cubicBezTo>
                    <a:pt x="361" y="2332"/>
                    <a:pt x="262" y="2369"/>
                    <a:pt x="183" y="2442"/>
                  </a:cubicBezTo>
                  <a:cubicBezTo>
                    <a:pt x="13" y="2593"/>
                    <a:pt x="1" y="2850"/>
                    <a:pt x="151" y="3020"/>
                  </a:cubicBezTo>
                  <a:cubicBezTo>
                    <a:pt x="464" y="3364"/>
                    <a:pt x="921" y="3558"/>
                    <a:pt x="1410" y="3558"/>
                  </a:cubicBezTo>
                  <a:cubicBezTo>
                    <a:pt x="2018" y="3558"/>
                    <a:pt x="2532" y="3170"/>
                    <a:pt x="2627" y="2630"/>
                  </a:cubicBezTo>
                  <a:cubicBezTo>
                    <a:pt x="2702" y="2223"/>
                    <a:pt x="2520" y="1690"/>
                    <a:pt x="1786" y="1421"/>
                  </a:cubicBezTo>
                  <a:cubicBezTo>
                    <a:pt x="1467" y="1302"/>
                    <a:pt x="1161" y="1170"/>
                    <a:pt x="1060" y="1126"/>
                  </a:cubicBezTo>
                  <a:cubicBezTo>
                    <a:pt x="1016" y="1089"/>
                    <a:pt x="1016" y="1045"/>
                    <a:pt x="1022" y="1019"/>
                  </a:cubicBezTo>
                  <a:cubicBezTo>
                    <a:pt x="1028" y="982"/>
                    <a:pt x="1054" y="895"/>
                    <a:pt x="1191" y="857"/>
                  </a:cubicBezTo>
                  <a:cubicBezTo>
                    <a:pt x="1267" y="834"/>
                    <a:pt x="1339" y="825"/>
                    <a:pt x="1405" y="825"/>
                  </a:cubicBezTo>
                  <a:cubicBezTo>
                    <a:pt x="1627" y="825"/>
                    <a:pt x="1784" y="929"/>
                    <a:pt x="1818" y="958"/>
                  </a:cubicBezTo>
                  <a:cubicBezTo>
                    <a:pt x="1900" y="1056"/>
                    <a:pt x="2020" y="1112"/>
                    <a:pt x="2143" y="1112"/>
                  </a:cubicBezTo>
                  <a:cubicBezTo>
                    <a:pt x="2207" y="1112"/>
                    <a:pt x="2272" y="1097"/>
                    <a:pt x="2332" y="1065"/>
                  </a:cubicBezTo>
                  <a:cubicBezTo>
                    <a:pt x="2532" y="958"/>
                    <a:pt x="2608" y="707"/>
                    <a:pt x="2501" y="507"/>
                  </a:cubicBezTo>
                  <a:cubicBezTo>
                    <a:pt x="2386" y="293"/>
                    <a:pt x="1950" y="0"/>
                    <a:pt x="14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53"/>
            <p:cNvSpPr/>
            <p:nvPr/>
          </p:nvSpPr>
          <p:spPr>
            <a:xfrm>
              <a:off x="730647" y="4130822"/>
              <a:ext cx="110718" cy="125603"/>
            </a:xfrm>
            <a:custGeom>
              <a:avLst/>
              <a:gdLst/>
              <a:ahLst/>
              <a:cxnLst/>
              <a:rect l="l" t="t" r="r" b="b"/>
              <a:pathLst>
                <a:path w="4106" h="4658" extrusionOk="0">
                  <a:moveTo>
                    <a:pt x="2049" y="822"/>
                  </a:moveTo>
                  <a:cubicBezTo>
                    <a:pt x="2350" y="822"/>
                    <a:pt x="2601" y="1067"/>
                    <a:pt x="2601" y="1368"/>
                  </a:cubicBezTo>
                  <a:cubicBezTo>
                    <a:pt x="2601" y="1675"/>
                    <a:pt x="2350" y="1918"/>
                    <a:pt x="2049" y="1918"/>
                  </a:cubicBezTo>
                  <a:cubicBezTo>
                    <a:pt x="1748" y="1918"/>
                    <a:pt x="1505" y="1675"/>
                    <a:pt x="1505" y="1368"/>
                  </a:cubicBezTo>
                  <a:cubicBezTo>
                    <a:pt x="1505" y="1067"/>
                    <a:pt x="1748" y="822"/>
                    <a:pt x="2049" y="822"/>
                  </a:cubicBezTo>
                  <a:close/>
                  <a:moveTo>
                    <a:pt x="2049" y="2740"/>
                  </a:moveTo>
                  <a:cubicBezTo>
                    <a:pt x="2683" y="2740"/>
                    <a:pt x="3209" y="3216"/>
                    <a:pt x="3278" y="3830"/>
                  </a:cubicBezTo>
                  <a:lnTo>
                    <a:pt x="828" y="3830"/>
                  </a:lnTo>
                  <a:cubicBezTo>
                    <a:pt x="896" y="3216"/>
                    <a:pt x="1416" y="2740"/>
                    <a:pt x="2049" y="2740"/>
                  </a:cubicBezTo>
                  <a:close/>
                  <a:moveTo>
                    <a:pt x="2049" y="0"/>
                  </a:moveTo>
                  <a:cubicBezTo>
                    <a:pt x="1297" y="0"/>
                    <a:pt x="683" y="616"/>
                    <a:pt x="683" y="1368"/>
                  </a:cubicBezTo>
                  <a:cubicBezTo>
                    <a:pt x="683" y="1693"/>
                    <a:pt x="796" y="1987"/>
                    <a:pt x="978" y="2219"/>
                  </a:cubicBezTo>
                  <a:cubicBezTo>
                    <a:pt x="389" y="2583"/>
                    <a:pt x="1" y="3228"/>
                    <a:pt x="1" y="3968"/>
                  </a:cubicBezTo>
                  <a:lnTo>
                    <a:pt x="1" y="4244"/>
                  </a:lnTo>
                  <a:cubicBezTo>
                    <a:pt x="1" y="4469"/>
                    <a:pt x="181" y="4657"/>
                    <a:pt x="407" y="4657"/>
                  </a:cubicBezTo>
                  <a:lnTo>
                    <a:pt x="3692" y="4657"/>
                  </a:lnTo>
                  <a:cubicBezTo>
                    <a:pt x="3923" y="4657"/>
                    <a:pt x="4105" y="4469"/>
                    <a:pt x="4105" y="4244"/>
                  </a:cubicBezTo>
                  <a:lnTo>
                    <a:pt x="4105" y="3968"/>
                  </a:lnTo>
                  <a:cubicBezTo>
                    <a:pt x="4105" y="3228"/>
                    <a:pt x="3710" y="2583"/>
                    <a:pt x="3122" y="2219"/>
                  </a:cubicBezTo>
                  <a:cubicBezTo>
                    <a:pt x="3310" y="1987"/>
                    <a:pt x="3423" y="1693"/>
                    <a:pt x="3423" y="1368"/>
                  </a:cubicBezTo>
                  <a:cubicBezTo>
                    <a:pt x="3423" y="616"/>
                    <a:pt x="2807" y="0"/>
                    <a:pt x="20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53"/>
            <p:cNvSpPr/>
            <p:nvPr/>
          </p:nvSpPr>
          <p:spPr>
            <a:xfrm>
              <a:off x="1062883" y="4234098"/>
              <a:ext cx="22165" cy="22327"/>
            </a:xfrm>
            <a:custGeom>
              <a:avLst/>
              <a:gdLst/>
              <a:ahLst/>
              <a:cxnLst/>
              <a:rect l="l" t="t" r="r" b="b"/>
              <a:pathLst>
                <a:path w="822" h="828" extrusionOk="0">
                  <a:moveTo>
                    <a:pt x="408" y="0"/>
                  </a:moveTo>
                  <a:cubicBezTo>
                    <a:pt x="182" y="0"/>
                    <a:pt x="0" y="188"/>
                    <a:pt x="0" y="414"/>
                  </a:cubicBezTo>
                  <a:cubicBezTo>
                    <a:pt x="0" y="639"/>
                    <a:pt x="182" y="827"/>
                    <a:pt x="408" y="827"/>
                  </a:cubicBezTo>
                  <a:cubicBezTo>
                    <a:pt x="633" y="827"/>
                    <a:pt x="821" y="639"/>
                    <a:pt x="821" y="414"/>
                  </a:cubicBezTo>
                  <a:cubicBezTo>
                    <a:pt x="821" y="188"/>
                    <a:pt x="633" y="0"/>
                    <a:pt x="4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53"/>
            <p:cNvSpPr/>
            <p:nvPr/>
          </p:nvSpPr>
          <p:spPr>
            <a:xfrm>
              <a:off x="1039073" y="4130822"/>
              <a:ext cx="69812" cy="88661"/>
            </a:xfrm>
            <a:custGeom>
              <a:avLst/>
              <a:gdLst/>
              <a:ahLst/>
              <a:cxnLst/>
              <a:rect l="l" t="t" r="r" b="b"/>
              <a:pathLst>
                <a:path w="2589" h="3288" extrusionOk="0">
                  <a:moveTo>
                    <a:pt x="1292" y="0"/>
                  </a:moveTo>
                  <a:cubicBezTo>
                    <a:pt x="650" y="0"/>
                    <a:pt x="106" y="473"/>
                    <a:pt x="18" y="1105"/>
                  </a:cubicBezTo>
                  <a:cubicBezTo>
                    <a:pt x="12" y="1160"/>
                    <a:pt x="6" y="1211"/>
                    <a:pt x="6" y="1267"/>
                  </a:cubicBezTo>
                  <a:cubicBezTo>
                    <a:pt x="0" y="1481"/>
                    <a:pt x="169" y="1675"/>
                    <a:pt x="382" y="1693"/>
                  </a:cubicBezTo>
                  <a:cubicBezTo>
                    <a:pt x="394" y="1694"/>
                    <a:pt x="406" y="1694"/>
                    <a:pt x="417" y="1694"/>
                  </a:cubicBezTo>
                  <a:cubicBezTo>
                    <a:pt x="645" y="1694"/>
                    <a:pt x="828" y="1513"/>
                    <a:pt x="828" y="1287"/>
                  </a:cubicBezTo>
                  <a:cubicBezTo>
                    <a:pt x="828" y="1261"/>
                    <a:pt x="828" y="1241"/>
                    <a:pt x="834" y="1217"/>
                  </a:cubicBezTo>
                  <a:cubicBezTo>
                    <a:pt x="865" y="992"/>
                    <a:pt x="1059" y="822"/>
                    <a:pt x="1291" y="822"/>
                  </a:cubicBezTo>
                  <a:lnTo>
                    <a:pt x="1297" y="822"/>
                  </a:lnTo>
                  <a:cubicBezTo>
                    <a:pt x="1542" y="828"/>
                    <a:pt x="1736" y="1016"/>
                    <a:pt x="1748" y="1261"/>
                  </a:cubicBezTo>
                  <a:cubicBezTo>
                    <a:pt x="1754" y="1386"/>
                    <a:pt x="1710" y="1512"/>
                    <a:pt x="1623" y="1605"/>
                  </a:cubicBezTo>
                  <a:cubicBezTo>
                    <a:pt x="1536" y="1693"/>
                    <a:pt x="1416" y="1750"/>
                    <a:pt x="1285" y="1750"/>
                  </a:cubicBezTo>
                  <a:cubicBezTo>
                    <a:pt x="1281" y="1750"/>
                    <a:pt x="1278" y="1750"/>
                    <a:pt x="1274" y="1750"/>
                  </a:cubicBezTo>
                  <a:cubicBezTo>
                    <a:pt x="1054" y="1750"/>
                    <a:pt x="877" y="1935"/>
                    <a:pt x="877" y="2157"/>
                  </a:cubicBezTo>
                  <a:lnTo>
                    <a:pt x="877" y="2866"/>
                  </a:lnTo>
                  <a:cubicBezTo>
                    <a:pt x="877" y="3078"/>
                    <a:pt x="1034" y="3260"/>
                    <a:pt x="1241" y="3286"/>
                  </a:cubicBezTo>
                  <a:cubicBezTo>
                    <a:pt x="1255" y="3287"/>
                    <a:pt x="1269" y="3288"/>
                    <a:pt x="1283" y="3288"/>
                  </a:cubicBezTo>
                  <a:cubicBezTo>
                    <a:pt x="1514" y="3288"/>
                    <a:pt x="1698" y="3102"/>
                    <a:pt x="1698" y="2878"/>
                  </a:cubicBezTo>
                  <a:lnTo>
                    <a:pt x="1698" y="2502"/>
                  </a:lnTo>
                  <a:cubicBezTo>
                    <a:pt x="1892" y="2433"/>
                    <a:pt x="2074" y="2320"/>
                    <a:pt x="2219" y="2169"/>
                  </a:cubicBezTo>
                  <a:cubicBezTo>
                    <a:pt x="2463" y="1912"/>
                    <a:pt x="2589" y="1574"/>
                    <a:pt x="2569" y="1217"/>
                  </a:cubicBezTo>
                  <a:cubicBezTo>
                    <a:pt x="2538" y="547"/>
                    <a:pt x="1987" y="14"/>
                    <a:pt x="1316" y="0"/>
                  </a:cubicBezTo>
                  <a:cubicBezTo>
                    <a:pt x="1308" y="0"/>
                    <a:pt x="1300" y="0"/>
                    <a:pt x="12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53"/>
            <p:cNvSpPr/>
            <p:nvPr/>
          </p:nvSpPr>
          <p:spPr>
            <a:xfrm>
              <a:off x="971984" y="4372994"/>
              <a:ext cx="22138" cy="22192"/>
            </a:xfrm>
            <a:custGeom>
              <a:avLst/>
              <a:gdLst/>
              <a:ahLst/>
              <a:cxnLst/>
              <a:rect l="l" t="t" r="r" b="b"/>
              <a:pathLst>
                <a:path w="821" h="823" extrusionOk="0">
                  <a:moveTo>
                    <a:pt x="406" y="1"/>
                  </a:moveTo>
                  <a:cubicBezTo>
                    <a:pt x="181" y="1"/>
                    <a:pt x="0" y="183"/>
                    <a:pt x="0" y="408"/>
                  </a:cubicBezTo>
                  <a:cubicBezTo>
                    <a:pt x="0" y="634"/>
                    <a:pt x="181" y="822"/>
                    <a:pt x="406" y="822"/>
                  </a:cubicBezTo>
                  <a:cubicBezTo>
                    <a:pt x="640" y="822"/>
                    <a:pt x="820" y="634"/>
                    <a:pt x="820" y="408"/>
                  </a:cubicBezTo>
                  <a:cubicBezTo>
                    <a:pt x="820" y="183"/>
                    <a:pt x="640" y="1"/>
                    <a:pt x="4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53"/>
            <p:cNvSpPr/>
            <p:nvPr/>
          </p:nvSpPr>
          <p:spPr>
            <a:xfrm>
              <a:off x="1016233" y="4372994"/>
              <a:ext cx="22165" cy="22192"/>
            </a:xfrm>
            <a:custGeom>
              <a:avLst/>
              <a:gdLst/>
              <a:ahLst/>
              <a:cxnLst/>
              <a:rect l="l" t="t" r="r" b="b"/>
              <a:pathLst>
                <a:path w="822" h="823" extrusionOk="0">
                  <a:moveTo>
                    <a:pt x="414" y="1"/>
                  </a:moveTo>
                  <a:cubicBezTo>
                    <a:pt x="182" y="1"/>
                    <a:pt x="0" y="183"/>
                    <a:pt x="0" y="408"/>
                  </a:cubicBezTo>
                  <a:cubicBezTo>
                    <a:pt x="0" y="634"/>
                    <a:pt x="182" y="822"/>
                    <a:pt x="414" y="822"/>
                  </a:cubicBezTo>
                  <a:cubicBezTo>
                    <a:pt x="640" y="822"/>
                    <a:pt x="822" y="634"/>
                    <a:pt x="822" y="408"/>
                  </a:cubicBezTo>
                  <a:cubicBezTo>
                    <a:pt x="822" y="183"/>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53"/>
            <p:cNvSpPr/>
            <p:nvPr/>
          </p:nvSpPr>
          <p:spPr>
            <a:xfrm>
              <a:off x="800783" y="4350856"/>
              <a:ext cx="66415" cy="66469"/>
            </a:xfrm>
            <a:custGeom>
              <a:avLst/>
              <a:gdLst/>
              <a:ahLst/>
              <a:cxnLst/>
              <a:rect l="l" t="t" r="r" b="b"/>
              <a:pathLst>
                <a:path w="2463" h="2465" extrusionOk="0">
                  <a:moveTo>
                    <a:pt x="1228" y="1"/>
                  </a:moveTo>
                  <a:cubicBezTo>
                    <a:pt x="1002" y="1"/>
                    <a:pt x="822" y="183"/>
                    <a:pt x="822" y="408"/>
                  </a:cubicBezTo>
                  <a:lnTo>
                    <a:pt x="822" y="822"/>
                  </a:lnTo>
                  <a:lnTo>
                    <a:pt x="408" y="822"/>
                  </a:lnTo>
                  <a:cubicBezTo>
                    <a:pt x="182" y="822"/>
                    <a:pt x="0" y="1004"/>
                    <a:pt x="0" y="1229"/>
                  </a:cubicBezTo>
                  <a:cubicBezTo>
                    <a:pt x="0" y="1455"/>
                    <a:pt x="182" y="1643"/>
                    <a:pt x="408" y="1643"/>
                  </a:cubicBezTo>
                  <a:lnTo>
                    <a:pt x="822" y="1643"/>
                  </a:lnTo>
                  <a:lnTo>
                    <a:pt x="822" y="2051"/>
                  </a:lnTo>
                  <a:cubicBezTo>
                    <a:pt x="822" y="2276"/>
                    <a:pt x="1002" y="2464"/>
                    <a:pt x="1228" y="2464"/>
                  </a:cubicBezTo>
                  <a:cubicBezTo>
                    <a:pt x="1453" y="2464"/>
                    <a:pt x="1641" y="2276"/>
                    <a:pt x="1641" y="2051"/>
                  </a:cubicBezTo>
                  <a:lnTo>
                    <a:pt x="1641" y="1643"/>
                  </a:lnTo>
                  <a:lnTo>
                    <a:pt x="2049" y="1643"/>
                  </a:lnTo>
                  <a:cubicBezTo>
                    <a:pt x="2275" y="1643"/>
                    <a:pt x="2463" y="1455"/>
                    <a:pt x="2463" y="1229"/>
                  </a:cubicBezTo>
                  <a:cubicBezTo>
                    <a:pt x="2463" y="1004"/>
                    <a:pt x="2275" y="822"/>
                    <a:pt x="2049" y="822"/>
                  </a:cubicBezTo>
                  <a:lnTo>
                    <a:pt x="1641" y="822"/>
                  </a:lnTo>
                  <a:lnTo>
                    <a:pt x="1641" y="408"/>
                  </a:lnTo>
                  <a:cubicBezTo>
                    <a:pt x="1641" y="183"/>
                    <a:pt x="1453" y="1"/>
                    <a:pt x="12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53"/>
            <p:cNvSpPr/>
            <p:nvPr/>
          </p:nvSpPr>
          <p:spPr>
            <a:xfrm>
              <a:off x="730647" y="4291021"/>
              <a:ext cx="377888" cy="217715"/>
            </a:xfrm>
            <a:custGeom>
              <a:avLst/>
              <a:gdLst/>
              <a:ahLst/>
              <a:cxnLst/>
              <a:rect l="l" t="t" r="r" b="b"/>
              <a:pathLst>
                <a:path w="14014" h="8074" extrusionOk="0">
                  <a:moveTo>
                    <a:pt x="5333" y="5748"/>
                  </a:moveTo>
                  <a:cubicBezTo>
                    <a:pt x="5566" y="5748"/>
                    <a:pt x="5746" y="5930"/>
                    <a:pt x="5746" y="6156"/>
                  </a:cubicBezTo>
                  <a:cubicBezTo>
                    <a:pt x="5746" y="6388"/>
                    <a:pt x="5566" y="6570"/>
                    <a:pt x="5333" y="6570"/>
                  </a:cubicBezTo>
                  <a:cubicBezTo>
                    <a:pt x="5107" y="6570"/>
                    <a:pt x="4927" y="6388"/>
                    <a:pt x="4927" y="6156"/>
                  </a:cubicBezTo>
                  <a:cubicBezTo>
                    <a:pt x="4927" y="5930"/>
                    <a:pt x="5107" y="5748"/>
                    <a:pt x="5333" y="5748"/>
                  </a:cubicBezTo>
                  <a:close/>
                  <a:moveTo>
                    <a:pt x="8674" y="5748"/>
                  </a:moveTo>
                  <a:cubicBezTo>
                    <a:pt x="8899" y="5748"/>
                    <a:pt x="9087" y="5930"/>
                    <a:pt x="9087" y="6156"/>
                  </a:cubicBezTo>
                  <a:cubicBezTo>
                    <a:pt x="9087" y="6388"/>
                    <a:pt x="8899" y="6570"/>
                    <a:pt x="8674" y="6570"/>
                  </a:cubicBezTo>
                  <a:cubicBezTo>
                    <a:pt x="8448" y="6570"/>
                    <a:pt x="8266" y="6388"/>
                    <a:pt x="8266" y="6156"/>
                  </a:cubicBezTo>
                  <a:cubicBezTo>
                    <a:pt x="8266" y="5930"/>
                    <a:pt x="8448" y="5748"/>
                    <a:pt x="8674" y="5748"/>
                  </a:cubicBezTo>
                  <a:close/>
                  <a:moveTo>
                    <a:pt x="10573" y="822"/>
                  </a:moveTo>
                  <a:cubicBezTo>
                    <a:pt x="10999" y="822"/>
                    <a:pt x="11375" y="1073"/>
                    <a:pt x="11538" y="1467"/>
                  </a:cubicBezTo>
                  <a:lnTo>
                    <a:pt x="12948" y="4953"/>
                  </a:lnTo>
                  <a:cubicBezTo>
                    <a:pt x="13111" y="5354"/>
                    <a:pt x="13192" y="5774"/>
                    <a:pt x="13192" y="6200"/>
                  </a:cubicBezTo>
                  <a:cubicBezTo>
                    <a:pt x="13192" y="6783"/>
                    <a:pt x="12723" y="7252"/>
                    <a:pt x="12139" y="7252"/>
                  </a:cubicBezTo>
                  <a:cubicBezTo>
                    <a:pt x="11927" y="7252"/>
                    <a:pt x="11720" y="7191"/>
                    <a:pt x="11545" y="7070"/>
                  </a:cubicBezTo>
                  <a:lnTo>
                    <a:pt x="9883" y="5930"/>
                  </a:lnTo>
                  <a:cubicBezTo>
                    <a:pt x="9778" y="5360"/>
                    <a:pt x="9275" y="4927"/>
                    <a:pt x="8674" y="4927"/>
                  </a:cubicBezTo>
                  <a:cubicBezTo>
                    <a:pt x="8141" y="4927"/>
                    <a:pt x="7684" y="5273"/>
                    <a:pt x="7514" y="5748"/>
                  </a:cubicBezTo>
                  <a:lnTo>
                    <a:pt x="6499" y="5748"/>
                  </a:lnTo>
                  <a:cubicBezTo>
                    <a:pt x="6330" y="5273"/>
                    <a:pt x="5873" y="4927"/>
                    <a:pt x="5333" y="4927"/>
                  </a:cubicBezTo>
                  <a:cubicBezTo>
                    <a:pt x="4739" y="4927"/>
                    <a:pt x="4236" y="5360"/>
                    <a:pt x="4124" y="5930"/>
                  </a:cubicBezTo>
                  <a:lnTo>
                    <a:pt x="2469" y="7070"/>
                  </a:lnTo>
                  <a:cubicBezTo>
                    <a:pt x="2287" y="7191"/>
                    <a:pt x="2087" y="7252"/>
                    <a:pt x="1873" y="7252"/>
                  </a:cubicBezTo>
                  <a:cubicBezTo>
                    <a:pt x="1291" y="7252"/>
                    <a:pt x="820" y="6783"/>
                    <a:pt x="820" y="6200"/>
                  </a:cubicBezTo>
                  <a:cubicBezTo>
                    <a:pt x="820" y="5774"/>
                    <a:pt x="903" y="5354"/>
                    <a:pt x="1066" y="4953"/>
                  </a:cubicBezTo>
                  <a:lnTo>
                    <a:pt x="2475" y="1467"/>
                  </a:lnTo>
                  <a:cubicBezTo>
                    <a:pt x="2633" y="1073"/>
                    <a:pt x="3015" y="822"/>
                    <a:pt x="3441" y="822"/>
                  </a:cubicBezTo>
                  <a:cubicBezTo>
                    <a:pt x="3799" y="822"/>
                    <a:pt x="4130" y="1004"/>
                    <a:pt x="4318" y="1305"/>
                  </a:cubicBezTo>
                  <a:cubicBezTo>
                    <a:pt x="4506" y="1606"/>
                    <a:pt x="4826" y="1782"/>
                    <a:pt x="5170" y="1782"/>
                  </a:cubicBezTo>
                  <a:lnTo>
                    <a:pt x="8838" y="1782"/>
                  </a:lnTo>
                  <a:cubicBezTo>
                    <a:pt x="9188" y="1782"/>
                    <a:pt x="9507" y="1606"/>
                    <a:pt x="9689" y="1305"/>
                  </a:cubicBezTo>
                  <a:cubicBezTo>
                    <a:pt x="9883" y="1004"/>
                    <a:pt x="10209" y="822"/>
                    <a:pt x="10573" y="822"/>
                  </a:cubicBezTo>
                  <a:close/>
                  <a:moveTo>
                    <a:pt x="3441" y="1"/>
                  </a:moveTo>
                  <a:cubicBezTo>
                    <a:pt x="2676" y="1"/>
                    <a:pt x="2000" y="460"/>
                    <a:pt x="1717" y="1161"/>
                  </a:cubicBezTo>
                  <a:lnTo>
                    <a:pt x="301" y="4646"/>
                  </a:lnTo>
                  <a:cubicBezTo>
                    <a:pt x="100" y="5141"/>
                    <a:pt x="1" y="5667"/>
                    <a:pt x="1" y="6200"/>
                  </a:cubicBezTo>
                  <a:cubicBezTo>
                    <a:pt x="1" y="7234"/>
                    <a:pt x="840" y="8074"/>
                    <a:pt x="1873" y="8074"/>
                  </a:cubicBezTo>
                  <a:cubicBezTo>
                    <a:pt x="2249" y="8074"/>
                    <a:pt x="2619" y="7961"/>
                    <a:pt x="2934" y="7747"/>
                  </a:cubicBezTo>
                  <a:lnTo>
                    <a:pt x="4293" y="6807"/>
                  </a:lnTo>
                  <a:cubicBezTo>
                    <a:pt x="4513" y="7159"/>
                    <a:pt x="4895" y="7391"/>
                    <a:pt x="5333" y="7391"/>
                  </a:cubicBezTo>
                  <a:cubicBezTo>
                    <a:pt x="5873" y="7391"/>
                    <a:pt x="6330" y="7046"/>
                    <a:pt x="6499" y="6570"/>
                  </a:cubicBezTo>
                  <a:lnTo>
                    <a:pt x="7514" y="6570"/>
                  </a:lnTo>
                  <a:cubicBezTo>
                    <a:pt x="7684" y="7046"/>
                    <a:pt x="8141" y="7391"/>
                    <a:pt x="8674" y="7391"/>
                  </a:cubicBezTo>
                  <a:cubicBezTo>
                    <a:pt x="9113" y="7391"/>
                    <a:pt x="9501" y="7159"/>
                    <a:pt x="9720" y="6807"/>
                  </a:cubicBezTo>
                  <a:lnTo>
                    <a:pt x="11080" y="7747"/>
                  </a:lnTo>
                  <a:cubicBezTo>
                    <a:pt x="11395" y="7961"/>
                    <a:pt x="11757" y="8074"/>
                    <a:pt x="12139" y="8074"/>
                  </a:cubicBezTo>
                  <a:cubicBezTo>
                    <a:pt x="13174" y="8074"/>
                    <a:pt x="14013" y="7234"/>
                    <a:pt x="14013" y="6200"/>
                  </a:cubicBezTo>
                  <a:cubicBezTo>
                    <a:pt x="14013" y="5667"/>
                    <a:pt x="13914" y="5141"/>
                    <a:pt x="13713" y="4646"/>
                  </a:cubicBezTo>
                  <a:lnTo>
                    <a:pt x="12297" y="1161"/>
                  </a:lnTo>
                  <a:cubicBezTo>
                    <a:pt x="12014" y="460"/>
                    <a:pt x="11331" y="1"/>
                    <a:pt x="10573" y="1"/>
                  </a:cubicBezTo>
                  <a:cubicBezTo>
                    <a:pt x="9928" y="1"/>
                    <a:pt x="9338" y="327"/>
                    <a:pt x="8994" y="873"/>
                  </a:cubicBezTo>
                  <a:cubicBezTo>
                    <a:pt x="8962" y="923"/>
                    <a:pt x="8905" y="961"/>
                    <a:pt x="8838" y="961"/>
                  </a:cubicBezTo>
                  <a:lnTo>
                    <a:pt x="5170" y="961"/>
                  </a:lnTo>
                  <a:cubicBezTo>
                    <a:pt x="5107" y="961"/>
                    <a:pt x="5052" y="923"/>
                    <a:pt x="5014" y="873"/>
                  </a:cubicBezTo>
                  <a:cubicBezTo>
                    <a:pt x="4676" y="327"/>
                    <a:pt x="4086" y="1"/>
                    <a:pt x="34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 name="Google Shape;939;p53"/>
          <p:cNvGrpSpPr/>
          <p:nvPr/>
        </p:nvGrpSpPr>
        <p:grpSpPr>
          <a:xfrm>
            <a:off x="730660" y="3241717"/>
            <a:ext cx="377941" cy="377888"/>
            <a:chOff x="761872" y="3525673"/>
            <a:chExt cx="377941" cy="377888"/>
          </a:xfrm>
        </p:grpSpPr>
        <p:sp>
          <p:nvSpPr>
            <p:cNvPr id="940" name="Google Shape;940;p53"/>
            <p:cNvSpPr/>
            <p:nvPr/>
          </p:nvSpPr>
          <p:spPr>
            <a:xfrm>
              <a:off x="806176" y="3658503"/>
              <a:ext cx="132857" cy="22138"/>
            </a:xfrm>
            <a:custGeom>
              <a:avLst/>
              <a:gdLst/>
              <a:ahLst/>
              <a:cxnLst/>
              <a:rect l="l" t="t" r="r" b="b"/>
              <a:pathLst>
                <a:path w="4927" h="821" extrusionOk="0">
                  <a:moveTo>
                    <a:pt x="414" y="1"/>
                  </a:moveTo>
                  <a:cubicBezTo>
                    <a:pt x="182" y="1"/>
                    <a:pt x="0" y="181"/>
                    <a:pt x="0" y="407"/>
                  </a:cubicBezTo>
                  <a:cubicBezTo>
                    <a:pt x="0" y="632"/>
                    <a:pt x="182" y="820"/>
                    <a:pt x="414" y="820"/>
                  </a:cubicBezTo>
                  <a:lnTo>
                    <a:pt x="4519" y="820"/>
                  </a:lnTo>
                  <a:cubicBezTo>
                    <a:pt x="4744" y="820"/>
                    <a:pt x="4926" y="632"/>
                    <a:pt x="4926" y="407"/>
                  </a:cubicBezTo>
                  <a:cubicBezTo>
                    <a:pt x="4926" y="181"/>
                    <a:pt x="4744" y="1"/>
                    <a:pt x="45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53"/>
            <p:cNvSpPr/>
            <p:nvPr/>
          </p:nvSpPr>
          <p:spPr>
            <a:xfrm>
              <a:off x="1073372" y="3658503"/>
              <a:ext cx="22138" cy="22138"/>
            </a:xfrm>
            <a:custGeom>
              <a:avLst/>
              <a:gdLst/>
              <a:ahLst/>
              <a:cxnLst/>
              <a:rect l="l" t="t" r="r" b="b"/>
              <a:pathLst>
                <a:path w="821" h="821" extrusionOk="0">
                  <a:moveTo>
                    <a:pt x="414" y="1"/>
                  </a:moveTo>
                  <a:cubicBezTo>
                    <a:pt x="181" y="1"/>
                    <a:pt x="1" y="181"/>
                    <a:pt x="1" y="407"/>
                  </a:cubicBezTo>
                  <a:cubicBezTo>
                    <a:pt x="1" y="632"/>
                    <a:pt x="181" y="820"/>
                    <a:pt x="414" y="820"/>
                  </a:cubicBezTo>
                  <a:cubicBezTo>
                    <a:pt x="640" y="820"/>
                    <a:pt x="821" y="632"/>
                    <a:pt x="821" y="407"/>
                  </a:cubicBezTo>
                  <a:cubicBezTo>
                    <a:pt x="821" y="181"/>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53"/>
            <p:cNvSpPr/>
            <p:nvPr/>
          </p:nvSpPr>
          <p:spPr>
            <a:xfrm>
              <a:off x="1029096" y="3658503"/>
              <a:ext cx="22165" cy="22138"/>
            </a:xfrm>
            <a:custGeom>
              <a:avLst/>
              <a:gdLst/>
              <a:ahLst/>
              <a:cxnLst/>
              <a:rect l="l" t="t" r="r" b="b"/>
              <a:pathLst>
                <a:path w="822" h="821" extrusionOk="0">
                  <a:moveTo>
                    <a:pt x="414" y="1"/>
                  </a:moveTo>
                  <a:cubicBezTo>
                    <a:pt x="182" y="1"/>
                    <a:pt x="0" y="181"/>
                    <a:pt x="0" y="407"/>
                  </a:cubicBezTo>
                  <a:cubicBezTo>
                    <a:pt x="0" y="632"/>
                    <a:pt x="182" y="820"/>
                    <a:pt x="414" y="820"/>
                  </a:cubicBezTo>
                  <a:cubicBezTo>
                    <a:pt x="639" y="820"/>
                    <a:pt x="821" y="632"/>
                    <a:pt x="821" y="407"/>
                  </a:cubicBezTo>
                  <a:cubicBezTo>
                    <a:pt x="821" y="181"/>
                    <a:pt x="639"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53"/>
            <p:cNvSpPr/>
            <p:nvPr/>
          </p:nvSpPr>
          <p:spPr>
            <a:xfrm>
              <a:off x="984792" y="3658503"/>
              <a:ext cx="22165" cy="22138"/>
            </a:xfrm>
            <a:custGeom>
              <a:avLst/>
              <a:gdLst/>
              <a:ahLst/>
              <a:cxnLst/>
              <a:rect l="l" t="t" r="r" b="b"/>
              <a:pathLst>
                <a:path w="822" h="821" extrusionOk="0">
                  <a:moveTo>
                    <a:pt x="414" y="1"/>
                  </a:moveTo>
                  <a:cubicBezTo>
                    <a:pt x="183" y="1"/>
                    <a:pt x="1" y="181"/>
                    <a:pt x="1" y="407"/>
                  </a:cubicBezTo>
                  <a:cubicBezTo>
                    <a:pt x="1" y="632"/>
                    <a:pt x="183" y="820"/>
                    <a:pt x="414" y="820"/>
                  </a:cubicBezTo>
                  <a:cubicBezTo>
                    <a:pt x="640" y="820"/>
                    <a:pt x="822" y="632"/>
                    <a:pt x="822" y="407"/>
                  </a:cubicBezTo>
                  <a:cubicBezTo>
                    <a:pt x="822" y="181"/>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53"/>
            <p:cNvSpPr/>
            <p:nvPr/>
          </p:nvSpPr>
          <p:spPr>
            <a:xfrm>
              <a:off x="761872" y="3525673"/>
              <a:ext cx="377941" cy="377888"/>
            </a:xfrm>
            <a:custGeom>
              <a:avLst/>
              <a:gdLst/>
              <a:ahLst/>
              <a:cxnLst/>
              <a:rect l="l" t="t" r="r" b="b"/>
              <a:pathLst>
                <a:path w="14016" h="14014" extrusionOk="0">
                  <a:moveTo>
                    <a:pt x="12786" y="820"/>
                  </a:moveTo>
                  <a:cubicBezTo>
                    <a:pt x="13012" y="820"/>
                    <a:pt x="13194" y="1002"/>
                    <a:pt x="13194" y="1228"/>
                  </a:cubicBezTo>
                  <a:lnTo>
                    <a:pt x="13194" y="2870"/>
                  </a:lnTo>
                  <a:cubicBezTo>
                    <a:pt x="13194" y="3096"/>
                    <a:pt x="13012" y="3284"/>
                    <a:pt x="12786" y="3284"/>
                  </a:cubicBezTo>
                  <a:lnTo>
                    <a:pt x="1236" y="3284"/>
                  </a:lnTo>
                  <a:cubicBezTo>
                    <a:pt x="1004" y="3284"/>
                    <a:pt x="822" y="3096"/>
                    <a:pt x="822" y="2870"/>
                  </a:cubicBezTo>
                  <a:lnTo>
                    <a:pt x="822" y="1228"/>
                  </a:lnTo>
                  <a:cubicBezTo>
                    <a:pt x="822" y="1002"/>
                    <a:pt x="1004" y="820"/>
                    <a:pt x="1236" y="820"/>
                  </a:cubicBezTo>
                  <a:close/>
                  <a:moveTo>
                    <a:pt x="12786" y="4105"/>
                  </a:moveTo>
                  <a:cubicBezTo>
                    <a:pt x="13012" y="4105"/>
                    <a:pt x="13194" y="4287"/>
                    <a:pt x="13194" y="4513"/>
                  </a:cubicBezTo>
                  <a:lnTo>
                    <a:pt x="13194" y="6154"/>
                  </a:lnTo>
                  <a:cubicBezTo>
                    <a:pt x="13194" y="6380"/>
                    <a:pt x="13012" y="6568"/>
                    <a:pt x="12786" y="6568"/>
                  </a:cubicBezTo>
                  <a:lnTo>
                    <a:pt x="1236" y="6568"/>
                  </a:lnTo>
                  <a:cubicBezTo>
                    <a:pt x="1004" y="6568"/>
                    <a:pt x="822" y="6380"/>
                    <a:pt x="822" y="6154"/>
                  </a:cubicBezTo>
                  <a:lnTo>
                    <a:pt x="822" y="4513"/>
                  </a:lnTo>
                  <a:cubicBezTo>
                    <a:pt x="822" y="4287"/>
                    <a:pt x="1004" y="4105"/>
                    <a:pt x="1236" y="4105"/>
                  </a:cubicBezTo>
                  <a:close/>
                  <a:moveTo>
                    <a:pt x="3937" y="10999"/>
                  </a:moveTo>
                  <a:cubicBezTo>
                    <a:pt x="4250" y="10999"/>
                    <a:pt x="4527" y="11212"/>
                    <a:pt x="4602" y="11519"/>
                  </a:cubicBezTo>
                  <a:lnTo>
                    <a:pt x="4921" y="12792"/>
                  </a:lnTo>
                  <a:cubicBezTo>
                    <a:pt x="4927" y="12816"/>
                    <a:pt x="4927" y="12841"/>
                    <a:pt x="4927" y="12873"/>
                  </a:cubicBezTo>
                  <a:cubicBezTo>
                    <a:pt x="4927" y="13049"/>
                    <a:pt x="4784" y="13192"/>
                    <a:pt x="4608" y="13192"/>
                  </a:cubicBezTo>
                  <a:cubicBezTo>
                    <a:pt x="4527" y="13192"/>
                    <a:pt x="4452" y="13148"/>
                    <a:pt x="4408" y="13079"/>
                  </a:cubicBezTo>
                  <a:lnTo>
                    <a:pt x="3856" y="12153"/>
                  </a:lnTo>
                  <a:cubicBezTo>
                    <a:pt x="3731" y="11951"/>
                    <a:pt x="3505" y="11820"/>
                    <a:pt x="3266" y="11820"/>
                  </a:cubicBezTo>
                  <a:lnTo>
                    <a:pt x="2483" y="11820"/>
                  </a:lnTo>
                  <a:cubicBezTo>
                    <a:pt x="2245" y="11820"/>
                    <a:pt x="2019" y="11951"/>
                    <a:pt x="1895" y="12153"/>
                  </a:cubicBezTo>
                  <a:lnTo>
                    <a:pt x="1343" y="13079"/>
                  </a:lnTo>
                  <a:cubicBezTo>
                    <a:pt x="1299" y="13148"/>
                    <a:pt x="1224" y="13192"/>
                    <a:pt x="1142" y="13192"/>
                  </a:cubicBezTo>
                  <a:cubicBezTo>
                    <a:pt x="966" y="13192"/>
                    <a:pt x="822" y="13049"/>
                    <a:pt x="822" y="12873"/>
                  </a:cubicBezTo>
                  <a:cubicBezTo>
                    <a:pt x="822" y="12841"/>
                    <a:pt x="828" y="12816"/>
                    <a:pt x="836" y="12792"/>
                  </a:cubicBezTo>
                  <a:lnTo>
                    <a:pt x="1148" y="11519"/>
                  </a:lnTo>
                  <a:cubicBezTo>
                    <a:pt x="1230" y="11212"/>
                    <a:pt x="1499" y="10999"/>
                    <a:pt x="1813" y="10999"/>
                  </a:cubicBezTo>
                  <a:close/>
                  <a:moveTo>
                    <a:pt x="12204" y="10999"/>
                  </a:moveTo>
                  <a:cubicBezTo>
                    <a:pt x="12517" y="10999"/>
                    <a:pt x="12794" y="11212"/>
                    <a:pt x="12869" y="11519"/>
                  </a:cubicBezTo>
                  <a:lnTo>
                    <a:pt x="13188" y="12792"/>
                  </a:lnTo>
                  <a:cubicBezTo>
                    <a:pt x="13194" y="12816"/>
                    <a:pt x="13194" y="12841"/>
                    <a:pt x="13194" y="12873"/>
                  </a:cubicBezTo>
                  <a:cubicBezTo>
                    <a:pt x="13194" y="13049"/>
                    <a:pt x="13049" y="13192"/>
                    <a:pt x="12875" y="13192"/>
                  </a:cubicBezTo>
                  <a:cubicBezTo>
                    <a:pt x="12794" y="13192"/>
                    <a:pt x="12718" y="13148"/>
                    <a:pt x="12673" y="13079"/>
                  </a:cubicBezTo>
                  <a:lnTo>
                    <a:pt x="12123" y="12153"/>
                  </a:lnTo>
                  <a:cubicBezTo>
                    <a:pt x="11996" y="11951"/>
                    <a:pt x="11771" y="11820"/>
                    <a:pt x="11533" y="11820"/>
                  </a:cubicBezTo>
                  <a:lnTo>
                    <a:pt x="10750" y="11820"/>
                  </a:lnTo>
                  <a:cubicBezTo>
                    <a:pt x="10512" y="11820"/>
                    <a:pt x="10286" y="11951"/>
                    <a:pt x="10161" y="12153"/>
                  </a:cubicBezTo>
                  <a:lnTo>
                    <a:pt x="9609" y="13079"/>
                  </a:lnTo>
                  <a:cubicBezTo>
                    <a:pt x="9566" y="13148"/>
                    <a:pt x="9491" y="13192"/>
                    <a:pt x="9409" y="13192"/>
                  </a:cubicBezTo>
                  <a:cubicBezTo>
                    <a:pt x="9233" y="13192"/>
                    <a:pt x="9089" y="13049"/>
                    <a:pt x="9089" y="12873"/>
                  </a:cubicBezTo>
                  <a:cubicBezTo>
                    <a:pt x="9089" y="12841"/>
                    <a:pt x="9095" y="12816"/>
                    <a:pt x="9101" y="12792"/>
                  </a:cubicBezTo>
                  <a:lnTo>
                    <a:pt x="9415" y="11519"/>
                  </a:lnTo>
                  <a:cubicBezTo>
                    <a:pt x="9497" y="11212"/>
                    <a:pt x="9766" y="10999"/>
                    <a:pt x="10079" y="10999"/>
                  </a:cubicBezTo>
                  <a:close/>
                  <a:moveTo>
                    <a:pt x="1236" y="1"/>
                  </a:moveTo>
                  <a:cubicBezTo>
                    <a:pt x="553" y="1"/>
                    <a:pt x="1" y="551"/>
                    <a:pt x="1" y="1228"/>
                  </a:cubicBezTo>
                  <a:lnTo>
                    <a:pt x="1" y="2870"/>
                  </a:lnTo>
                  <a:cubicBezTo>
                    <a:pt x="1" y="3189"/>
                    <a:pt x="121" y="3472"/>
                    <a:pt x="315" y="3692"/>
                  </a:cubicBezTo>
                  <a:cubicBezTo>
                    <a:pt x="121" y="3911"/>
                    <a:pt x="1" y="4199"/>
                    <a:pt x="1" y="4513"/>
                  </a:cubicBezTo>
                  <a:lnTo>
                    <a:pt x="1" y="6154"/>
                  </a:lnTo>
                  <a:cubicBezTo>
                    <a:pt x="1" y="6837"/>
                    <a:pt x="553" y="7389"/>
                    <a:pt x="1236" y="7389"/>
                  </a:cubicBezTo>
                  <a:lnTo>
                    <a:pt x="5479" y="7389"/>
                  </a:lnTo>
                  <a:lnTo>
                    <a:pt x="5479" y="8072"/>
                  </a:lnTo>
                  <a:cubicBezTo>
                    <a:pt x="5479" y="8297"/>
                    <a:pt x="5291" y="8485"/>
                    <a:pt x="5065" y="8485"/>
                  </a:cubicBezTo>
                  <a:lnTo>
                    <a:pt x="3700" y="8485"/>
                  </a:lnTo>
                  <a:cubicBezTo>
                    <a:pt x="3017" y="8485"/>
                    <a:pt x="2465" y="9037"/>
                    <a:pt x="2465" y="9714"/>
                  </a:cubicBezTo>
                  <a:lnTo>
                    <a:pt x="2465" y="10178"/>
                  </a:lnTo>
                  <a:lnTo>
                    <a:pt x="1813" y="10178"/>
                  </a:lnTo>
                  <a:cubicBezTo>
                    <a:pt x="1123" y="10178"/>
                    <a:pt x="521" y="10648"/>
                    <a:pt x="353" y="11319"/>
                  </a:cubicBezTo>
                  <a:lnTo>
                    <a:pt x="32" y="12590"/>
                  </a:lnTo>
                  <a:cubicBezTo>
                    <a:pt x="14" y="12685"/>
                    <a:pt x="1" y="12778"/>
                    <a:pt x="1" y="12873"/>
                  </a:cubicBezTo>
                  <a:cubicBezTo>
                    <a:pt x="1" y="13500"/>
                    <a:pt x="515" y="14013"/>
                    <a:pt x="1142" y="14013"/>
                  </a:cubicBezTo>
                  <a:cubicBezTo>
                    <a:pt x="1512" y="14013"/>
                    <a:pt x="1857" y="13819"/>
                    <a:pt x="2045" y="13500"/>
                  </a:cubicBezTo>
                  <a:lnTo>
                    <a:pt x="2558" y="12641"/>
                  </a:lnTo>
                  <a:lnTo>
                    <a:pt x="3191" y="12641"/>
                  </a:lnTo>
                  <a:lnTo>
                    <a:pt x="3706" y="13500"/>
                  </a:lnTo>
                  <a:cubicBezTo>
                    <a:pt x="3894" y="13819"/>
                    <a:pt x="4238" y="14013"/>
                    <a:pt x="4608" y="14013"/>
                  </a:cubicBezTo>
                  <a:cubicBezTo>
                    <a:pt x="5235" y="14013"/>
                    <a:pt x="5748" y="13500"/>
                    <a:pt x="5748" y="12873"/>
                  </a:cubicBezTo>
                  <a:cubicBezTo>
                    <a:pt x="5748" y="12778"/>
                    <a:pt x="5736" y="12685"/>
                    <a:pt x="5717" y="12590"/>
                  </a:cubicBezTo>
                  <a:lnTo>
                    <a:pt x="5398" y="11319"/>
                  </a:lnTo>
                  <a:cubicBezTo>
                    <a:pt x="5228" y="10648"/>
                    <a:pt x="4626" y="10178"/>
                    <a:pt x="3937" y="10178"/>
                  </a:cubicBezTo>
                  <a:lnTo>
                    <a:pt x="3286" y="10178"/>
                  </a:lnTo>
                  <a:lnTo>
                    <a:pt x="3286" y="9714"/>
                  </a:lnTo>
                  <a:cubicBezTo>
                    <a:pt x="3286" y="9489"/>
                    <a:pt x="3468" y="9307"/>
                    <a:pt x="3700" y="9307"/>
                  </a:cubicBezTo>
                  <a:lnTo>
                    <a:pt x="5065" y="9307"/>
                  </a:lnTo>
                  <a:cubicBezTo>
                    <a:pt x="5742" y="9307"/>
                    <a:pt x="6300" y="8749"/>
                    <a:pt x="6300" y="8072"/>
                  </a:cubicBezTo>
                  <a:lnTo>
                    <a:pt x="6300" y="7389"/>
                  </a:lnTo>
                  <a:lnTo>
                    <a:pt x="7723" y="7389"/>
                  </a:lnTo>
                  <a:lnTo>
                    <a:pt x="7723" y="8072"/>
                  </a:lnTo>
                  <a:cubicBezTo>
                    <a:pt x="7723" y="8749"/>
                    <a:pt x="8274" y="9307"/>
                    <a:pt x="8951" y="9307"/>
                  </a:cubicBezTo>
                  <a:lnTo>
                    <a:pt x="10324" y="9307"/>
                  </a:lnTo>
                  <a:cubicBezTo>
                    <a:pt x="10549" y="9307"/>
                    <a:pt x="10731" y="9489"/>
                    <a:pt x="10731" y="9714"/>
                  </a:cubicBezTo>
                  <a:lnTo>
                    <a:pt x="10731" y="10178"/>
                  </a:lnTo>
                  <a:lnTo>
                    <a:pt x="10079" y="10178"/>
                  </a:lnTo>
                  <a:cubicBezTo>
                    <a:pt x="9390" y="10178"/>
                    <a:pt x="8788" y="10648"/>
                    <a:pt x="8620" y="11319"/>
                  </a:cubicBezTo>
                  <a:lnTo>
                    <a:pt x="8299" y="12590"/>
                  </a:lnTo>
                  <a:cubicBezTo>
                    <a:pt x="8281" y="12685"/>
                    <a:pt x="8268" y="12778"/>
                    <a:pt x="8268" y="12873"/>
                  </a:cubicBezTo>
                  <a:cubicBezTo>
                    <a:pt x="8268" y="13500"/>
                    <a:pt x="8782" y="14013"/>
                    <a:pt x="9409" y="14013"/>
                  </a:cubicBezTo>
                  <a:cubicBezTo>
                    <a:pt x="9778" y="14013"/>
                    <a:pt x="10124" y="13819"/>
                    <a:pt x="10312" y="13500"/>
                  </a:cubicBezTo>
                  <a:lnTo>
                    <a:pt x="10825" y="12641"/>
                  </a:lnTo>
                  <a:lnTo>
                    <a:pt x="11458" y="12641"/>
                  </a:lnTo>
                  <a:lnTo>
                    <a:pt x="11972" y="13500"/>
                  </a:lnTo>
                  <a:cubicBezTo>
                    <a:pt x="12160" y="13819"/>
                    <a:pt x="12505" y="14013"/>
                    <a:pt x="12875" y="14013"/>
                  </a:cubicBezTo>
                  <a:cubicBezTo>
                    <a:pt x="13501" y="14013"/>
                    <a:pt x="14015" y="13500"/>
                    <a:pt x="14015" y="12873"/>
                  </a:cubicBezTo>
                  <a:cubicBezTo>
                    <a:pt x="14015" y="12778"/>
                    <a:pt x="14003" y="12685"/>
                    <a:pt x="13983" y="12590"/>
                  </a:cubicBezTo>
                  <a:lnTo>
                    <a:pt x="13665" y="11319"/>
                  </a:lnTo>
                  <a:cubicBezTo>
                    <a:pt x="13495" y="10648"/>
                    <a:pt x="12893" y="10178"/>
                    <a:pt x="12204" y="10178"/>
                  </a:cubicBezTo>
                  <a:lnTo>
                    <a:pt x="11553" y="10178"/>
                  </a:lnTo>
                  <a:lnTo>
                    <a:pt x="11553" y="9714"/>
                  </a:lnTo>
                  <a:cubicBezTo>
                    <a:pt x="11553" y="9037"/>
                    <a:pt x="11001" y="8485"/>
                    <a:pt x="10324" y="8485"/>
                  </a:cubicBezTo>
                  <a:lnTo>
                    <a:pt x="8951" y="8485"/>
                  </a:lnTo>
                  <a:cubicBezTo>
                    <a:pt x="8725" y="8485"/>
                    <a:pt x="8544" y="8297"/>
                    <a:pt x="8544" y="8072"/>
                  </a:cubicBezTo>
                  <a:lnTo>
                    <a:pt x="8544" y="7389"/>
                  </a:lnTo>
                  <a:lnTo>
                    <a:pt x="12786" y="7389"/>
                  </a:lnTo>
                  <a:cubicBezTo>
                    <a:pt x="13463" y="7389"/>
                    <a:pt x="14015" y="6837"/>
                    <a:pt x="14015" y="6154"/>
                  </a:cubicBezTo>
                  <a:lnTo>
                    <a:pt x="14015" y="4513"/>
                  </a:lnTo>
                  <a:cubicBezTo>
                    <a:pt x="14015" y="4199"/>
                    <a:pt x="13896" y="3911"/>
                    <a:pt x="13702" y="3692"/>
                  </a:cubicBezTo>
                  <a:cubicBezTo>
                    <a:pt x="13896" y="3472"/>
                    <a:pt x="14015" y="3189"/>
                    <a:pt x="14015" y="2870"/>
                  </a:cubicBezTo>
                  <a:lnTo>
                    <a:pt x="14015" y="1228"/>
                  </a:lnTo>
                  <a:cubicBezTo>
                    <a:pt x="14015" y="551"/>
                    <a:pt x="13463" y="1"/>
                    <a:pt x="127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53"/>
            <p:cNvSpPr/>
            <p:nvPr/>
          </p:nvSpPr>
          <p:spPr>
            <a:xfrm>
              <a:off x="806176" y="3569923"/>
              <a:ext cx="132857" cy="22165"/>
            </a:xfrm>
            <a:custGeom>
              <a:avLst/>
              <a:gdLst/>
              <a:ahLst/>
              <a:cxnLst/>
              <a:rect l="l" t="t" r="r" b="b"/>
              <a:pathLst>
                <a:path w="4927" h="822" extrusionOk="0">
                  <a:moveTo>
                    <a:pt x="414" y="1"/>
                  </a:moveTo>
                  <a:cubicBezTo>
                    <a:pt x="182" y="1"/>
                    <a:pt x="0" y="183"/>
                    <a:pt x="0" y="408"/>
                  </a:cubicBezTo>
                  <a:cubicBezTo>
                    <a:pt x="0" y="634"/>
                    <a:pt x="182" y="822"/>
                    <a:pt x="414" y="822"/>
                  </a:cubicBezTo>
                  <a:lnTo>
                    <a:pt x="4519" y="822"/>
                  </a:lnTo>
                  <a:cubicBezTo>
                    <a:pt x="4744" y="822"/>
                    <a:pt x="4926" y="634"/>
                    <a:pt x="4926" y="408"/>
                  </a:cubicBezTo>
                  <a:cubicBezTo>
                    <a:pt x="4926" y="183"/>
                    <a:pt x="4744" y="1"/>
                    <a:pt x="45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53"/>
            <p:cNvSpPr/>
            <p:nvPr/>
          </p:nvSpPr>
          <p:spPr>
            <a:xfrm>
              <a:off x="1073372" y="3569923"/>
              <a:ext cx="22138" cy="22165"/>
            </a:xfrm>
            <a:custGeom>
              <a:avLst/>
              <a:gdLst/>
              <a:ahLst/>
              <a:cxnLst/>
              <a:rect l="l" t="t" r="r" b="b"/>
              <a:pathLst>
                <a:path w="821" h="822" extrusionOk="0">
                  <a:moveTo>
                    <a:pt x="414" y="1"/>
                  </a:moveTo>
                  <a:cubicBezTo>
                    <a:pt x="181" y="1"/>
                    <a:pt x="1" y="183"/>
                    <a:pt x="1" y="408"/>
                  </a:cubicBezTo>
                  <a:cubicBezTo>
                    <a:pt x="1" y="634"/>
                    <a:pt x="181" y="822"/>
                    <a:pt x="414" y="822"/>
                  </a:cubicBezTo>
                  <a:cubicBezTo>
                    <a:pt x="640" y="822"/>
                    <a:pt x="821" y="634"/>
                    <a:pt x="821" y="408"/>
                  </a:cubicBezTo>
                  <a:cubicBezTo>
                    <a:pt x="821" y="183"/>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53"/>
            <p:cNvSpPr/>
            <p:nvPr/>
          </p:nvSpPr>
          <p:spPr>
            <a:xfrm>
              <a:off x="1029096" y="3569923"/>
              <a:ext cx="22165" cy="22165"/>
            </a:xfrm>
            <a:custGeom>
              <a:avLst/>
              <a:gdLst/>
              <a:ahLst/>
              <a:cxnLst/>
              <a:rect l="l" t="t" r="r" b="b"/>
              <a:pathLst>
                <a:path w="822" h="822" extrusionOk="0">
                  <a:moveTo>
                    <a:pt x="414" y="1"/>
                  </a:moveTo>
                  <a:cubicBezTo>
                    <a:pt x="182" y="1"/>
                    <a:pt x="0" y="183"/>
                    <a:pt x="0" y="408"/>
                  </a:cubicBezTo>
                  <a:cubicBezTo>
                    <a:pt x="0" y="634"/>
                    <a:pt x="182" y="822"/>
                    <a:pt x="414" y="822"/>
                  </a:cubicBezTo>
                  <a:cubicBezTo>
                    <a:pt x="639" y="822"/>
                    <a:pt x="821" y="634"/>
                    <a:pt x="821" y="408"/>
                  </a:cubicBezTo>
                  <a:cubicBezTo>
                    <a:pt x="821" y="183"/>
                    <a:pt x="639"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53"/>
            <p:cNvSpPr/>
            <p:nvPr/>
          </p:nvSpPr>
          <p:spPr>
            <a:xfrm>
              <a:off x="984792" y="3569923"/>
              <a:ext cx="22165" cy="22165"/>
            </a:xfrm>
            <a:custGeom>
              <a:avLst/>
              <a:gdLst/>
              <a:ahLst/>
              <a:cxnLst/>
              <a:rect l="l" t="t" r="r" b="b"/>
              <a:pathLst>
                <a:path w="822" h="822" extrusionOk="0">
                  <a:moveTo>
                    <a:pt x="414" y="1"/>
                  </a:moveTo>
                  <a:cubicBezTo>
                    <a:pt x="183" y="1"/>
                    <a:pt x="1" y="183"/>
                    <a:pt x="1" y="408"/>
                  </a:cubicBezTo>
                  <a:cubicBezTo>
                    <a:pt x="1" y="634"/>
                    <a:pt x="183" y="822"/>
                    <a:pt x="414" y="822"/>
                  </a:cubicBezTo>
                  <a:cubicBezTo>
                    <a:pt x="640" y="822"/>
                    <a:pt x="822" y="634"/>
                    <a:pt x="822" y="408"/>
                  </a:cubicBezTo>
                  <a:cubicBezTo>
                    <a:pt x="822" y="183"/>
                    <a:pt x="640" y="1"/>
                    <a:pt x="4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 name="Google Shape;949;p53"/>
          <p:cNvSpPr/>
          <p:nvPr/>
        </p:nvSpPr>
        <p:spPr>
          <a:xfrm>
            <a:off x="730687" y="2646977"/>
            <a:ext cx="377888" cy="377861"/>
          </a:xfrm>
          <a:custGeom>
            <a:avLst/>
            <a:gdLst/>
            <a:ahLst/>
            <a:cxnLst/>
            <a:rect l="l" t="t" r="r" b="b"/>
            <a:pathLst>
              <a:path w="14014" h="14013" extrusionOk="0">
                <a:moveTo>
                  <a:pt x="6593" y="839"/>
                </a:moveTo>
                <a:lnTo>
                  <a:pt x="6593" y="1661"/>
                </a:lnTo>
                <a:cubicBezTo>
                  <a:pt x="6073" y="1710"/>
                  <a:pt x="5572" y="1849"/>
                  <a:pt x="5115" y="2061"/>
                </a:cubicBezTo>
                <a:lnTo>
                  <a:pt x="4701" y="1346"/>
                </a:lnTo>
                <a:cubicBezTo>
                  <a:pt x="5283" y="1065"/>
                  <a:pt x="5922" y="889"/>
                  <a:pt x="6593" y="839"/>
                </a:cubicBezTo>
                <a:close/>
                <a:moveTo>
                  <a:pt x="7415" y="839"/>
                </a:moveTo>
                <a:cubicBezTo>
                  <a:pt x="8091" y="889"/>
                  <a:pt x="8731" y="1065"/>
                  <a:pt x="9313" y="1346"/>
                </a:cubicBezTo>
                <a:lnTo>
                  <a:pt x="8899" y="2061"/>
                </a:lnTo>
                <a:cubicBezTo>
                  <a:pt x="8442" y="1849"/>
                  <a:pt x="7941" y="1710"/>
                  <a:pt x="7415" y="1661"/>
                </a:cubicBezTo>
                <a:lnTo>
                  <a:pt x="7415" y="839"/>
                </a:lnTo>
                <a:close/>
                <a:moveTo>
                  <a:pt x="3993" y="1760"/>
                </a:moveTo>
                <a:lnTo>
                  <a:pt x="4400" y="2468"/>
                </a:lnTo>
                <a:cubicBezTo>
                  <a:pt x="3979" y="2769"/>
                  <a:pt x="3617" y="3133"/>
                  <a:pt x="3316" y="3553"/>
                </a:cubicBezTo>
                <a:lnTo>
                  <a:pt x="2601" y="3145"/>
                </a:lnTo>
                <a:cubicBezTo>
                  <a:pt x="2977" y="2601"/>
                  <a:pt x="3447" y="2130"/>
                  <a:pt x="3993" y="1760"/>
                </a:cubicBezTo>
                <a:close/>
                <a:moveTo>
                  <a:pt x="10021" y="1760"/>
                </a:moveTo>
                <a:cubicBezTo>
                  <a:pt x="10567" y="2130"/>
                  <a:pt x="11037" y="2601"/>
                  <a:pt x="11407" y="3145"/>
                </a:cubicBezTo>
                <a:lnTo>
                  <a:pt x="10692" y="3553"/>
                </a:lnTo>
                <a:cubicBezTo>
                  <a:pt x="10397" y="3133"/>
                  <a:pt x="10027" y="2769"/>
                  <a:pt x="9608" y="2468"/>
                </a:cubicBezTo>
                <a:lnTo>
                  <a:pt x="10021" y="1760"/>
                </a:lnTo>
                <a:close/>
                <a:moveTo>
                  <a:pt x="7007" y="2462"/>
                </a:moveTo>
                <a:cubicBezTo>
                  <a:pt x="7339" y="2462"/>
                  <a:pt x="7658" y="2506"/>
                  <a:pt x="7965" y="2587"/>
                </a:cubicBezTo>
                <a:lnTo>
                  <a:pt x="7965" y="4042"/>
                </a:lnTo>
                <a:cubicBezTo>
                  <a:pt x="7672" y="3911"/>
                  <a:pt x="7345" y="3836"/>
                  <a:pt x="7007" y="3836"/>
                </a:cubicBezTo>
                <a:cubicBezTo>
                  <a:pt x="6663" y="3836"/>
                  <a:pt x="6342" y="3911"/>
                  <a:pt x="6047" y="4042"/>
                </a:cubicBezTo>
                <a:lnTo>
                  <a:pt x="6047" y="2587"/>
                </a:lnTo>
                <a:cubicBezTo>
                  <a:pt x="6356" y="2506"/>
                  <a:pt x="6675" y="2462"/>
                  <a:pt x="7007" y="2462"/>
                </a:cubicBezTo>
                <a:close/>
                <a:moveTo>
                  <a:pt x="2194" y="3854"/>
                </a:moveTo>
                <a:lnTo>
                  <a:pt x="2908" y="4267"/>
                </a:lnTo>
                <a:cubicBezTo>
                  <a:pt x="2695" y="4725"/>
                  <a:pt x="2558" y="5227"/>
                  <a:pt x="2507" y="5746"/>
                </a:cubicBezTo>
                <a:lnTo>
                  <a:pt x="1685" y="5746"/>
                </a:lnTo>
                <a:cubicBezTo>
                  <a:pt x="1736" y="5077"/>
                  <a:pt x="1911" y="4437"/>
                  <a:pt x="2194" y="3854"/>
                </a:cubicBezTo>
                <a:close/>
                <a:moveTo>
                  <a:pt x="11814" y="3854"/>
                </a:moveTo>
                <a:cubicBezTo>
                  <a:pt x="12090" y="4437"/>
                  <a:pt x="12266" y="5077"/>
                  <a:pt x="12321" y="5746"/>
                </a:cubicBezTo>
                <a:lnTo>
                  <a:pt x="11494" y="5746"/>
                </a:lnTo>
                <a:cubicBezTo>
                  <a:pt x="11450" y="5227"/>
                  <a:pt x="11312" y="4725"/>
                  <a:pt x="11100" y="4267"/>
                </a:cubicBezTo>
                <a:lnTo>
                  <a:pt x="11814" y="3854"/>
                </a:lnTo>
                <a:close/>
                <a:moveTo>
                  <a:pt x="7007" y="4655"/>
                </a:moveTo>
                <a:cubicBezTo>
                  <a:pt x="7834" y="4655"/>
                  <a:pt x="8511" y="5326"/>
                  <a:pt x="8511" y="6160"/>
                </a:cubicBezTo>
                <a:cubicBezTo>
                  <a:pt x="8511" y="6987"/>
                  <a:pt x="7834" y="7664"/>
                  <a:pt x="7007" y="7664"/>
                </a:cubicBezTo>
                <a:cubicBezTo>
                  <a:pt x="6174" y="7664"/>
                  <a:pt x="5503" y="6987"/>
                  <a:pt x="5503" y="6160"/>
                </a:cubicBezTo>
                <a:cubicBezTo>
                  <a:pt x="5503" y="5326"/>
                  <a:pt x="6174" y="4655"/>
                  <a:pt x="7007" y="4655"/>
                </a:cubicBezTo>
                <a:close/>
                <a:moveTo>
                  <a:pt x="2488" y="6567"/>
                </a:moveTo>
                <a:lnTo>
                  <a:pt x="2488" y="8210"/>
                </a:lnTo>
                <a:lnTo>
                  <a:pt x="1667" y="8210"/>
                </a:lnTo>
                <a:lnTo>
                  <a:pt x="1667" y="6567"/>
                </a:lnTo>
                <a:close/>
                <a:moveTo>
                  <a:pt x="12347" y="6567"/>
                </a:moveTo>
                <a:lnTo>
                  <a:pt x="12347" y="8210"/>
                </a:lnTo>
                <a:lnTo>
                  <a:pt x="11519" y="8210"/>
                </a:lnTo>
                <a:lnTo>
                  <a:pt x="11519" y="6567"/>
                </a:lnTo>
                <a:close/>
                <a:moveTo>
                  <a:pt x="2488" y="9037"/>
                </a:moveTo>
                <a:lnTo>
                  <a:pt x="2488" y="10680"/>
                </a:lnTo>
                <a:lnTo>
                  <a:pt x="1667" y="10680"/>
                </a:lnTo>
                <a:lnTo>
                  <a:pt x="1667" y="9037"/>
                </a:lnTo>
                <a:close/>
                <a:moveTo>
                  <a:pt x="12347" y="9037"/>
                </a:moveTo>
                <a:lnTo>
                  <a:pt x="12347" y="10680"/>
                </a:lnTo>
                <a:lnTo>
                  <a:pt x="11519" y="10680"/>
                </a:lnTo>
                <a:lnTo>
                  <a:pt x="11519" y="9037"/>
                </a:lnTo>
                <a:close/>
                <a:moveTo>
                  <a:pt x="2488" y="11499"/>
                </a:moveTo>
                <a:lnTo>
                  <a:pt x="2488" y="13191"/>
                </a:lnTo>
                <a:lnTo>
                  <a:pt x="1667" y="13191"/>
                </a:lnTo>
                <a:lnTo>
                  <a:pt x="1667" y="11499"/>
                </a:lnTo>
                <a:close/>
                <a:moveTo>
                  <a:pt x="5228" y="2920"/>
                </a:moveTo>
                <a:lnTo>
                  <a:pt x="5228" y="4663"/>
                </a:lnTo>
                <a:cubicBezTo>
                  <a:pt x="4889" y="5069"/>
                  <a:pt x="4682" y="5589"/>
                  <a:pt x="4682" y="6160"/>
                </a:cubicBezTo>
                <a:cubicBezTo>
                  <a:pt x="4682" y="6731"/>
                  <a:pt x="4889" y="7250"/>
                  <a:pt x="5228" y="7658"/>
                </a:cubicBezTo>
                <a:lnTo>
                  <a:pt x="5228" y="13191"/>
                </a:lnTo>
                <a:lnTo>
                  <a:pt x="3310" y="13191"/>
                </a:lnTo>
                <a:lnTo>
                  <a:pt x="3310" y="9858"/>
                </a:lnTo>
                <a:lnTo>
                  <a:pt x="3993" y="9858"/>
                </a:lnTo>
                <a:cubicBezTo>
                  <a:pt x="4224" y="9858"/>
                  <a:pt x="4406" y="9670"/>
                  <a:pt x="4406" y="9445"/>
                </a:cubicBezTo>
                <a:cubicBezTo>
                  <a:pt x="4406" y="9219"/>
                  <a:pt x="4224" y="9037"/>
                  <a:pt x="3993" y="9037"/>
                </a:cubicBezTo>
                <a:lnTo>
                  <a:pt x="3310" y="9037"/>
                </a:lnTo>
                <a:lnTo>
                  <a:pt x="3310" y="6160"/>
                </a:lnTo>
                <a:cubicBezTo>
                  <a:pt x="3310" y="4768"/>
                  <a:pt x="4086" y="3553"/>
                  <a:pt x="5228" y="2920"/>
                </a:cubicBezTo>
                <a:close/>
                <a:moveTo>
                  <a:pt x="7965" y="8279"/>
                </a:moveTo>
                <a:lnTo>
                  <a:pt x="7965" y="13191"/>
                </a:lnTo>
                <a:lnTo>
                  <a:pt x="6047" y="13191"/>
                </a:lnTo>
                <a:lnTo>
                  <a:pt x="6047" y="8279"/>
                </a:lnTo>
                <a:cubicBezTo>
                  <a:pt x="6342" y="8410"/>
                  <a:pt x="6663" y="8485"/>
                  <a:pt x="7007" y="8485"/>
                </a:cubicBezTo>
                <a:cubicBezTo>
                  <a:pt x="7345" y="8485"/>
                  <a:pt x="7672" y="8410"/>
                  <a:pt x="7965" y="8279"/>
                </a:cubicBezTo>
                <a:close/>
                <a:moveTo>
                  <a:pt x="8786" y="2920"/>
                </a:moveTo>
                <a:cubicBezTo>
                  <a:pt x="9928" y="3553"/>
                  <a:pt x="10698" y="4768"/>
                  <a:pt x="10698" y="6160"/>
                </a:cubicBezTo>
                <a:lnTo>
                  <a:pt x="10698" y="13191"/>
                </a:lnTo>
                <a:lnTo>
                  <a:pt x="8786" y="13191"/>
                </a:lnTo>
                <a:lnTo>
                  <a:pt x="8786" y="7658"/>
                </a:lnTo>
                <a:cubicBezTo>
                  <a:pt x="9125" y="7250"/>
                  <a:pt x="9332" y="6731"/>
                  <a:pt x="9332" y="6160"/>
                </a:cubicBezTo>
                <a:cubicBezTo>
                  <a:pt x="9332" y="5589"/>
                  <a:pt x="9125" y="5069"/>
                  <a:pt x="8786" y="4663"/>
                </a:cubicBezTo>
                <a:lnTo>
                  <a:pt x="8786" y="2920"/>
                </a:lnTo>
                <a:close/>
                <a:moveTo>
                  <a:pt x="12347" y="11499"/>
                </a:moveTo>
                <a:lnTo>
                  <a:pt x="12347" y="13191"/>
                </a:lnTo>
                <a:lnTo>
                  <a:pt x="11519" y="13191"/>
                </a:lnTo>
                <a:lnTo>
                  <a:pt x="11519" y="11499"/>
                </a:lnTo>
                <a:close/>
                <a:moveTo>
                  <a:pt x="7007" y="0"/>
                </a:moveTo>
                <a:cubicBezTo>
                  <a:pt x="5358" y="0"/>
                  <a:pt x="3817" y="639"/>
                  <a:pt x="2651" y="1805"/>
                </a:cubicBezTo>
                <a:cubicBezTo>
                  <a:pt x="1485" y="2971"/>
                  <a:pt x="846" y="4512"/>
                  <a:pt x="846" y="6160"/>
                </a:cubicBezTo>
                <a:lnTo>
                  <a:pt x="846" y="13191"/>
                </a:lnTo>
                <a:lnTo>
                  <a:pt x="407" y="13191"/>
                </a:lnTo>
                <a:cubicBezTo>
                  <a:pt x="181" y="13191"/>
                  <a:pt x="1" y="13379"/>
                  <a:pt x="1" y="13605"/>
                </a:cubicBezTo>
                <a:cubicBezTo>
                  <a:pt x="1" y="13831"/>
                  <a:pt x="181" y="14013"/>
                  <a:pt x="407" y="14013"/>
                </a:cubicBezTo>
                <a:lnTo>
                  <a:pt x="13600" y="14013"/>
                </a:lnTo>
                <a:cubicBezTo>
                  <a:pt x="13831" y="14013"/>
                  <a:pt x="14013" y="13831"/>
                  <a:pt x="14013" y="13605"/>
                </a:cubicBezTo>
                <a:cubicBezTo>
                  <a:pt x="14013" y="13379"/>
                  <a:pt x="13831" y="13191"/>
                  <a:pt x="13600" y="13191"/>
                </a:cubicBezTo>
                <a:lnTo>
                  <a:pt x="13168" y="13191"/>
                </a:lnTo>
                <a:lnTo>
                  <a:pt x="13168" y="6160"/>
                </a:lnTo>
                <a:cubicBezTo>
                  <a:pt x="13168" y="4512"/>
                  <a:pt x="12523" y="2971"/>
                  <a:pt x="11363" y="1805"/>
                </a:cubicBezTo>
                <a:cubicBezTo>
                  <a:pt x="10197" y="639"/>
                  <a:pt x="8650" y="0"/>
                  <a:pt x="70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 name="Google Shape;950;p53"/>
          <p:cNvGrpSpPr/>
          <p:nvPr/>
        </p:nvGrpSpPr>
        <p:grpSpPr>
          <a:xfrm>
            <a:off x="746138" y="2015646"/>
            <a:ext cx="346986" cy="377995"/>
            <a:chOff x="740948" y="2325515"/>
            <a:chExt cx="346986" cy="377995"/>
          </a:xfrm>
        </p:grpSpPr>
        <p:sp>
          <p:nvSpPr>
            <p:cNvPr id="951" name="Google Shape;951;p53"/>
            <p:cNvSpPr/>
            <p:nvPr/>
          </p:nvSpPr>
          <p:spPr>
            <a:xfrm>
              <a:off x="740948" y="2325515"/>
              <a:ext cx="346986" cy="377995"/>
            </a:xfrm>
            <a:custGeom>
              <a:avLst/>
              <a:gdLst/>
              <a:ahLst/>
              <a:cxnLst/>
              <a:rect l="l" t="t" r="r" b="b"/>
              <a:pathLst>
                <a:path w="12868" h="14018" extrusionOk="0">
                  <a:moveTo>
                    <a:pt x="6845" y="1646"/>
                  </a:moveTo>
                  <a:lnTo>
                    <a:pt x="6845" y="2535"/>
                  </a:lnTo>
                  <a:cubicBezTo>
                    <a:pt x="6718" y="2491"/>
                    <a:pt x="6581" y="2467"/>
                    <a:pt x="6437" y="2467"/>
                  </a:cubicBezTo>
                  <a:cubicBezTo>
                    <a:pt x="6293" y="2467"/>
                    <a:pt x="6154" y="2491"/>
                    <a:pt x="6023" y="2535"/>
                  </a:cubicBezTo>
                  <a:lnTo>
                    <a:pt x="6023" y="1646"/>
                  </a:lnTo>
                  <a:close/>
                  <a:moveTo>
                    <a:pt x="6437" y="3287"/>
                  </a:moveTo>
                  <a:cubicBezTo>
                    <a:pt x="6663" y="3287"/>
                    <a:pt x="6845" y="3469"/>
                    <a:pt x="6845" y="3695"/>
                  </a:cubicBezTo>
                  <a:lnTo>
                    <a:pt x="6845" y="4108"/>
                  </a:lnTo>
                  <a:lnTo>
                    <a:pt x="6023" y="4108"/>
                  </a:lnTo>
                  <a:lnTo>
                    <a:pt x="6023" y="3695"/>
                  </a:lnTo>
                  <a:cubicBezTo>
                    <a:pt x="6023" y="3469"/>
                    <a:pt x="6211" y="3287"/>
                    <a:pt x="6437" y="3287"/>
                  </a:cubicBezTo>
                  <a:close/>
                  <a:moveTo>
                    <a:pt x="6845" y="4930"/>
                  </a:moveTo>
                  <a:lnTo>
                    <a:pt x="6845" y="5337"/>
                  </a:lnTo>
                  <a:cubicBezTo>
                    <a:pt x="6845" y="5563"/>
                    <a:pt x="6663" y="5751"/>
                    <a:pt x="6437" y="5751"/>
                  </a:cubicBezTo>
                  <a:cubicBezTo>
                    <a:pt x="6211" y="5751"/>
                    <a:pt x="6029" y="5563"/>
                    <a:pt x="6023" y="5337"/>
                  </a:cubicBezTo>
                  <a:lnTo>
                    <a:pt x="6023" y="4930"/>
                  </a:lnTo>
                  <a:close/>
                  <a:moveTo>
                    <a:pt x="6845" y="6497"/>
                  </a:moveTo>
                  <a:lnTo>
                    <a:pt x="6845" y="6972"/>
                  </a:lnTo>
                  <a:cubicBezTo>
                    <a:pt x="6845" y="7180"/>
                    <a:pt x="6694" y="7368"/>
                    <a:pt x="6481" y="7386"/>
                  </a:cubicBezTo>
                  <a:cubicBezTo>
                    <a:pt x="6463" y="7388"/>
                    <a:pt x="6446" y="7389"/>
                    <a:pt x="6428" y="7389"/>
                  </a:cubicBezTo>
                  <a:cubicBezTo>
                    <a:pt x="6207" y="7389"/>
                    <a:pt x="6023" y="7206"/>
                    <a:pt x="6023" y="6980"/>
                  </a:cubicBezTo>
                  <a:lnTo>
                    <a:pt x="6023" y="6497"/>
                  </a:lnTo>
                  <a:cubicBezTo>
                    <a:pt x="6154" y="6547"/>
                    <a:pt x="6293" y="6572"/>
                    <a:pt x="6437" y="6572"/>
                  </a:cubicBezTo>
                  <a:cubicBezTo>
                    <a:pt x="6581" y="6572"/>
                    <a:pt x="6718" y="6547"/>
                    <a:pt x="6845" y="6497"/>
                  </a:cubicBezTo>
                  <a:close/>
                  <a:moveTo>
                    <a:pt x="2156" y="4554"/>
                  </a:moveTo>
                  <a:lnTo>
                    <a:pt x="1774" y="8935"/>
                  </a:lnTo>
                  <a:cubicBezTo>
                    <a:pt x="1748" y="9248"/>
                    <a:pt x="1755" y="9567"/>
                    <a:pt x="1786" y="9875"/>
                  </a:cubicBezTo>
                  <a:lnTo>
                    <a:pt x="1360" y="9781"/>
                  </a:lnTo>
                  <a:cubicBezTo>
                    <a:pt x="1048" y="9711"/>
                    <a:pt x="828" y="9436"/>
                    <a:pt x="828" y="9116"/>
                  </a:cubicBezTo>
                  <a:lnTo>
                    <a:pt x="828" y="5393"/>
                  </a:lnTo>
                  <a:cubicBezTo>
                    <a:pt x="828" y="5074"/>
                    <a:pt x="1048" y="4799"/>
                    <a:pt x="1360" y="4730"/>
                  </a:cubicBezTo>
                  <a:lnTo>
                    <a:pt x="2156" y="4554"/>
                  </a:lnTo>
                  <a:close/>
                  <a:moveTo>
                    <a:pt x="10718" y="4554"/>
                  </a:moveTo>
                  <a:lnTo>
                    <a:pt x="11514" y="4730"/>
                  </a:lnTo>
                  <a:cubicBezTo>
                    <a:pt x="11826" y="4799"/>
                    <a:pt x="12046" y="5074"/>
                    <a:pt x="12046" y="5393"/>
                  </a:cubicBezTo>
                  <a:lnTo>
                    <a:pt x="12046" y="9116"/>
                  </a:lnTo>
                  <a:cubicBezTo>
                    <a:pt x="12046" y="9436"/>
                    <a:pt x="11826" y="9711"/>
                    <a:pt x="11514" y="9781"/>
                  </a:cubicBezTo>
                  <a:lnTo>
                    <a:pt x="11080" y="9875"/>
                  </a:lnTo>
                  <a:cubicBezTo>
                    <a:pt x="11118" y="9567"/>
                    <a:pt x="11125" y="9248"/>
                    <a:pt x="11100" y="8935"/>
                  </a:cubicBezTo>
                  <a:lnTo>
                    <a:pt x="10718" y="4554"/>
                  </a:lnTo>
                  <a:close/>
                  <a:moveTo>
                    <a:pt x="7666" y="950"/>
                  </a:moveTo>
                  <a:cubicBezTo>
                    <a:pt x="8856" y="1389"/>
                    <a:pt x="9715" y="2491"/>
                    <a:pt x="9827" y="3776"/>
                  </a:cubicBezTo>
                  <a:lnTo>
                    <a:pt x="10279" y="9003"/>
                  </a:lnTo>
                  <a:cubicBezTo>
                    <a:pt x="10373" y="10093"/>
                    <a:pt x="10015" y="11140"/>
                    <a:pt x="9275" y="11944"/>
                  </a:cubicBezTo>
                  <a:cubicBezTo>
                    <a:pt x="8543" y="12751"/>
                    <a:pt x="7527" y="13197"/>
                    <a:pt x="6437" y="13197"/>
                  </a:cubicBezTo>
                  <a:cubicBezTo>
                    <a:pt x="5340" y="13197"/>
                    <a:pt x="4331" y="12751"/>
                    <a:pt x="3591" y="11944"/>
                  </a:cubicBezTo>
                  <a:cubicBezTo>
                    <a:pt x="2853" y="11140"/>
                    <a:pt x="2501" y="10093"/>
                    <a:pt x="2595" y="9003"/>
                  </a:cubicBezTo>
                  <a:lnTo>
                    <a:pt x="3047" y="3776"/>
                  </a:lnTo>
                  <a:cubicBezTo>
                    <a:pt x="3159" y="2491"/>
                    <a:pt x="4018" y="1389"/>
                    <a:pt x="5202" y="950"/>
                  </a:cubicBezTo>
                  <a:lnTo>
                    <a:pt x="5202" y="6980"/>
                  </a:lnTo>
                  <a:cubicBezTo>
                    <a:pt x="5202" y="7663"/>
                    <a:pt x="5760" y="8213"/>
                    <a:pt x="6437" y="8213"/>
                  </a:cubicBezTo>
                  <a:cubicBezTo>
                    <a:pt x="7114" y="8213"/>
                    <a:pt x="7666" y="7663"/>
                    <a:pt x="7666" y="6980"/>
                  </a:cubicBezTo>
                  <a:lnTo>
                    <a:pt x="7666" y="950"/>
                  </a:lnTo>
                  <a:close/>
                  <a:moveTo>
                    <a:pt x="5621" y="0"/>
                  </a:moveTo>
                  <a:cubicBezTo>
                    <a:pt x="5592" y="0"/>
                    <a:pt x="5563" y="3"/>
                    <a:pt x="5534" y="10"/>
                  </a:cubicBezTo>
                  <a:cubicBezTo>
                    <a:pt x="4650" y="186"/>
                    <a:pt x="3868" y="637"/>
                    <a:pt x="3266" y="1308"/>
                  </a:cubicBezTo>
                  <a:cubicBezTo>
                    <a:pt x="2665" y="1971"/>
                    <a:pt x="2307" y="2798"/>
                    <a:pt x="2231" y="3695"/>
                  </a:cubicBezTo>
                  <a:lnTo>
                    <a:pt x="1184" y="3926"/>
                  </a:lnTo>
                  <a:cubicBezTo>
                    <a:pt x="490" y="4077"/>
                    <a:pt x="1" y="4686"/>
                    <a:pt x="1" y="5393"/>
                  </a:cubicBezTo>
                  <a:lnTo>
                    <a:pt x="1" y="9116"/>
                  </a:lnTo>
                  <a:cubicBezTo>
                    <a:pt x="1" y="9818"/>
                    <a:pt x="496" y="10432"/>
                    <a:pt x="1184" y="10582"/>
                  </a:cubicBezTo>
                  <a:lnTo>
                    <a:pt x="1980" y="10758"/>
                  </a:lnTo>
                  <a:cubicBezTo>
                    <a:pt x="2188" y="11398"/>
                    <a:pt x="2526" y="11993"/>
                    <a:pt x="2989" y="12500"/>
                  </a:cubicBezTo>
                  <a:cubicBezTo>
                    <a:pt x="3874" y="13466"/>
                    <a:pt x="5127" y="14018"/>
                    <a:pt x="6437" y="14018"/>
                  </a:cubicBezTo>
                  <a:cubicBezTo>
                    <a:pt x="7741" y="14018"/>
                    <a:pt x="9000" y="13466"/>
                    <a:pt x="9884" y="12500"/>
                  </a:cubicBezTo>
                  <a:cubicBezTo>
                    <a:pt x="10348" y="11993"/>
                    <a:pt x="10686" y="11398"/>
                    <a:pt x="10892" y="10758"/>
                  </a:cubicBezTo>
                  <a:lnTo>
                    <a:pt x="11689" y="10582"/>
                  </a:lnTo>
                  <a:cubicBezTo>
                    <a:pt x="12384" y="10426"/>
                    <a:pt x="12867" y="9824"/>
                    <a:pt x="12867" y="9116"/>
                  </a:cubicBezTo>
                  <a:lnTo>
                    <a:pt x="12867" y="5393"/>
                  </a:lnTo>
                  <a:cubicBezTo>
                    <a:pt x="12867" y="4686"/>
                    <a:pt x="12384" y="4077"/>
                    <a:pt x="11689" y="3926"/>
                  </a:cubicBezTo>
                  <a:lnTo>
                    <a:pt x="10643" y="3695"/>
                  </a:lnTo>
                  <a:cubicBezTo>
                    <a:pt x="10561" y="2798"/>
                    <a:pt x="10203" y="1971"/>
                    <a:pt x="9608" y="1308"/>
                  </a:cubicBezTo>
                  <a:cubicBezTo>
                    <a:pt x="9006" y="637"/>
                    <a:pt x="8222" y="186"/>
                    <a:pt x="7339" y="10"/>
                  </a:cubicBezTo>
                  <a:cubicBezTo>
                    <a:pt x="7310" y="3"/>
                    <a:pt x="7281" y="0"/>
                    <a:pt x="7252" y="0"/>
                  </a:cubicBezTo>
                  <a:cubicBezTo>
                    <a:pt x="7112" y="0"/>
                    <a:pt x="6979" y="74"/>
                    <a:pt x="6900" y="204"/>
                  </a:cubicBezTo>
                  <a:cubicBezTo>
                    <a:pt x="6863" y="273"/>
                    <a:pt x="6845" y="342"/>
                    <a:pt x="6845" y="417"/>
                  </a:cubicBezTo>
                  <a:lnTo>
                    <a:pt x="6845" y="825"/>
                  </a:lnTo>
                  <a:lnTo>
                    <a:pt x="6023" y="825"/>
                  </a:lnTo>
                  <a:lnTo>
                    <a:pt x="6023" y="417"/>
                  </a:lnTo>
                  <a:cubicBezTo>
                    <a:pt x="6023" y="342"/>
                    <a:pt x="6011" y="267"/>
                    <a:pt x="5974" y="204"/>
                  </a:cubicBezTo>
                  <a:cubicBezTo>
                    <a:pt x="5895" y="74"/>
                    <a:pt x="5761" y="0"/>
                    <a:pt x="56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53"/>
            <p:cNvSpPr/>
            <p:nvPr/>
          </p:nvSpPr>
          <p:spPr>
            <a:xfrm>
              <a:off x="873939" y="2576586"/>
              <a:ext cx="81165" cy="81138"/>
            </a:xfrm>
            <a:custGeom>
              <a:avLst/>
              <a:gdLst/>
              <a:ahLst/>
              <a:cxnLst/>
              <a:rect l="l" t="t" r="r" b="b"/>
              <a:pathLst>
                <a:path w="3010" h="3009" extrusionOk="0">
                  <a:moveTo>
                    <a:pt x="1505" y="820"/>
                  </a:moveTo>
                  <a:cubicBezTo>
                    <a:pt x="1881" y="820"/>
                    <a:pt x="2188" y="1128"/>
                    <a:pt x="2188" y="1504"/>
                  </a:cubicBezTo>
                  <a:cubicBezTo>
                    <a:pt x="2188" y="1881"/>
                    <a:pt x="1881" y="2187"/>
                    <a:pt x="1505" y="2187"/>
                  </a:cubicBezTo>
                  <a:cubicBezTo>
                    <a:pt x="1129" y="2187"/>
                    <a:pt x="822" y="1881"/>
                    <a:pt x="822" y="1504"/>
                  </a:cubicBezTo>
                  <a:cubicBezTo>
                    <a:pt x="822" y="1128"/>
                    <a:pt x="1129" y="820"/>
                    <a:pt x="1505" y="820"/>
                  </a:cubicBezTo>
                  <a:close/>
                  <a:moveTo>
                    <a:pt x="1505" y="0"/>
                  </a:moveTo>
                  <a:cubicBezTo>
                    <a:pt x="672" y="0"/>
                    <a:pt x="1" y="670"/>
                    <a:pt x="1" y="1504"/>
                  </a:cubicBezTo>
                  <a:cubicBezTo>
                    <a:pt x="1" y="2332"/>
                    <a:pt x="672" y="3009"/>
                    <a:pt x="1505" y="3009"/>
                  </a:cubicBezTo>
                  <a:cubicBezTo>
                    <a:pt x="2332" y="3009"/>
                    <a:pt x="3009" y="2332"/>
                    <a:pt x="3009" y="1504"/>
                  </a:cubicBezTo>
                  <a:cubicBezTo>
                    <a:pt x="3009" y="670"/>
                    <a:pt x="2332" y="0"/>
                    <a:pt x="15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 name="Google Shape;953;p53"/>
          <p:cNvGrpSpPr/>
          <p:nvPr/>
        </p:nvGrpSpPr>
        <p:grpSpPr>
          <a:xfrm>
            <a:off x="7996016" y="3852070"/>
            <a:ext cx="417472" cy="383146"/>
            <a:chOff x="8006370" y="4123406"/>
            <a:chExt cx="417472" cy="383146"/>
          </a:xfrm>
        </p:grpSpPr>
        <p:sp>
          <p:nvSpPr>
            <p:cNvPr id="954" name="Google Shape;954;p53"/>
            <p:cNvSpPr/>
            <p:nvPr/>
          </p:nvSpPr>
          <p:spPr>
            <a:xfrm>
              <a:off x="8006370" y="4367925"/>
              <a:ext cx="417472" cy="138627"/>
            </a:xfrm>
            <a:custGeom>
              <a:avLst/>
              <a:gdLst/>
              <a:ahLst/>
              <a:cxnLst/>
              <a:rect l="l" t="t" r="r" b="b"/>
              <a:pathLst>
                <a:path w="15482" h="5141" extrusionOk="0">
                  <a:moveTo>
                    <a:pt x="5378" y="909"/>
                  </a:moveTo>
                  <a:cubicBezTo>
                    <a:pt x="6356" y="909"/>
                    <a:pt x="7163" y="1643"/>
                    <a:pt x="7270" y="2595"/>
                  </a:cubicBezTo>
                  <a:cubicBezTo>
                    <a:pt x="7051" y="2483"/>
                    <a:pt x="6801" y="2421"/>
                    <a:pt x="6532" y="2421"/>
                  </a:cubicBezTo>
                  <a:lnTo>
                    <a:pt x="1542" y="2421"/>
                  </a:lnTo>
                  <a:lnTo>
                    <a:pt x="1542" y="2000"/>
                  </a:lnTo>
                  <a:lnTo>
                    <a:pt x="4814" y="992"/>
                  </a:lnTo>
                  <a:cubicBezTo>
                    <a:pt x="4996" y="935"/>
                    <a:pt x="5184" y="909"/>
                    <a:pt x="5378" y="909"/>
                  </a:cubicBezTo>
                  <a:close/>
                  <a:moveTo>
                    <a:pt x="10104" y="909"/>
                  </a:moveTo>
                  <a:cubicBezTo>
                    <a:pt x="10298" y="909"/>
                    <a:pt x="10486" y="935"/>
                    <a:pt x="10668" y="992"/>
                  </a:cubicBezTo>
                  <a:lnTo>
                    <a:pt x="13940" y="2000"/>
                  </a:lnTo>
                  <a:lnTo>
                    <a:pt x="13940" y="2421"/>
                  </a:lnTo>
                  <a:lnTo>
                    <a:pt x="8950" y="2421"/>
                  </a:lnTo>
                  <a:cubicBezTo>
                    <a:pt x="8681" y="2421"/>
                    <a:pt x="8430" y="2483"/>
                    <a:pt x="8210" y="2595"/>
                  </a:cubicBezTo>
                  <a:cubicBezTo>
                    <a:pt x="8317" y="1643"/>
                    <a:pt x="9126" y="909"/>
                    <a:pt x="10104" y="909"/>
                  </a:cubicBezTo>
                  <a:close/>
                  <a:moveTo>
                    <a:pt x="6532" y="3329"/>
                  </a:moveTo>
                  <a:cubicBezTo>
                    <a:pt x="6951" y="3329"/>
                    <a:pt x="7290" y="3668"/>
                    <a:pt x="7290" y="4082"/>
                  </a:cubicBezTo>
                  <a:lnTo>
                    <a:pt x="7290" y="4232"/>
                  </a:lnTo>
                  <a:lnTo>
                    <a:pt x="909" y="4232"/>
                  </a:lnTo>
                  <a:lnTo>
                    <a:pt x="909" y="3329"/>
                  </a:lnTo>
                  <a:close/>
                  <a:moveTo>
                    <a:pt x="14571" y="3329"/>
                  </a:moveTo>
                  <a:lnTo>
                    <a:pt x="14571" y="4232"/>
                  </a:lnTo>
                  <a:lnTo>
                    <a:pt x="8192" y="4232"/>
                  </a:lnTo>
                  <a:lnTo>
                    <a:pt x="8192" y="4082"/>
                  </a:lnTo>
                  <a:cubicBezTo>
                    <a:pt x="8192" y="3668"/>
                    <a:pt x="8531" y="3329"/>
                    <a:pt x="8950" y="3329"/>
                  </a:cubicBezTo>
                  <a:close/>
                  <a:moveTo>
                    <a:pt x="5378" y="1"/>
                  </a:moveTo>
                  <a:cubicBezTo>
                    <a:pt x="5095" y="1"/>
                    <a:pt x="4814" y="44"/>
                    <a:pt x="4545" y="127"/>
                  </a:cubicBezTo>
                  <a:lnTo>
                    <a:pt x="953" y="1230"/>
                  </a:lnTo>
                  <a:cubicBezTo>
                    <a:pt x="765" y="1285"/>
                    <a:pt x="634" y="1461"/>
                    <a:pt x="634" y="1661"/>
                  </a:cubicBezTo>
                  <a:lnTo>
                    <a:pt x="634" y="2421"/>
                  </a:lnTo>
                  <a:lnTo>
                    <a:pt x="452" y="2421"/>
                  </a:lnTo>
                  <a:cubicBezTo>
                    <a:pt x="201" y="2421"/>
                    <a:pt x="1" y="2621"/>
                    <a:pt x="1" y="2872"/>
                  </a:cubicBezTo>
                  <a:lnTo>
                    <a:pt x="1" y="4689"/>
                  </a:lnTo>
                  <a:cubicBezTo>
                    <a:pt x="1" y="4940"/>
                    <a:pt x="201" y="5140"/>
                    <a:pt x="452" y="5140"/>
                  </a:cubicBezTo>
                  <a:lnTo>
                    <a:pt x="15030" y="5140"/>
                  </a:lnTo>
                  <a:cubicBezTo>
                    <a:pt x="15280" y="5140"/>
                    <a:pt x="15481" y="4940"/>
                    <a:pt x="15481" y="4689"/>
                  </a:cubicBezTo>
                  <a:lnTo>
                    <a:pt x="15481" y="2872"/>
                  </a:lnTo>
                  <a:cubicBezTo>
                    <a:pt x="15481" y="2621"/>
                    <a:pt x="15280" y="2421"/>
                    <a:pt x="15030" y="2421"/>
                  </a:cubicBezTo>
                  <a:lnTo>
                    <a:pt x="14848" y="2421"/>
                  </a:lnTo>
                  <a:lnTo>
                    <a:pt x="14848" y="1661"/>
                  </a:lnTo>
                  <a:cubicBezTo>
                    <a:pt x="14848" y="1461"/>
                    <a:pt x="14716" y="1285"/>
                    <a:pt x="14528" y="1230"/>
                  </a:cubicBezTo>
                  <a:lnTo>
                    <a:pt x="10937" y="127"/>
                  </a:lnTo>
                  <a:cubicBezTo>
                    <a:pt x="10668" y="44"/>
                    <a:pt x="10385" y="1"/>
                    <a:pt x="10104" y="1"/>
                  </a:cubicBezTo>
                  <a:cubicBezTo>
                    <a:pt x="9113" y="1"/>
                    <a:pt x="8242" y="515"/>
                    <a:pt x="7741" y="1285"/>
                  </a:cubicBezTo>
                  <a:cubicBezTo>
                    <a:pt x="7239" y="515"/>
                    <a:pt x="6368" y="1"/>
                    <a:pt x="53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53"/>
            <p:cNvSpPr/>
            <p:nvPr/>
          </p:nvSpPr>
          <p:spPr>
            <a:xfrm>
              <a:off x="8202918" y="4139612"/>
              <a:ext cx="24376" cy="171228"/>
            </a:xfrm>
            <a:custGeom>
              <a:avLst/>
              <a:gdLst/>
              <a:ahLst/>
              <a:cxnLst/>
              <a:rect l="l" t="t" r="r" b="b"/>
              <a:pathLst>
                <a:path w="904" h="6350" extrusionOk="0">
                  <a:moveTo>
                    <a:pt x="452" y="1"/>
                  </a:moveTo>
                  <a:cubicBezTo>
                    <a:pt x="201" y="1"/>
                    <a:pt x="1" y="208"/>
                    <a:pt x="1" y="458"/>
                  </a:cubicBezTo>
                  <a:lnTo>
                    <a:pt x="1" y="5899"/>
                  </a:lnTo>
                  <a:cubicBezTo>
                    <a:pt x="1" y="6150"/>
                    <a:pt x="201" y="6350"/>
                    <a:pt x="452" y="6350"/>
                  </a:cubicBezTo>
                  <a:cubicBezTo>
                    <a:pt x="702" y="6350"/>
                    <a:pt x="903" y="6150"/>
                    <a:pt x="903" y="5899"/>
                  </a:cubicBezTo>
                  <a:lnTo>
                    <a:pt x="903" y="458"/>
                  </a:lnTo>
                  <a:cubicBezTo>
                    <a:pt x="903" y="208"/>
                    <a:pt x="702" y="1"/>
                    <a:pt x="4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53"/>
            <p:cNvSpPr/>
            <p:nvPr/>
          </p:nvSpPr>
          <p:spPr>
            <a:xfrm>
              <a:off x="8153896" y="4172240"/>
              <a:ext cx="24565" cy="105999"/>
            </a:xfrm>
            <a:custGeom>
              <a:avLst/>
              <a:gdLst/>
              <a:ahLst/>
              <a:cxnLst/>
              <a:rect l="l" t="t" r="r" b="b"/>
              <a:pathLst>
                <a:path w="911" h="3931" extrusionOk="0">
                  <a:moveTo>
                    <a:pt x="459" y="0"/>
                  </a:moveTo>
                  <a:cubicBezTo>
                    <a:pt x="208" y="0"/>
                    <a:pt x="0" y="208"/>
                    <a:pt x="0" y="451"/>
                  </a:cubicBezTo>
                  <a:lnTo>
                    <a:pt x="0" y="3479"/>
                  </a:lnTo>
                  <a:cubicBezTo>
                    <a:pt x="0" y="3729"/>
                    <a:pt x="208" y="3931"/>
                    <a:pt x="459" y="3931"/>
                  </a:cubicBezTo>
                  <a:cubicBezTo>
                    <a:pt x="709" y="3931"/>
                    <a:pt x="910" y="3729"/>
                    <a:pt x="910" y="3479"/>
                  </a:cubicBezTo>
                  <a:lnTo>
                    <a:pt x="910" y="451"/>
                  </a:lnTo>
                  <a:cubicBezTo>
                    <a:pt x="910" y="208"/>
                    <a:pt x="709" y="0"/>
                    <a:pt x="4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53"/>
            <p:cNvSpPr/>
            <p:nvPr/>
          </p:nvSpPr>
          <p:spPr>
            <a:xfrm>
              <a:off x="8251752" y="4172240"/>
              <a:ext cx="24538" cy="105999"/>
            </a:xfrm>
            <a:custGeom>
              <a:avLst/>
              <a:gdLst/>
              <a:ahLst/>
              <a:cxnLst/>
              <a:rect l="l" t="t" r="r" b="b"/>
              <a:pathLst>
                <a:path w="910" h="3931" extrusionOk="0">
                  <a:moveTo>
                    <a:pt x="452" y="0"/>
                  </a:moveTo>
                  <a:cubicBezTo>
                    <a:pt x="207" y="0"/>
                    <a:pt x="1" y="208"/>
                    <a:pt x="1" y="451"/>
                  </a:cubicBezTo>
                  <a:lnTo>
                    <a:pt x="1" y="3479"/>
                  </a:lnTo>
                  <a:cubicBezTo>
                    <a:pt x="1" y="3729"/>
                    <a:pt x="207" y="3931"/>
                    <a:pt x="452" y="3931"/>
                  </a:cubicBezTo>
                  <a:cubicBezTo>
                    <a:pt x="703" y="3931"/>
                    <a:pt x="909" y="3729"/>
                    <a:pt x="909" y="3479"/>
                  </a:cubicBezTo>
                  <a:lnTo>
                    <a:pt x="909" y="451"/>
                  </a:lnTo>
                  <a:cubicBezTo>
                    <a:pt x="909" y="208"/>
                    <a:pt x="703" y="0"/>
                    <a:pt x="4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53"/>
            <p:cNvSpPr/>
            <p:nvPr/>
          </p:nvSpPr>
          <p:spPr>
            <a:xfrm>
              <a:off x="8039834" y="4123406"/>
              <a:ext cx="73345" cy="73345"/>
            </a:xfrm>
            <a:custGeom>
              <a:avLst/>
              <a:gdLst/>
              <a:ahLst/>
              <a:cxnLst/>
              <a:rect l="l" t="t" r="r" b="b"/>
              <a:pathLst>
                <a:path w="2720" h="2720" extrusionOk="0">
                  <a:moveTo>
                    <a:pt x="1360" y="0"/>
                  </a:moveTo>
                  <a:cubicBezTo>
                    <a:pt x="1109" y="0"/>
                    <a:pt x="909" y="200"/>
                    <a:pt x="909" y="451"/>
                  </a:cubicBezTo>
                  <a:lnTo>
                    <a:pt x="909" y="903"/>
                  </a:lnTo>
                  <a:lnTo>
                    <a:pt x="452" y="903"/>
                  </a:lnTo>
                  <a:cubicBezTo>
                    <a:pt x="201" y="903"/>
                    <a:pt x="0" y="1110"/>
                    <a:pt x="0" y="1360"/>
                  </a:cubicBezTo>
                  <a:cubicBezTo>
                    <a:pt x="0" y="1611"/>
                    <a:pt x="201" y="1811"/>
                    <a:pt x="452" y="1811"/>
                  </a:cubicBezTo>
                  <a:lnTo>
                    <a:pt x="909" y="1811"/>
                  </a:lnTo>
                  <a:lnTo>
                    <a:pt x="909" y="2262"/>
                  </a:lnTo>
                  <a:cubicBezTo>
                    <a:pt x="909" y="2514"/>
                    <a:pt x="1109" y="2720"/>
                    <a:pt x="1360" y="2720"/>
                  </a:cubicBezTo>
                  <a:cubicBezTo>
                    <a:pt x="1611" y="2720"/>
                    <a:pt x="1811" y="2514"/>
                    <a:pt x="1811" y="2262"/>
                  </a:cubicBezTo>
                  <a:lnTo>
                    <a:pt x="1811" y="1811"/>
                  </a:lnTo>
                  <a:lnTo>
                    <a:pt x="2269" y="1811"/>
                  </a:lnTo>
                  <a:cubicBezTo>
                    <a:pt x="2520" y="1811"/>
                    <a:pt x="2720" y="1611"/>
                    <a:pt x="2720" y="1360"/>
                  </a:cubicBezTo>
                  <a:cubicBezTo>
                    <a:pt x="2720" y="1110"/>
                    <a:pt x="2520" y="903"/>
                    <a:pt x="2269" y="903"/>
                  </a:cubicBezTo>
                  <a:lnTo>
                    <a:pt x="1811" y="903"/>
                  </a:lnTo>
                  <a:lnTo>
                    <a:pt x="1811" y="451"/>
                  </a:lnTo>
                  <a:cubicBezTo>
                    <a:pt x="1811" y="200"/>
                    <a:pt x="1611" y="0"/>
                    <a:pt x="13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53"/>
            <p:cNvSpPr/>
            <p:nvPr/>
          </p:nvSpPr>
          <p:spPr>
            <a:xfrm>
              <a:off x="8316980" y="4123406"/>
              <a:ext cx="73399" cy="73345"/>
            </a:xfrm>
            <a:custGeom>
              <a:avLst/>
              <a:gdLst/>
              <a:ahLst/>
              <a:cxnLst/>
              <a:rect l="l" t="t" r="r" b="b"/>
              <a:pathLst>
                <a:path w="2722" h="2720" extrusionOk="0">
                  <a:moveTo>
                    <a:pt x="1360" y="0"/>
                  </a:moveTo>
                  <a:cubicBezTo>
                    <a:pt x="1110" y="0"/>
                    <a:pt x="909" y="200"/>
                    <a:pt x="909" y="451"/>
                  </a:cubicBezTo>
                  <a:lnTo>
                    <a:pt x="909" y="903"/>
                  </a:lnTo>
                  <a:lnTo>
                    <a:pt x="452" y="903"/>
                  </a:lnTo>
                  <a:cubicBezTo>
                    <a:pt x="202" y="903"/>
                    <a:pt x="0" y="1110"/>
                    <a:pt x="0" y="1360"/>
                  </a:cubicBezTo>
                  <a:cubicBezTo>
                    <a:pt x="0" y="1611"/>
                    <a:pt x="202" y="1811"/>
                    <a:pt x="452" y="1811"/>
                  </a:cubicBezTo>
                  <a:lnTo>
                    <a:pt x="909" y="1811"/>
                  </a:lnTo>
                  <a:lnTo>
                    <a:pt x="909" y="2262"/>
                  </a:lnTo>
                  <a:cubicBezTo>
                    <a:pt x="909" y="2514"/>
                    <a:pt x="1110" y="2720"/>
                    <a:pt x="1360" y="2720"/>
                  </a:cubicBezTo>
                  <a:cubicBezTo>
                    <a:pt x="1611" y="2720"/>
                    <a:pt x="1811" y="2514"/>
                    <a:pt x="1811" y="2262"/>
                  </a:cubicBezTo>
                  <a:lnTo>
                    <a:pt x="1811" y="1811"/>
                  </a:lnTo>
                  <a:lnTo>
                    <a:pt x="2270" y="1811"/>
                  </a:lnTo>
                  <a:cubicBezTo>
                    <a:pt x="2520" y="1811"/>
                    <a:pt x="2721" y="1611"/>
                    <a:pt x="2721" y="1360"/>
                  </a:cubicBezTo>
                  <a:cubicBezTo>
                    <a:pt x="2721" y="1110"/>
                    <a:pt x="2520" y="903"/>
                    <a:pt x="2270" y="903"/>
                  </a:cubicBezTo>
                  <a:lnTo>
                    <a:pt x="1811" y="903"/>
                  </a:lnTo>
                  <a:lnTo>
                    <a:pt x="1811" y="451"/>
                  </a:lnTo>
                  <a:cubicBezTo>
                    <a:pt x="1811" y="200"/>
                    <a:pt x="1611" y="0"/>
                    <a:pt x="13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53"/>
            <p:cNvSpPr/>
            <p:nvPr/>
          </p:nvSpPr>
          <p:spPr>
            <a:xfrm>
              <a:off x="8039834" y="4253890"/>
              <a:ext cx="73345" cy="73345"/>
            </a:xfrm>
            <a:custGeom>
              <a:avLst/>
              <a:gdLst/>
              <a:ahLst/>
              <a:cxnLst/>
              <a:rect l="l" t="t" r="r" b="b"/>
              <a:pathLst>
                <a:path w="2720" h="2720" extrusionOk="0">
                  <a:moveTo>
                    <a:pt x="1360" y="0"/>
                  </a:moveTo>
                  <a:cubicBezTo>
                    <a:pt x="1109" y="0"/>
                    <a:pt x="909" y="200"/>
                    <a:pt x="909" y="451"/>
                  </a:cubicBezTo>
                  <a:lnTo>
                    <a:pt x="909" y="903"/>
                  </a:lnTo>
                  <a:lnTo>
                    <a:pt x="452" y="903"/>
                  </a:lnTo>
                  <a:cubicBezTo>
                    <a:pt x="201" y="903"/>
                    <a:pt x="0" y="1109"/>
                    <a:pt x="0" y="1360"/>
                  </a:cubicBezTo>
                  <a:cubicBezTo>
                    <a:pt x="0" y="1611"/>
                    <a:pt x="201" y="1811"/>
                    <a:pt x="452" y="1811"/>
                  </a:cubicBezTo>
                  <a:lnTo>
                    <a:pt x="909" y="1811"/>
                  </a:lnTo>
                  <a:lnTo>
                    <a:pt x="909" y="2262"/>
                  </a:lnTo>
                  <a:cubicBezTo>
                    <a:pt x="909" y="2514"/>
                    <a:pt x="1109" y="2720"/>
                    <a:pt x="1360" y="2720"/>
                  </a:cubicBezTo>
                  <a:cubicBezTo>
                    <a:pt x="1611" y="2720"/>
                    <a:pt x="1811" y="2514"/>
                    <a:pt x="1811" y="2262"/>
                  </a:cubicBezTo>
                  <a:lnTo>
                    <a:pt x="1811" y="1811"/>
                  </a:lnTo>
                  <a:lnTo>
                    <a:pt x="2269" y="1811"/>
                  </a:lnTo>
                  <a:cubicBezTo>
                    <a:pt x="2520" y="1811"/>
                    <a:pt x="2720" y="1611"/>
                    <a:pt x="2720" y="1360"/>
                  </a:cubicBezTo>
                  <a:cubicBezTo>
                    <a:pt x="2720" y="1109"/>
                    <a:pt x="2520" y="903"/>
                    <a:pt x="2269" y="903"/>
                  </a:cubicBezTo>
                  <a:lnTo>
                    <a:pt x="1811" y="903"/>
                  </a:lnTo>
                  <a:lnTo>
                    <a:pt x="1811" y="451"/>
                  </a:lnTo>
                  <a:cubicBezTo>
                    <a:pt x="1811" y="200"/>
                    <a:pt x="1611" y="0"/>
                    <a:pt x="13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53"/>
            <p:cNvSpPr/>
            <p:nvPr/>
          </p:nvSpPr>
          <p:spPr>
            <a:xfrm>
              <a:off x="8316980" y="4253890"/>
              <a:ext cx="73399" cy="73345"/>
            </a:xfrm>
            <a:custGeom>
              <a:avLst/>
              <a:gdLst/>
              <a:ahLst/>
              <a:cxnLst/>
              <a:rect l="l" t="t" r="r" b="b"/>
              <a:pathLst>
                <a:path w="2722" h="2720" extrusionOk="0">
                  <a:moveTo>
                    <a:pt x="1360" y="0"/>
                  </a:moveTo>
                  <a:cubicBezTo>
                    <a:pt x="1110" y="0"/>
                    <a:pt x="909" y="200"/>
                    <a:pt x="909" y="451"/>
                  </a:cubicBezTo>
                  <a:lnTo>
                    <a:pt x="909" y="903"/>
                  </a:lnTo>
                  <a:lnTo>
                    <a:pt x="452" y="903"/>
                  </a:lnTo>
                  <a:cubicBezTo>
                    <a:pt x="202" y="903"/>
                    <a:pt x="0" y="1109"/>
                    <a:pt x="0" y="1360"/>
                  </a:cubicBezTo>
                  <a:cubicBezTo>
                    <a:pt x="0" y="1611"/>
                    <a:pt x="202" y="1811"/>
                    <a:pt x="452" y="1811"/>
                  </a:cubicBezTo>
                  <a:lnTo>
                    <a:pt x="909" y="1811"/>
                  </a:lnTo>
                  <a:lnTo>
                    <a:pt x="909" y="2262"/>
                  </a:lnTo>
                  <a:cubicBezTo>
                    <a:pt x="909" y="2514"/>
                    <a:pt x="1110" y="2720"/>
                    <a:pt x="1360" y="2720"/>
                  </a:cubicBezTo>
                  <a:cubicBezTo>
                    <a:pt x="1611" y="2720"/>
                    <a:pt x="1811" y="2514"/>
                    <a:pt x="1811" y="2262"/>
                  </a:cubicBezTo>
                  <a:lnTo>
                    <a:pt x="1811" y="1811"/>
                  </a:lnTo>
                  <a:lnTo>
                    <a:pt x="2270" y="1811"/>
                  </a:lnTo>
                  <a:cubicBezTo>
                    <a:pt x="2520" y="1811"/>
                    <a:pt x="2721" y="1611"/>
                    <a:pt x="2721" y="1360"/>
                  </a:cubicBezTo>
                  <a:cubicBezTo>
                    <a:pt x="2721" y="1109"/>
                    <a:pt x="2520" y="903"/>
                    <a:pt x="2270" y="903"/>
                  </a:cubicBezTo>
                  <a:lnTo>
                    <a:pt x="1811" y="903"/>
                  </a:lnTo>
                  <a:lnTo>
                    <a:pt x="1811" y="451"/>
                  </a:lnTo>
                  <a:cubicBezTo>
                    <a:pt x="1811" y="200"/>
                    <a:pt x="1611" y="0"/>
                    <a:pt x="13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0">
  <p:cSld>
    <p:spTree>
      <p:nvGrpSpPr>
        <p:cNvPr id="1" name="Shape 965"/>
        <p:cNvGrpSpPr/>
        <p:nvPr/>
      </p:nvGrpSpPr>
      <p:grpSpPr>
        <a:xfrm>
          <a:off x="0" y="0"/>
          <a:ext cx="0" cy="0"/>
          <a:chOff x="0" y="0"/>
          <a:chExt cx="0" cy="0"/>
        </a:xfrm>
      </p:grpSpPr>
      <p:sp>
        <p:nvSpPr>
          <p:cNvPr id="966" name="Google Shape;966;p5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Alternative resources</a:t>
            </a:r>
            <a:endParaRPr/>
          </a:p>
        </p:txBody>
      </p:sp>
      <p:sp>
        <p:nvSpPr>
          <p:cNvPr id="967" name="Google Shape;967;p54"/>
          <p:cNvSpPr txBox="1">
            <a:spLocks noGrp="1"/>
          </p:cNvSpPr>
          <p:nvPr>
            <p:ph type="body" idx="1"/>
          </p:nvPr>
        </p:nvSpPr>
        <p:spPr>
          <a:xfrm>
            <a:off x="720000" y="1152475"/>
            <a:ext cx="7704000" cy="34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400">
                <a:solidFill>
                  <a:schemeClr val="lt1"/>
                </a:solidFill>
              </a:rPr>
              <a:t>Here’s an assortment of alternative resources whose style fits that of this template:</a:t>
            </a:r>
            <a:endParaRPr sz="1400">
              <a:solidFill>
                <a:schemeClr val="lt1"/>
              </a:solidFill>
            </a:endParaRPr>
          </a:p>
          <a:p>
            <a:pPr marL="0" lvl="0" indent="0" algn="l" rtl="0">
              <a:spcBef>
                <a:spcPts val="0"/>
              </a:spcBef>
              <a:spcAft>
                <a:spcPts val="0"/>
              </a:spcAft>
              <a:buNone/>
            </a:pPr>
            <a:r>
              <a:rPr lang="en" sz="2300" b="1">
                <a:solidFill>
                  <a:schemeClr val="lt1"/>
                </a:solidFill>
                <a:latin typeface="Russo One"/>
                <a:ea typeface="Russo One"/>
                <a:cs typeface="Russo One"/>
                <a:sym typeface="Russo One"/>
              </a:rPr>
              <a:t>Photos</a:t>
            </a:r>
            <a:endParaRPr sz="2300" b="1">
              <a:solidFill>
                <a:schemeClr val="lt1"/>
              </a:solidFill>
              <a:latin typeface="Russo One"/>
              <a:ea typeface="Russo One"/>
              <a:cs typeface="Russo One"/>
              <a:sym typeface="Russo One"/>
            </a:endParaRPr>
          </a:p>
          <a:p>
            <a:pPr marL="457200" lvl="0" indent="-317500" algn="l" rtl="0">
              <a:spcBef>
                <a:spcPts val="0"/>
              </a:spcBef>
              <a:spcAft>
                <a:spcPts val="0"/>
              </a:spcAft>
              <a:buSzPts val="1400"/>
              <a:buChar char="■"/>
            </a:pPr>
            <a:r>
              <a:rPr lang="en" sz="1400" u="sng">
                <a:solidFill>
                  <a:schemeClr val="lt1"/>
                </a:solidFill>
                <a:hlinkClick r:id="rId3">
                  <a:extLst>
                    <a:ext uri="{A12FA001-AC4F-418D-AE19-62706E023703}">
                      <ahyp:hlinkClr xmlns:ahyp="http://schemas.microsoft.com/office/drawing/2018/hyperlinkcolor" val="tx"/>
                    </a:ext>
                  </a:extLst>
                </a:hlinkClick>
              </a:rPr>
              <a:t>Medium shot man with vr glasses </a:t>
            </a:r>
            <a:endParaRPr sz="1400" u="sng">
              <a:solidFill>
                <a:schemeClr val="lt1"/>
              </a:solidFill>
            </a:endParaRPr>
          </a:p>
          <a:p>
            <a:pPr marL="457200" lvl="0" indent="-317500" algn="l" rtl="0">
              <a:spcBef>
                <a:spcPts val="0"/>
              </a:spcBef>
              <a:spcAft>
                <a:spcPts val="0"/>
              </a:spcAft>
              <a:buSzPts val="1400"/>
              <a:buChar char="■"/>
            </a:pPr>
            <a:r>
              <a:rPr lang="en" sz="1400" u="sng">
                <a:solidFill>
                  <a:schemeClr val="lt1"/>
                </a:solidFill>
                <a:hlinkClick r:id="rId4">
                  <a:extLst>
                    <a:ext uri="{A12FA001-AC4F-418D-AE19-62706E023703}">
                      <ahyp:hlinkClr xmlns:ahyp="http://schemas.microsoft.com/office/drawing/2018/hyperlinkcolor" val="tx"/>
                    </a:ext>
                  </a:extLst>
                </a:hlinkClick>
              </a:rPr>
              <a:t>Portrait of beautiful female photographer in the city at night</a:t>
            </a:r>
            <a:endParaRPr sz="1400" u="sng">
              <a:solidFill>
                <a:schemeClr val="lt1"/>
              </a:solidFill>
            </a:endParaRPr>
          </a:p>
          <a:p>
            <a:pPr marL="457200" lvl="0" indent="-317500" algn="l" rtl="0">
              <a:spcBef>
                <a:spcPts val="0"/>
              </a:spcBef>
              <a:spcAft>
                <a:spcPts val="0"/>
              </a:spcAft>
              <a:buSzPts val="1400"/>
              <a:buChar char="■"/>
            </a:pPr>
            <a:r>
              <a:rPr lang="en" sz="1400" u="sng">
                <a:solidFill>
                  <a:schemeClr val="lt1"/>
                </a:solidFill>
                <a:hlinkClick r:id="rId5">
                  <a:extLst>
                    <a:ext uri="{A12FA001-AC4F-418D-AE19-62706E023703}">
                      <ahyp:hlinkClr xmlns:ahyp="http://schemas.microsoft.com/office/drawing/2018/hyperlinkcolor" val="tx"/>
                    </a:ext>
                  </a:extLst>
                </a:hlinkClick>
              </a:rPr>
              <a:t>Sportsman sitting and looking at camera at football</a:t>
            </a:r>
            <a:endParaRPr sz="1400" u="sng">
              <a:solidFill>
                <a:schemeClr val="lt1"/>
              </a:solidFill>
            </a:endParaRPr>
          </a:p>
          <a:p>
            <a:pPr marL="457200" lvl="0" indent="-317500" algn="l" rtl="0">
              <a:spcBef>
                <a:spcPts val="0"/>
              </a:spcBef>
              <a:spcAft>
                <a:spcPts val="0"/>
              </a:spcAft>
              <a:buSzPts val="1400"/>
              <a:buChar char="■"/>
            </a:pPr>
            <a:r>
              <a:rPr lang="en" sz="1400" u="sng">
                <a:solidFill>
                  <a:schemeClr val="lt1"/>
                </a:solidFill>
                <a:hlinkClick r:id="rId6">
                  <a:extLst>
                    <a:ext uri="{A12FA001-AC4F-418D-AE19-62706E023703}">
                      <ahyp:hlinkClr xmlns:ahyp="http://schemas.microsoft.com/office/drawing/2018/hyperlinkcolor" val="tx"/>
                    </a:ext>
                  </a:extLst>
                </a:hlinkClick>
              </a:rPr>
              <a:t>Medium shot couple playing videogame in bed</a:t>
            </a:r>
            <a:endParaRPr sz="1400" u="sng">
              <a:solidFill>
                <a:schemeClr val="lt1"/>
              </a:solidFill>
            </a:endParaRPr>
          </a:p>
          <a:p>
            <a:pPr marL="457200" lvl="0" indent="-317500" algn="l" rtl="0">
              <a:spcBef>
                <a:spcPts val="0"/>
              </a:spcBef>
              <a:spcAft>
                <a:spcPts val="0"/>
              </a:spcAft>
              <a:buSzPts val="1400"/>
              <a:buChar char="■"/>
            </a:pPr>
            <a:r>
              <a:rPr lang="en" sz="1400" u="sng">
                <a:solidFill>
                  <a:schemeClr val="lt1"/>
                </a:solidFill>
                <a:hlinkClick r:id="rId7">
                  <a:extLst>
                    <a:ext uri="{A12FA001-AC4F-418D-AE19-62706E023703}">
                      <ahyp:hlinkClr xmlns:ahyp="http://schemas.microsoft.com/office/drawing/2018/hyperlinkcolor" val="tx"/>
                    </a:ext>
                  </a:extLst>
                </a:hlinkClick>
              </a:rPr>
              <a:t>Man playing game on computer medium shot</a:t>
            </a:r>
            <a:endParaRPr sz="1400" u="sng">
              <a:solidFill>
                <a:schemeClr val="lt1"/>
              </a:solidFill>
            </a:endParaRPr>
          </a:p>
          <a:p>
            <a:pPr marL="457200" lvl="0" indent="-317500" algn="l" rtl="0">
              <a:spcBef>
                <a:spcPts val="0"/>
              </a:spcBef>
              <a:spcAft>
                <a:spcPts val="0"/>
              </a:spcAft>
              <a:buSzPts val="1400"/>
              <a:buChar char="■"/>
            </a:pPr>
            <a:r>
              <a:rPr lang="en" sz="1400" u="sng">
                <a:solidFill>
                  <a:schemeClr val="lt1"/>
                </a:solidFill>
                <a:hlinkClick r:id="rId8">
                  <a:extLst>
                    <a:ext uri="{A12FA001-AC4F-418D-AE19-62706E023703}">
                      <ahyp:hlinkClr xmlns:ahyp="http://schemas.microsoft.com/office/drawing/2018/hyperlinkcolor" val="tx"/>
                    </a:ext>
                  </a:extLst>
                </a:hlinkClick>
              </a:rPr>
              <a:t>Medium shot woman with vr glasses on couch </a:t>
            </a:r>
            <a:endParaRPr sz="1400" u="sng">
              <a:solidFill>
                <a:schemeClr val="lt1"/>
              </a:solidFill>
            </a:endParaRPr>
          </a:p>
          <a:p>
            <a:pPr marL="0" lvl="0" indent="0" algn="l" rtl="0">
              <a:spcBef>
                <a:spcPts val="0"/>
              </a:spcBef>
              <a:spcAft>
                <a:spcPts val="0"/>
              </a:spcAft>
              <a:buNone/>
            </a:pPr>
            <a:endParaRPr sz="1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0">
  <p:cSld>
    <p:spTree>
      <p:nvGrpSpPr>
        <p:cNvPr id="1" name="Shape 971"/>
        <p:cNvGrpSpPr/>
        <p:nvPr/>
      </p:nvGrpSpPr>
      <p:grpSpPr>
        <a:xfrm>
          <a:off x="0" y="0"/>
          <a:ext cx="0" cy="0"/>
          <a:chOff x="0" y="0"/>
          <a:chExt cx="0" cy="0"/>
        </a:xfrm>
      </p:grpSpPr>
      <p:sp>
        <p:nvSpPr>
          <p:cNvPr id="972" name="Google Shape;972;p5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Resources</a:t>
            </a:r>
            <a:endParaRPr/>
          </a:p>
        </p:txBody>
      </p:sp>
      <p:sp>
        <p:nvSpPr>
          <p:cNvPr id="973" name="Google Shape;973;p55"/>
          <p:cNvSpPr txBox="1"/>
          <p:nvPr/>
        </p:nvSpPr>
        <p:spPr>
          <a:xfrm>
            <a:off x="612413" y="1152475"/>
            <a:ext cx="3928200" cy="3416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Jura"/>
                <a:ea typeface="Jura"/>
                <a:cs typeface="Jura"/>
                <a:sym typeface="Jura"/>
              </a:rPr>
              <a:t>Did you like the resources on this template? Get them for free at our other websites:</a:t>
            </a:r>
            <a:br>
              <a:rPr lang="en" sz="1200">
                <a:solidFill>
                  <a:schemeClr val="lt1"/>
                </a:solidFill>
                <a:latin typeface="Jura"/>
                <a:ea typeface="Jura"/>
                <a:cs typeface="Jura"/>
                <a:sym typeface="Jura"/>
              </a:rPr>
            </a:br>
            <a:endParaRPr sz="1200">
              <a:solidFill>
                <a:schemeClr val="lt1"/>
              </a:solidFill>
              <a:latin typeface="Jura"/>
              <a:ea typeface="Jura"/>
              <a:cs typeface="Jura"/>
              <a:sym typeface="Jura"/>
            </a:endParaRPr>
          </a:p>
          <a:p>
            <a:pPr marL="0" lvl="0" indent="0" algn="l" rtl="0">
              <a:spcBef>
                <a:spcPts val="0"/>
              </a:spcBef>
              <a:spcAft>
                <a:spcPts val="0"/>
              </a:spcAft>
              <a:buNone/>
            </a:pPr>
            <a:r>
              <a:rPr lang="en" sz="2300" b="1">
                <a:solidFill>
                  <a:schemeClr val="lt1"/>
                </a:solidFill>
                <a:latin typeface="Russo One"/>
                <a:ea typeface="Russo One"/>
                <a:cs typeface="Russo One"/>
                <a:sym typeface="Russo One"/>
              </a:rPr>
              <a:t>Vectors</a:t>
            </a:r>
            <a:endParaRPr sz="2300" b="1">
              <a:solidFill>
                <a:schemeClr val="lt1"/>
              </a:solidFill>
              <a:latin typeface="Russo One"/>
              <a:ea typeface="Russo One"/>
              <a:cs typeface="Russo One"/>
              <a:sym typeface="Russo One"/>
            </a:endParaRPr>
          </a:p>
          <a:p>
            <a:pPr marL="457200" lvl="0" indent="-304800" algn="l" rtl="0">
              <a:spcBef>
                <a:spcPts val="0"/>
              </a:spcBef>
              <a:spcAft>
                <a:spcPts val="0"/>
              </a:spcAft>
              <a:buClr>
                <a:schemeClr val="accent3"/>
              </a:buClr>
              <a:buSzPts val="1200"/>
              <a:buFont typeface="Jura"/>
              <a:buChar char="■"/>
            </a:pPr>
            <a:r>
              <a:rPr lang="en" sz="1200" u="sng">
                <a:solidFill>
                  <a:schemeClr val="lt1"/>
                </a:solidFill>
                <a:latin typeface="Jura"/>
                <a:ea typeface="Jura"/>
                <a:cs typeface="Jura"/>
                <a:sym typeface="Jura"/>
                <a:hlinkClick r:id="rId3">
                  <a:extLst>
                    <a:ext uri="{A12FA001-AC4F-418D-AE19-62706E023703}">
                      <ahyp:hlinkClr xmlns:ahyp="http://schemas.microsoft.com/office/drawing/2018/hyperlinkcolor" val="tx"/>
                    </a:ext>
                  </a:extLst>
                </a:hlinkClick>
              </a:rPr>
              <a:t>Futuristic dark gaming youtube channel art </a:t>
            </a:r>
            <a:endParaRPr sz="1200" u="sng">
              <a:solidFill>
                <a:schemeClr val="lt1"/>
              </a:solidFill>
              <a:latin typeface="Jura"/>
              <a:ea typeface="Jura"/>
              <a:cs typeface="Jura"/>
              <a:sym typeface="Jura"/>
            </a:endParaRPr>
          </a:p>
          <a:p>
            <a:pPr marL="0" lvl="0" indent="0" algn="l" rtl="0">
              <a:spcBef>
                <a:spcPts val="0"/>
              </a:spcBef>
              <a:spcAft>
                <a:spcPts val="0"/>
              </a:spcAft>
              <a:buNone/>
            </a:pPr>
            <a:r>
              <a:rPr lang="en" sz="2300" b="1">
                <a:solidFill>
                  <a:schemeClr val="lt1"/>
                </a:solidFill>
                <a:latin typeface="Russo One"/>
                <a:ea typeface="Russo One"/>
                <a:cs typeface="Russo One"/>
                <a:sym typeface="Russo One"/>
              </a:rPr>
              <a:t>Photos</a:t>
            </a:r>
            <a:endParaRPr sz="2300" b="1">
              <a:solidFill>
                <a:schemeClr val="lt1"/>
              </a:solidFill>
              <a:latin typeface="Russo One"/>
              <a:ea typeface="Russo One"/>
              <a:cs typeface="Russo One"/>
              <a:sym typeface="Russo One"/>
            </a:endParaRPr>
          </a:p>
          <a:p>
            <a:pPr marL="457200" lvl="0" indent="-304800" algn="l" rtl="0">
              <a:spcBef>
                <a:spcPts val="0"/>
              </a:spcBef>
              <a:spcAft>
                <a:spcPts val="0"/>
              </a:spcAft>
              <a:buClr>
                <a:schemeClr val="accent3"/>
              </a:buClr>
              <a:buSzPts val="1200"/>
              <a:buFont typeface="Jura"/>
              <a:buChar char="■"/>
            </a:pPr>
            <a:r>
              <a:rPr lang="en" sz="1200" u="sng">
                <a:solidFill>
                  <a:schemeClr val="hlink"/>
                </a:solidFill>
                <a:latin typeface="Jura"/>
                <a:ea typeface="Jura"/>
                <a:cs typeface="Jura"/>
                <a:sym typeface="Jura"/>
                <a:hlinkClick r:id="rId4"/>
              </a:rPr>
              <a:t>Robot and human silhouettes</a:t>
            </a:r>
            <a:endParaRPr sz="1200">
              <a:solidFill>
                <a:schemeClr val="lt1"/>
              </a:solidFill>
              <a:latin typeface="Jura"/>
              <a:ea typeface="Jura"/>
              <a:cs typeface="Jura"/>
              <a:sym typeface="Jura"/>
            </a:endParaRPr>
          </a:p>
          <a:p>
            <a:pPr marL="457200" lvl="0" indent="-304800" algn="l" rtl="0">
              <a:spcBef>
                <a:spcPts val="0"/>
              </a:spcBef>
              <a:spcAft>
                <a:spcPts val="0"/>
              </a:spcAft>
              <a:buClr>
                <a:schemeClr val="accent3"/>
              </a:buClr>
              <a:buSzPts val="1200"/>
              <a:buFont typeface="Jura"/>
              <a:buChar char="■"/>
            </a:pPr>
            <a:r>
              <a:rPr lang="en" sz="1200" u="sng">
                <a:solidFill>
                  <a:schemeClr val="hlink"/>
                </a:solidFill>
                <a:latin typeface="Jura"/>
                <a:ea typeface="Jura"/>
                <a:cs typeface="Jura"/>
                <a:sym typeface="Jura"/>
                <a:hlinkClick r:id="rId5"/>
              </a:rPr>
              <a:t>Abstract fantasy landscape background</a:t>
            </a:r>
            <a:endParaRPr sz="1200">
              <a:solidFill>
                <a:schemeClr val="lt1"/>
              </a:solidFill>
              <a:latin typeface="Jura"/>
              <a:ea typeface="Jura"/>
              <a:cs typeface="Jura"/>
              <a:sym typeface="Jura"/>
            </a:endParaRPr>
          </a:p>
          <a:p>
            <a:pPr marL="457200" lvl="0" indent="-304800" algn="l" rtl="0">
              <a:spcBef>
                <a:spcPts val="0"/>
              </a:spcBef>
              <a:spcAft>
                <a:spcPts val="0"/>
              </a:spcAft>
              <a:buClr>
                <a:schemeClr val="accent3"/>
              </a:buClr>
              <a:buSzPts val="1200"/>
              <a:buFont typeface="Jura"/>
              <a:buChar char="■"/>
            </a:pPr>
            <a:r>
              <a:rPr lang="en" sz="1200" u="sng">
                <a:solidFill>
                  <a:schemeClr val="hlink"/>
                </a:solidFill>
                <a:latin typeface="Jura"/>
                <a:ea typeface="Jura"/>
                <a:cs typeface="Jura"/>
                <a:sym typeface="Jura"/>
                <a:hlinkClick r:id="rId6"/>
              </a:rPr>
              <a:t>Colleagues working at office</a:t>
            </a:r>
            <a:endParaRPr sz="1200">
              <a:solidFill>
                <a:schemeClr val="lt1"/>
              </a:solidFill>
              <a:latin typeface="Jura"/>
              <a:ea typeface="Jura"/>
              <a:cs typeface="Jura"/>
              <a:sym typeface="Jura"/>
            </a:endParaRPr>
          </a:p>
          <a:p>
            <a:pPr marL="457200" lvl="0" indent="-304800" algn="l" rtl="0">
              <a:spcBef>
                <a:spcPts val="0"/>
              </a:spcBef>
              <a:spcAft>
                <a:spcPts val="0"/>
              </a:spcAft>
              <a:buClr>
                <a:schemeClr val="accent3"/>
              </a:buClr>
              <a:buSzPts val="1200"/>
              <a:buFont typeface="Jura"/>
              <a:buChar char="■"/>
            </a:pPr>
            <a:r>
              <a:rPr lang="en" sz="1200" u="sng">
                <a:solidFill>
                  <a:schemeClr val="hlink"/>
                </a:solidFill>
                <a:latin typeface="Jura"/>
                <a:ea typeface="Jura"/>
                <a:cs typeface="Jura"/>
                <a:sym typeface="Jura"/>
                <a:hlinkClick r:id="rId7"/>
              </a:rPr>
              <a:t>Dragons and fantasy artificial intelligence image</a:t>
            </a:r>
            <a:endParaRPr sz="1200">
              <a:solidFill>
                <a:schemeClr val="lt1"/>
              </a:solidFill>
              <a:latin typeface="Jura"/>
              <a:ea typeface="Jura"/>
              <a:cs typeface="Jura"/>
              <a:sym typeface="Jura"/>
            </a:endParaRPr>
          </a:p>
          <a:p>
            <a:pPr marL="457200" lvl="0" indent="-304800" algn="l" rtl="0">
              <a:spcBef>
                <a:spcPts val="0"/>
              </a:spcBef>
              <a:spcAft>
                <a:spcPts val="0"/>
              </a:spcAft>
              <a:buClr>
                <a:schemeClr val="accent3"/>
              </a:buClr>
              <a:buSzPts val="1200"/>
              <a:buFont typeface="Jura"/>
              <a:buChar char="■"/>
            </a:pPr>
            <a:r>
              <a:rPr lang="en" sz="1200" u="sng">
                <a:solidFill>
                  <a:schemeClr val="hlink"/>
                </a:solidFill>
                <a:latin typeface="Jura"/>
                <a:ea typeface="Jura"/>
                <a:cs typeface="Jura"/>
                <a:sym typeface="Jura"/>
                <a:hlinkClick r:id="rId8"/>
              </a:rPr>
              <a:t>Mars collage with explorer discovering the planet</a:t>
            </a:r>
            <a:endParaRPr sz="1200">
              <a:solidFill>
                <a:schemeClr val="lt1"/>
              </a:solidFill>
              <a:latin typeface="Jura"/>
              <a:ea typeface="Jura"/>
              <a:cs typeface="Jura"/>
              <a:sym typeface="Jura"/>
            </a:endParaRPr>
          </a:p>
          <a:p>
            <a:pPr marL="457200" lvl="0" indent="-304800" algn="l" rtl="0">
              <a:spcBef>
                <a:spcPts val="0"/>
              </a:spcBef>
              <a:spcAft>
                <a:spcPts val="0"/>
              </a:spcAft>
              <a:buClr>
                <a:schemeClr val="accent3"/>
              </a:buClr>
              <a:buSzPts val="1200"/>
              <a:buFont typeface="Jura"/>
              <a:buChar char="■"/>
            </a:pPr>
            <a:r>
              <a:rPr lang="en" sz="1200" u="sng">
                <a:solidFill>
                  <a:schemeClr val="hlink"/>
                </a:solidFill>
                <a:latin typeface="Jura"/>
                <a:ea typeface="Jura"/>
                <a:cs typeface="Jura"/>
                <a:sym typeface="Jura"/>
                <a:hlinkClick r:id="rId9"/>
              </a:rPr>
              <a:t>Industrial designer working on computer at office</a:t>
            </a:r>
            <a:endParaRPr sz="1200">
              <a:solidFill>
                <a:schemeClr val="lt1"/>
              </a:solidFill>
              <a:latin typeface="Jura"/>
              <a:ea typeface="Jura"/>
              <a:cs typeface="Jura"/>
              <a:sym typeface="Jura"/>
            </a:endParaRPr>
          </a:p>
          <a:p>
            <a:pPr marL="457200" lvl="0" indent="-304800" algn="l" rtl="0">
              <a:spcBef>
                <a:spcPts val="0"/>
              </a:spcBef>
              <a:spcAft>
                <a:spcPts val="0"/>
              </a:spcAft>
              <a:buClr>
                <a:schemeClr val="accent3"/>
              </a:buClr>
              <a:buSzPts val="1200"/>
              <a:buFont typeface="Jura"/>
              <a:buChar char="■"/>
            </a:pPr>
            <a:r>
              <a:rPr lang="en" sz="1200" u="sng">
                <a:solidFill>
                  <a:schemeClr val="lt1"/>
                </a:solidFill>
                <a:latin typeface="Jura"/>
                <a:ea typeface="Jura"/>
                <a:cs typeface="Jura"/>
                <a:sym typeface="Jura"/>
                <a:hlinkClick r:id="rId10">
                  <a:extLst>
                    <a:ext uri="{A12FA001-AC4F-418D-AE19-62706E023703}">
                      <ahyp:hlinkClr xmlns:ahyp="http://schemas.microsoft.com/office/drawing/2018/hyperlinkcolor" val="tx"/>
                    </a:ext>
                  </a:extLst>
                </a:hlinkClick>
              </a:rPr>
              <a:t>Abstract fantasy landscape background</a:t>
            </a:r>
            <a:endParaRPr sz="1200">
              <a:solidFill>
                <a:schemeClr val="lt1"/>
              </a:solidFill>
              <a:latin typeface="Jura"/>
              <a:ea typeface="Jura"/>
              <a:cs typeface="Jura"/>
              <a:sym typeface="Jura"/>
            </a:endParaRPr>
          </a:p>
        </p:txBody>
      </p:sp>
      <p:sp>
        <p:nvSpPr>
          <p:cNvPr id="974" name="Google Shape;974;p55"/>
          <p:cNvSpPr txBox="1"/>
          <p:nvPr/>
        </p:nvSpPr>
        <p:spPr>
          <a:xfrm>
            <a:off x="4603388" y="1152475"/>
            <a:ext cx="3928200" cy="3416400"/>
          </a:xfrm>
          <a:prstGeom prst="rect">
            <a:avLst/>
          </a:prstGeom>
          <a:noFill/>
          <a:ln>
            <a:noFill/>
          </a:ln>
        </p:spPr>
        <p:txBody>
          <a:bodyPr spcFirstLastPara="1" wrap="square" lIns="91425" tIns="91425" rIns="91425" bIns="91425" anchor="t" anchorCtr="0">
            <a:noAutofit/>
          </a:bodyPr>
          <a:lstStyle/>
          <a:p>
            <a:pPr marL="457200" lvl="0" indent="-304800" algn="l" rtl="0">
              <a:spcBef>
                <a:spcPts val="0"/>
              </a:spcBef>
              <a:spcAft>
                <a:spcPts val="0"/>
              </a:spcAft>
              <a:buClr>
                <a:schemeClr val="accent3"/>
              </a:buClr>
              <a:buSzPts val="1200"/>
              <a:buFont typeface="Jura"/>
              <a:buChar char="■"/>
            </a:pPr>
            <a:r>
              <a:rPr lang="en" sz="1200" u="sng">
                <a:solidFill>
                  <a:schemeClr val="hlink"/>
                </a:solidFill>
                <a:latin typeface="Jura"/>
                <a:ea typeface="Jura"/>
                <a:cs typeface="Jura"/>
                <a:sym typeface="Jura"/>
                <a:hlinkClick r:id="rId11"/>
              </a:rPr>
              <a:t>Dragons and fantasy artificial intelligence image</a:t>
            </a:r>
            <a:endParaRPr sz="1200">
              <a:solidFill>
                <a:schemeClr val="lt1"/>
              </a:solidFill>
              <a:latin typeface="Jura"/>
              <a:ea typeface="Jura"/>
              <a:cs typeface="Jura"/>
              <a:sym typeface="Jura"/>
            </a:endParaRPr>
          </a:p>
          <a:p>
            <a:pPr marL="457200" lvl="0" indent="-304800" algn="l" rtl="0">
              <a:spcBef>
                <a:spcPts val="0"/>
              </a:spcBef>
              <a:spcAft>
                <a:spcPts val="0"/>
              </a:spcAft>
              <a:buClr>
                <a:schemeClr val="accent3"/>
              </a:buClr>
              <a:buSzPts val="1200"/>
              <a:buFont typeface="Jura"/>
              <a:buChar char="■"/>
            </a:pPr>
            <a:r>
              <a:rPr lang="en" sz="1200" u="sng">
                <a:solidFill>
                  <a:schemeClr val="hlink"/>
                </a:solidFill>
                <a:latin typeface="Jura"/>
                <a:ea typeface="Jura"/>
                <a:cs typeface="Jura"/>
                <a:sym typeface="Jura"/>
                <a:hlinkClick r:id="rId12"/>
              </a:rPr>
              <a:t>Mars collage with explorer discovering the planet</a:t>
            </a:r>
            <a:endParaRPr sz="1200">
              <a:solidFill>
                <a:schemeClr val="lt1"/>
              </a:solidFill>
              <a:latin typeface="Jura"/>
              <a:ea typeface="Jura"/>
              <a:cs typeface="Jura"/>
              <a:sym typeface="Jura"/>
            </a:endParaRPr>
          </a:p>
          <a:p>
            <a:pPr marL="457200" lvl="0" indent="-304800" algn="l" rtl="0">
              <a:spcBef>
                <a:spcPts val="0"/>
              </a:spcBef>
              <a:spcAft>
                <a:spcPts val="0"/>
              </a:spcAft>
              <a:buClr>
                <a:schemeClr val="accent3"/>
              </a:buClr>
              <a:buSzPts val="1200"/>
              <a:buFont typeface="Jura"/>
              <a:buChar char="■"/>
            </a:pPr>
            <a:r>
              <a:rPr lang="en" sz="1200" u="sng">
                <a:solidFill>
                  <a:schemeClr val="hlink"/>
                </a:solidFill>
                <a:latin typeface="Jura"/>
                <a:ea typeface="Jura"/>
                <a:cs typeface="Jura"/>
                <a:sym typeface="Jura"/>
                <a:hlinkClick r:id="rId13"/>
              </a:rPr>
              <a:t>Industrial designers working at office together</a:t>
            </a:r>
            <a:endParaRPr sz="1200">
              <a:solidFill>
                <a:schemeClr val="lt1"/>
              </a:solidFill>
              <a:latin typeface="Jura"/>
              <a:ea typeface="Jura"/>
              <a:cs typeface="Jura"/>
              <a:sym typeface="Jura"/>
            </a:endParaRPr>
          </a:p>
          <a:p>
            <a:pPr marL="457200" lvl="0" indent="-304800" algn="l" rtl="0">
              <a:spcBef>
                <a:spcPts val="0"/>
              </a:spcBef>
              <a:spcAft>
                <a:spcPts val="0"/>
              </a:spcAft>
              <a:buClr>
                <a:schemeClr val="accent3"/>
              </a:buClr>
              <a:buSzPts val="1200"/>
              <a:buFont typeface="Jura"/>
              <a:buChar char="■"/>
            </a:pPr>
            <a:r>
              <a:rPr lang="en" sz="1200" u="sng">
                <a:solidFill>
                  <a:schemeClr val="hlink"/>
                </a:solidFill>
                <a:latin typeface="Jura"/>
                <a:ea typeface="Jura"/>
                <a:cs typeface="Jura"/>
                <a:sym typeface="Jura"/>
                <a:hlinkClick r:id="rId14"/>
              </a:rPr>
              <a:t>Robot and human silhouettes</a:t>
            </a:r>
            <a:endParaRPr sz="1200">
              <a:solidFill>
                <a:schemeClr val="lt1"/>
              </a:solidFill>
              <a:latin typeface="Jura"/>
              <a:ea typeface="Jura"/>
              <a:cs typeface="Jura"/>
              <a:sym typeface="Jura"/>
            </a:endParaRPr>
          </a:p>
          <a:p>
            <a:pPr marL="457200" lvl="0" indent="-304800" algn="l" rtl="0">
              <a:spcBef>
                <a:spcPts val="0"/>
              </a:spcBef>
              <a:spcAft>
                <a:spcPts val="0"/>
              </a:spcAft>
              <a:buClr>
                <a:schemeClr val="accent3"/>
              </a:buClr>
              <a:buSzPts val="1200"/>
              <a:buFont typeface="Jura"/>
              <a:buChar char="■"/>
            </a:pPr>
            <a:r>
              <a:rPr lang="en" sz="1200" u="sng">
                <a:solidFill>
                  <a:schemeClr val="hlink"/>
                </a:solidFill>
                <a:latin typeface="Jura"/>
                <a:ea typeface="Jura"/>
                <a:cs typeface="Jura"/>
                <a:sym typeface="Jura"/>
                <a:hlinkClick r:id="rId15"/>
              </a:rPr>
              <a:t>Dragons and fantasy artificial intelligence image</a:t>
            </a:r>
            <a:endParaRPr sz="1200">
              <a:solidFill>
                <a:schemeClr val="lt1"/>
              </a:solidFill>
              <a:latin typeface="Jura"/>
              <a:ea typeface="Jura"/>
              <a:cs typeface="Jura"/>
              <a:sym typeface="Jura"/>
            </a:endParaRPr>
          </a:p>
          <a:p>
            <a:pPr marL="457200" lvl="0" indent="-304800" algn="l" rtl="0">
              <a:spcBef>
                <a:spcPts val="0"/>
              </a:spcBef>
              <a:spcAft>
                <a:spcPts val="0"/>
              </a:spcAft>
              <a:buClr>
                <a:schemeClr val="accent3"/>
              </a:buClr>
              <a:buSzPts val="1200"/>
              <a:buFont typeface="Jura"/>
              <a:buChar char="■"/>
            </a:pPr>
            <a:r>
              <a:rPr lang="en" sz="1200" u="sng">
                <a:solidFill>
                  <a:schemeClr val="hlink"/>
                </a:solidFill>
                <a:latin typeface="Jura"/>
                <a:ea typeface="Jura"/>
                <a:cs typeface="Jura"/>
                <a:sym typeface="Jura"/>
                <a:hlinkClick r:id="rId16"/>
              </a:rPr>
              <a:t>Dragons and fantasy artificial intelligence image</a:t>
            </a:r>
            <a:endParaRPr sz="1200">
              <a:solidFill>
                <a:schemeClr val="lt1"/>
              </a:solidFill>
              <a:latin typeface="Jura"/>
              <a:ea typeface="Jura"/>
              <a:cs typeface="Jura"/>
              <a:sym typeface="Jura"/>
            </a:endParaRPr>
          </a:p>
          <a:p>
            <a:pPr marL="457200" lvl="0" indent="-304800" algn="l" rtl="0">
              <a:spcBef>
                <a:spcPts val="0"/>
              </a:spcBef>
              <a:spcAft>
                <a:spcPts val="0"/>
              </a:spcAft>
              <a:buClr>
                <a:schemeClr val="accent3"/>
              </a:buClr>
              <a:buSzPts val="1200"/>
              <a:buFont typeface="Jura"/>
              <a:buChar char="■"/>
            </a:pPr>
            <a:r>
              <a:rPr lang="en" sz="1200" u="sng">
                <a:solidFill>
                  <a:schemeClr val="lt1"/>
                </a:solidFill>
                <a:latin typeface="Jura"/>
                <a:ea typeface="Jura"/>
                <a:cs typeface="Jura"/>
                <a:sym typeface="Jura"/>
                <a:hlinkClick r:id="rId17">
                  <a:extLst>
                    <a:ext uri="{A12FA001-AC4F-418D-AE19-62706E023703}">
                      <ahyp:hlinkClr xmlns:ahyp="http://schemas.microsoft.com/office/drawing/2018/hyperlinkcolor" val="tx"/>
                    </a:ext>
                  </a:extLst>
                </a:hlinkClick>
              </a:rPr>
              <a:t>Mars collage with explorer discovering the planet I</a:t>
            </a:r>
            <a:endParaRPr sz="1200">
              <a:solidFill>
                <a:schemeClr val="lt1"/>
              </a:solidFill>
              <a:latin typeface="Jura"/>
              <a:ea typeface="Jura"/>
              <a:cs typeface="Jura"/>
              <a:sym typeface="Jura"/>
            </a:endParaRPr>
          </a:p>
          <a:p>
            <a:pPr marL="457200" lvl="0" indent="-304800" algn="l" rtl="0">
              <a:spcBef>
                <a:spcPts val="0"/>
              </a:spcBef>
              <a:spcAft>
                <a:spcPts val="0"/>
              </a:spcAft>
              <a:buClr>
                <a:schemeClr val="accent3"/>
              </a:buClr>
              <a:buSzPts val="1200"/>
              <a:buFont typeface="Jura"/>
              <a:buChar char="■"/>
            </a:pPr>
            <a:r>
              <a:rPr lang="en" sz="1200" u="sng">
                <a:solidFill>
                  <a:schemeClr val="hlink"/>
                </a:solidFill>
                <a:latin typeface="Jura"/>
                <a:ea typeface="Jura"/>
                <a:cs typeface="Jura"/>
                <a:sym typeface="Jura"/>
                <a:hlinkClick r:id="rId18"/>
              </a:rPr>
              <a:t>Top view gaming setup with rgb keyboard</a:t>
            </a:r>
            <a:endParaRPr sz="1200">
              <a:solidFill>
                <a:schemeClr val="lt1"/>
              </a:solidFill>
              <a:latin typeface="Jura"/>
              <a:ea typeface="Jura"/>
              <a:cs typeface="Jura"/>
              <a:sym typeface="Jura"/>
            </a:endParaRPr>
          </a:p>
          <a:p>
            <a:pPr marL="0" lvl="0" indent="0" algn="l" rtl="0">
              <a:spcBef>
                <a:spcPts val="1000"/>
              </a:spcBef>
              <a:spcAft>
                <a:spcPts val="0"/>
              </a:spcAft>
              <a:buNone/>
            </a:pPr>
            <a:r>
              <a:rPr lang="en" sz="2300" b="1">
                <a:solidFill>
                  <a:schemeClr val="lt1"/>
                </a:solidFill>
                <a:latin typeface="Russo One"/>
                <a:ea typeface="Russo One"/>
                <a:cs typeface="Russo One"/>
                <a:sym typeface="Russo One"/>
              </a:rPr>
              <a:t>Icons</a:t>
            </a:r>
            <a:endParaRPr sz="2300" b="1">
              <a:solidFill>
                <a:schemeClr val="lt1"/>
              </a:solidFill>
              <a:latin typeface="Russo One"/>
              <a:ea typeface="Russo One"/>
              <a:cs typeface="Russo One"/>
              <a:sym typeface="Russo One"/>
            </a:endParaRPr>
          </a:p>
          <a:p>
            <a:pPr marL="457200" lvl="0" indent="-304800" algn="l" rtl="0">
              <a:spcBef>
                <a:spcPts val="0"/>
              </a:spcBef>
              <a:spcAft>
                <a:spcPts val="0"/>
              </a:spcAft>
              <a:buClr>
                <a:schemeClr val="accent3"/>
              </a:buClr>
              <a:buSzPts val="1200"/>
              <a:buFont typeface="Jura"/>
              <a:buChar char="■"/>
            </a:pPr>
            <a:r>
              <a:rPr lang="en" sz="1200" u="sng">
                <a:solidFill>
                  <a:schemeClr val="hlink"/>
                </a:solidFill>
                <a:latin typeface="Jura"/>
                <a:ea typeface="Jura"/>
                <a:cs typeface="Jura"/>
                <a:sym typeface="Jura"/>
                <a:hlinkClick r:id="rId19"/>
              </a:rPr>
              <a:t>Icon Pack: Online Game | Lineal</a:t>
            </a:r>
            <a:endParaRPr sz="1200">
              <a:solidFill>
                <a:schemeClr val="lt1"/>
              </a:solidFill>
              <a:latin typeface="Jura"/>
              <a:ea typeface="Jura"/>
              <a:cs typeface="Jura"/>
              <a:sym typeface="Jura"/>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978"/>
        <p:cNvGrpSpPr/>
        <p:nvPr/>
      </p:nvGrpSpPr>
      <p:grpSpPr>
        <a:xfrm>
          <a:off x="0" y="0"/>
          <a:ext cx="0" cy="0"/>
          <a:chOff x="0" y="0"/>
          <a:chExt cx="0" cy="0"/>
        </a:xfrm>
      </p:grpSpPr>
      <p:sp>
        <p:nvSpPr>
          <p:cNvPr id="979" name="Google Shape;979;p56"/>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3">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980" name="Google Shape;980;p56"/>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981" name="Google Shape;981;p56"/>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lang="en" sz="1000" b="1" u="sng">
                <a:solidFill>
                  <a:srgbClr val="869FB2"/>
                </a:solidFill>
                <a:hlinkClick r:id="rId5">
                  <a:extLst>
                    <a:ext uri="{A12FA001-AC4F-418D-AE19-62706E023703}">
                      <ahyp:hlinkClr xmlns:ahyp="http://schemas.microsoft.com/office/drawing/2018/hyperlinkcolor" val="tx"/>
                    </a:ext>
                  </a:extLst>
                </a:hlinkClick>
              </a:rPr>
              <a:t>Slidesgo</a:t>
            </a:r>
            <a:r>
              <a:rPr lang="en" sz="1000">
                <a:solidFill>
                  <a:srgbClr val="435D74"/>
                </a:solidFill>
              </a:rPr>
              <a:t> </a:t>
            </a:r>
            <a:r>
              <a:rPr lang="en" sz="1000">
                <a:solidFill>
                  <a:srgbClr val="FFFFFF"/>
                </a:solidFill>
              </a:rPr>
              <a:t>by keeping the </a:t>
            </a:r>
            <a:r>
              <a:rPr lang="en" sz="1000" b="1" u="sng">
                <a:solidFill>
                  <a:schemeClr val="hlink"/>
                </a:solidFill>
                <a:hlinkClick r:id="rId6" action="ppaction://hlinksldjump"/>
              </a:rPr>
              <a:t>Contact</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As a Free user, you are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985"/>
        <p:cNvGrpSpPr/>
        <p:nvPr/>
      </p:nvGrpSpPr>
      <p:grpSpPr>
        <a:xfrm>
          <a:off x="0" y="0"/>
          <a:ext cx="0" cy="0"/>
          <a:chOff x="0" y="0"/>
          <a:chExt cx="0" cy="0"/>
        </a:xfrm>
      </p:grpSpPr>
      <p:sp>
        <p:nvSpPr>
          <p:cNvPr id="986" name="Google Shape;986;p57"/>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lang="en" sz="1000" b="1" u="sng">
                <a:solidFill>
                  <a:schemeClr val="hlink"/>
                </a:solidFill>
                <a:hlinkClick r:id="rId3"/>
              </a:rPr>
              <a:t>Slidesgo</a:t>
            </a:r>
            <a:r>
              <a:rPr lang="en" sz="1000">
                <a:solidFill>
                  <a:schemeClr val="lt1"/>
                </a:solidFill>
              </a:rPr>
              <a:t> or keeping the "</a:t>
            </a:r>
            <a:r>
              <a:rPr lang="en" sz="1000" b="1" u="sng">
                <a:solidFill>
                  <a:schemeClr val="hlink"/>
                </a:solidFill>
                <a:hlinkClick r:id="rId4" action="ppaction://hlinksldjump"/>
              </a:rPr>
              <a:t>Contact</a:t>
            </a:r>
            <a:r>
              <a:rPr lang="en" sz="1000">
                <a:solidFill>
                  <a:schemeClr val="lt1"/>
                </a:solidFill>
              </a:rPr>
              <a:t>" slide.</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987" name="Google Shape;987;p57"/>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988" name="Google Shape;988;p5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992"/>
        <p:cNvGrpSpPr/>
        <p:nvPr/>
      </p:nvGrpSpPr>
      <p:grpSpPr>
        <a:xfrm>
          <a:off x="0" y="0"/>
          <a:ext cx="0" cy="0"/>
          <a:chOff x="0" y="0"/>
          <a:chExt cx="0" cy="0"/>
        </a:xfrm>
      </p:grpSpPr>
      <p:sp>
        <p:nvSpPr>
          <p:cNvPr id="993" name="Google Shape;993;p58"/>
          <p:cNvSpPr txBox="1">
            <a:spLocks noGrp="1"/>
          </p:cNvSpPr>
          <p:nvPr>
            <p:ph type="body" idx="4294967295"/>
          </p:nvPr>
        </p:nvSpPr>
        <p:spPr>
          <a:xfrm>
            <a:off x="1068100" y="1087849"/>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marL="0" lvl="0" indent="0" algn="l" rtl="0">
              <a:spcBef>
                <a:spcPts val="0"/>
              </a:spcBef>
              <a:spcAft>
                <a:spcPts val="0"/>
              </a:spcAft>
              <a:buNone/>
            </a:pPr>
            <a:endParaRPr sz="1300">
              <a:solidFill>
                <a:srgbClr val="435D74"/>
              </a:solidFill>
              <a:latin typeface="Arial"/>
              <a:ea typeface="Arial"/>
              <a:cs typeface="Arial"/>
              <a:sym typeface="Arial"/>
            </a:endParaRPr>
          </a:p>
        </p:txBody>
      </p:sp>
      <p:sp>
        <p:nvSpPr>
          <p:cNvPr id="994" name="Google Shape;994;p58"/>
          <p:cNvSpPr txBox="1">
            <a:spLocks noGrp="1"/>
          </p:cNvSpPr>
          <p:nvPr>
            <p:ph type="body" idx="4294967295"/>
          </p:nvPr>
        </p:nvSpPr>
        <p:spPr>
          <a:xfrm>
            <a:off x="1068100" y="1610422"/>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lt1"/>
                </a:solidFill>
                <a:latin typeface="Arial"/>
                <a:ea typeface="Arial"/>
                <a:cs typeface="Arial"/>
                <a:sym typeface="Arial"/>
              </a:rPr>
              <a:t>Russo One</a:t>
            </a:r>
            <a:endParaRPr b="1">
              <a:solidFill>
                <a:schemeClr val="lt1"/>
              </a:solidFill>
              <a:latin typeface="Arial"/>
              <a:ea typeface="Arial"/>
              <a:cs typeface="Arial"/>
              <a:sym typeface="Arial"/>
            </a:endParaRPr>
          </a:p>
          <a:p>
            <a:pPr marL="0" lvl="0" indent="0" algn="ctr" rtl="0">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https://fonts.google.com/specimen/Russo+One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spcBef>
                <a:spcPts val="0"/>
              </a:spcBef>
              <a:spcAft>
                <a:spcPts val="0"/>
              </a:spcAft>
              <a:buNone/>
            </a:pPr>
            <a:endParaRPr sz="800">
              <a:solidFill>
                <a:schemeClr val="lt1"/>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Jura</a:t>
            </a:r>
            <a:endParaRPr b="1">
              <a:solidFill>
                <a:schemeClr val="lt1"/>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https://fonts.google.com/specimen/Jura</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995" name="Google Shape;995;p58"/>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
        <p:nvSpPr>
          <p:cNvPr id="996" name="Google Shape;996;p58"/>
          <p:cNvSpPr/>
          <p:nvPr/>
        </p:nvSpPr>
        <p:spPr>
          <a:xfrm>
            <a:off x="2052650" y="2988225"/>
            <a:ext cx="791400" cy="754200"/>
          </a:xfrm>
          <a:prstGeom prst="roundRect">
            <a:avLst>
              <a:gd name="adj" fmla="val 16667"/>
            </a:avLst>
          </a:prstGeom>
          <a:solidFill>
            <a:srgbClr val="02020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58"/>
          <p:cNvSpPr/>
          <p:nvPr/>
        </p:nvSpPr>
        <p:spPr>
          <a:xfrm>
            <a:off x="3114470" y="29882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58"/>
          <p:cNvSpPr/>
          <p:nvPr/>
        </p:nvSpPr>
        <p:spPr>
          <a:xfrm>
            <a:off x="4176289" y="2988225"/>
            <a:ext cx="791400" cy="754200"/>
          </a:xfrm>
          <a:prstGeom prst="roundRect">
            <a:avLst>
              <a:gd name="adj" fmla="val 16667"/>
            </a:avLst>
          </a:prstGeom>
          <a:solidFill>
            <a:srgbClr val="FF5E6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58"/>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#020202</a:t>
            </a:r>
            <a:endParaRPr sz="1000">
              <a:solidFill>
                <a:srgbClr val="FFFFFF"/>
              </a:solidFill>
            </a:endParaRPr>
          </a:p>
        </p:txBody>
      </p:sp>
      <p:sp>
        <p:nvSpPr>
          <p:cNvPr id="1000" name="Google Shape;1000;p58"/>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34343"/>
                </a:solidFill>
              </a:rPr>
              <a:t>#ffffff</a:t>
            </a:r>
            <a:endParaRPr sz="1000">
              <a:solidFill>
                <a:srgbClr val="434343"/>
              </a:solidFill>
            </a:endParaRPr>
          </a:p>
        </p:txBody>
      </p:sp>
      <p:sp>
        <p:nvSpPr>
          <p:cNvPr id="1001" name="Google Shape;1001;p58"/>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#ff5e68</a:t>
            </a:r>
            <a:endParaRPr sz="1000">
              <a:solidFill>
                <a:srgbClr val="FFFFFF"/>
              </a:solidFill>
            </a:endParaRPr>
          </a:p>
        </p:txBody>
      </p:sp>
      <p:sp>
        <p:nvSpPr>
          <p:cNvPr id="1002" name="Google Shape;1002;p58"/>
          <p:cNvSpPr/>
          <p:nvPr/>
        </p:nvSpPr>
        <p:spPr>
          <a:xfrm>
            <a:off x="5238125" y="2988225"/>
            <a:ext cx="791400" cy="754200"/>
          </a:xfrm>
          <a:prstGeom prst="roundRect">
            <a:avLst>
              <a:gd name="adj" fmla="val 16667"/>
            </a:avLst>
          </a:prstGeom>
          <a:solidFill>
            <a:srgbClr val="FF001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58"/>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#ff0013</a:t>
            </a:r>
            <a:endParaRPr sz="1000">
              <a:solidFill>
                <a:srgbClr val="FFFFFF"/>
              </a:solidFill>
            </a:endParaRPr>
          </a:p>
        </p:txBody>
      </p:sp>
      <p:sp>
        <p:nvSpPr>
          <p:cNvPr id="1004" name="Google Shape;1004;p58"/>
          <p:cNvSpPr/>
          <p:nvPr/>
        </p:nvSpPr>
        <p:spPr>
          <a:xfrm>
            <a:off x="6299950" y="2988225"/>
            <a:ext cx="791400" cy="754200"/>
          </a:xfrm>
          <a:prstGeom prst="roundRect">
            <a:avLst>
              <a:gd name="adj" fmla="val 16667"/>
            </a:avLst>
          </a:prstGeom>
          <a:solidFill>
            <a:srgbClr val="FF0B0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58"/>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#ff0b0b</a:t>
            </a:r>
            <a:endParaRPr sz="1000">
              <a:solidFill>
                <a:srgbClr val="FFFFFF"/>
              </a:solidFill>
            </a:endParaRPr>
          </a:p>
        </p:txBody>
      </p:sp>
      <p:sp>
        <p:nvSpPr>
          <p:cNvPr id="1006" name="Google Shape;1006;p58"/>
          <p:cNvSpPr/>
          <p:nvPr/>
        </p:nvSpPr>
        <p:spPr>
          <a:xfrm>
            <a:off x="2052650" y="3978825"/>
            <a:ext cx="791400" cy="754200"/>
          </a:xfrm>
          <a:prstGeom prst="roundRect">
            <a:avLst>
              <a:gd name="adj" fmla="val 16667"/>
            </a:avLst>
          </a:prstGeom>
          <a:solidFill>
            <a:srgbClr val="82FFF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58"/>
          <p:cNvSpPr/>
          <p:nvPr/>
        </p:nvSpPr>
        <p:spPr>
          <a:xfrm>
            <a:off x="3114470" y="3978825"/>
            <a:ext cx="791400" cy="754200"/>
          </a:xfrm>
          <a:prstGeom prst="roundRect">
            <a:avLst>
              <a:gd name="adj" fmla="val 16667"/>
            </a:avLst>
          </a:prstGeom>
          <a:solidFill>
            <a:srgbClr val="B29C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58"/>
          <p:cNvSpPr/>
          <p:nvPr/>
        </p:nvSpPr>
        <p:spPr>
          <a:xfrm>
            <a:off x="4176289" y="3978825"/>
            <a:ext cx="791400" cy="754200"/>
          </a:xfrm>
          <a:prstGeom prst="roundRect">
            <a:avLst>
              <a:gd name="adj" fmla="val 16667"/>
            </a:avLst>
          </a:prstGeom>
          <a:solidFill>
            <a:srgbClr val="B29C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58"/>
          <p:cNvSpPr txBox="1"/>
          <p:nvPr/>
        </p:nvSpPr>
        <p:spPr>
          <a:xfrm>
            <a:off x="2052650" y="41358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#82fffe</a:t>
            </a:r>
            <a:endParaRPr sz="1000">
              <a:solidFill>
                <a:schemeClr val="dk1"/>
              </a:solidFill>
            </a:endParaRPr>
          </a:p>
        </p:txBody>
      </p:sp>
      <p:sp>
        <p:nvSpPr>
          <p:cNvPr id="1010" name="Google Shape;1010;p58"/>
          <p:cNvSpPr txBox="1"/>
          <p:nvPr/>
        </p:nvSpPr>
        <p:spPr>
          <a:xfrm>
            <a:off x="3114475" y="41358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lt1"/>
                </a:solidFill>
              </a:rPr>
              <a:t>#b29cff</a:t>
            </a:r>
            <a:endParaRPr sz="1000">
              <a:solidFill>
                <a:schemeClr val="lt1"/>
              </a:solidFill>
            </a:endParaRPr>
          </a:p>
        </p:txBody>
      </p:sp>
      <p:sp>
        <p:nvSpPr>
          <p:cNvPr id="1011" name="Google Shape;1011;p58"/>
          <p:cNvSpPr txBox="1"/>
          <p:nvPr/>
        </p:nvSpPr>
        <p:spPr>
          <a:xfrm>
            <a:off x="4176300" y="41358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##b29cff</a:t>
            </a:r>
            <a:endParaRPr sz="1000">
              <a:solidFill>
                <a:srgbClr val="FFFFFF"/>
              </a:solidFill>
            </a:endParaRPr>
          </a:p>
        </p:txBody>
      </p:sp>
      <p:sp>
        <p:nvSpPr>
          <p:cNvPr id="1012" name="Google Shape;1012;p58"/>
          <p:cNvSpPr/>
          <p:nvPr/>
        </p:nvSpPr>
        <p:spPr>
          <a:xfrm>
            <a:off x="5238125" y="3978825"/>
            <a:ext cx="791400" cy="754200"/>
          </a:xfrm>
          <a:prstGeom prst="roundRect">
            <a:avLst>
              <a:gd name="adj" fmla="val 16667"/>
            </a:avLst>
          </a:prstGeom>
          <a:solidFill>
            <a:srgbClr val="04CFC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58"/>
          <p:cNvSpPr txBox="1"/>
          <p:nvPr/>
        </p:nvSpPr>
        <p:spPr>
          <a:xfrm>
            <a:off x="5238125" y="41358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#04cfcf</a:t>
            </a:r>
            <a:endParaRPr sz="1000">
              <a:solidFill>
                <a:schemeClr val="dk1"/>
              </a:solidFill>
            </a:endParaRPr>
          </a:p>
        </p:txBody>
      </p:sp>
      <p:sp>
        <p:nvSpPr>
          <p:cNvPr id="1014" name="Google Shape;1014;p58"/>
          <p:cNvSpPr/>
          <p:nvPr/>
        </p:nvSpPr>
        <p:spPr>
          <a:xfrm>
            <a:off x="6299950" y="3978825"/>
            <a:ext cx="791400" cy="754200"/>
          </a:xfrm>
          <a:prstGeom prst="roundRect">
            <a:avLst>
              <a:gd name="adj" fmla="val 16667"/>
            </a:avLst>
          </a:prstGeom>
          <a:solidFill>
            <a:srgbClr val="00FFF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58"/>
          <p:cNvSpPr txBox="1"/>
          <p:nvPr/>
        </p:nvSpPr>
        <p:spPr>
          <a:xfrm>
            <a:off x="6299950" y="41358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#00fffe</a:t>
            </a:r>
            <a:endParaRPr sz="1000">
              <a:solidFill>
                <a:schemeClr val="dk1"/>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019"/>
        <p:cNvGrpSpPr/>
        <p:nvPr/>
      </p:nvGrpSpPr>
      <p:grpSpPr>
        <a:xfrm>
          <a:off x="0" y="0"/>
          <a:ext cx="0" cy="0"/>
          <a:chOff x="0" y="0"/>
          <a:chExt cx="0" cy="0"/>
        </a:xfrm>
      </p:grpSpPr>
      <p:sp>
        <p:nvSpPr>
          <p:cNvPr id="1020" name="Google Shape;1020;p59"/>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1021" name="Google Shape;1021;p59"/>
          <p:cNvPicPr preferRelativeResize="0"/>
          <p:nvPr/>
        </p:nvPicPr>
        <p:blipFill rotWithShape="1">
          <a:blip r:embed="rId4">
            <a:alphaModFix/>
          </a:blip>
          <a:srcRect t="16547" b="16540"/>
          <a:stretch/>
        </p:blipFill>
        <p:spPr>
          <a:xfrm>
            <a:off x="510820" y="2688639"/>
            <a:ext cx="1606720" cy="1075075"/>
          </a:xfrm>
          <a:prstGeom prst="rect">
            <a:avLst/>
          </a:prstGeom>
          <a:noFill/>
          <a:ln>
            <a:noFill/>
          </a:ln>
        </p:spPr>
      </p:pic>
      <p:sp>
        <p:nvSpPr>
          <p:cNvPr id="1022" name="Google Shape;1022;p59">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1023" name="Google Shape;1023;p59">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1024" name="Google Shape;1024;p59">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1025" name="Google Shape;1025;p59">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1026" name="Google Shape;1026;p59"/>
          <p:cNvPicPr preferRelativeResize="0"/>
          <p:nvPr/>
        </p:nvPicPr>
        <p:blipFill rotWithShape="1">
          <a:blip r:embed="rId9">
            <a:alphaModFix/>
          </a:blip>
          <a:srcRect/>
          <a:stretch/>
        </p:blipFill>
        <p:spPr>
          <a:xfrm>
            <a:off x="2255077" y="2410850"/>
            <a:ext cx="1340595" cy="1340605"/>
          </a:xfrm>
          <a:prstGeom prst="rect">
            <a:avLst/>
          </a:prstGeom>
          <a:noFill/>
          <a:ln>
            <a:noFill/>
          </a:ln>
        </p:spPr>
      </p:pic>
      <p:pic>
        <p:nvPicPr>
          <p:cNvPr id="1027" name="Google Shape;1027;p59"/>
          <p:cNvPicPr preferRelativeResize="0"/>
          <p:nvPr/>
        </p:nvPicPr>
        <p:blipFill rotWithShape="1">
          <a:blip r:embed="rId10">
            <a:alphaModFix/>
          </a:blip>
          <a:srcRect t="6377" b="6377"/>
          <a:stretch/>
        </p:blipFill>
        <p:spPr>
          <a:xfrm>
            <a:off x="3774275" y="2532512"/>
            <a:ext cx="1448305" cy="1263590"/>
          </a:xfrm>
          <a:prstGeom prst="rect">
            <a:avLst/>
          </a:prstGeom>
          <a:noFill/>
          <a:ln>
            <a:noFill/>
          </a:ln>
        </p:spPr>
      </p:pic>
      <p:pic>
        <p:nvPicPr>
          <p:cNvPr id="1028" name="Google Shape;1028;p59"/>
          <p:cNvPicPr preferRelativeResize="0"/>
          <p:nvPr/>
        </p:nvPicPr>
        <p:blipFill rotWithShape="1">
          <a:blip r:embed="rId11">
            <a:alphaModFix/>
          </a:blip>
          <a:srcRect t="9256" b="9256"/>
          <a:stretch/>
        </p:blipFill>
        <p:spPr>
          <a:xfrm>
            <a:off x="5347337" y="2581527"/>
            <a:ext cx="1448285" cy="1180165"/>
          </a:xfrm>
          <a:prstGeom prst="rect">
            <a:avLst/>
          </a:prstGeom>
          <a:noFill/>
          <a:ln>
            <a:noFill/>
          </a:ln>
        </p:spPr>
      </p:pic>
      <p:pic>
        <p:nvPicPr>
          <p:cNvPr id="1029" name="Google Shape;1029;p59"/>
          <p:cNvPicPr preferRelativeResize="0"/>
          <p:nvPr/>
        </p:nvPicPr>
        <p:blipFill rotWithShape="1">
          <a:blip r:embed="rId12">
            <a:alphaModFix/>
          </a:blip>
          <a:srcRect t="14837" b="14844"/>
          <a:stretch/>
        </p:blipFill>
        <p:spPr>
          <a:xfrm>
            <a:off x="6836257" y="2523903"/>
            <a:ext cx="1796925" cy="1263600"/>
          </a:xfrm>
          <a:prstGeom prst="rect">
            <a:avLst/>
          </a:prstGeom>
          <a:noFill/>
          <a:ln>
            <a:noFill/>
          </a:ln>
        </p:spPr>
      </p:pic>
      <p:sp>
        <p:nvSpPr>
          <p:cNvPr id="1030" name="Google Shape;1030;p59">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
        <p:nvSpPr>
          <p:cNvPr id="1031" name="Google Shape;1031;p59"/>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035"/>
        <p:cNvGrpSpPr/>
        <p:nvPr/>
      </p:nvGrpSpPr>
      <p:grpSpPr>
        <a:xfrm>
          <a:off x="0" y="0"/>
          <a:ext cx="0" cy="0"/>
          <a:chOff x="0" y="0"/>
          <a:chExt cx="0" cy="0"/>
        </a:xfrm>
      </p:grpSpPr>
      <p:sp>
        <p:nvSpPr>
          <p:cNvPr id="1036" name="Google Shape;1036;p60"/>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1037" name="Google Shape;1037;p60"/>
          <p:cNvGrpSpPr/>
          <p:nvPr/>
        </p:nvGrpSpPr>
        <p:grpSpPr>
          <a:xfrm>
            <a:off x="5156078" y="3085736"/>
            <a:ext cx="474294" cy="551291"/>
            <a:chOff x="4727025" y="1332775"/>
            <a:chExt cx="59900" cy="69625"/>
          </a:xfrm>
        </p:grpSpPr>
        <p:sp>
          <p:nvSpPr>
            <p:cNvPr id="1038" name="Google Shape;1038;p60"/>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60"/>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 name="Google Shape;1040;p60"/>
          <p:cNvGrpSpPr/>
          <p:nvPr/>
        </p:nvGrpSpPr>
        <p:grpSpPr>
          <a:xfrm>
            <a:off x="5769734" y="2314340"/>
            <a:ext cx="555653" cy="557031"/>
            <a:chOff x="4820425" y="1329900"/>
            <a:chExt cx="70175" cy="70350"/>
          </a:xfrm>
        </p:grpSpPr>
        <p:sp>
          <p:nvSpPr>
            <p:cNvPr id="1041" name="Google Shape;1041;p60"/>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60"/>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60"/>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60"/>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 name="Google Shape;1045;p60"/>
          <p:cNvGrpSpPr/>
          <p:nvPr/>
        </p:nvGrpSpPr>
        <p:grpSpPr>
          <a:xfrm>
            <a:off x="6396103" y="2318845"/>
            <a:ext cx="582574" cy="533871"/>
            <a:chOff x="4903200" y="1331525"/>
            <a:chExt cx="73575" cy="67425"/>
          </a:xfrm>
        </p:grpSpPr>
        <p:sp>
          <p:nvSpPr>
            <p:cNvPr id="1046" name="Google Shape;1046;p60"/>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60"/>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 name="Google Shape;1048;p60"/>
          <p:cNvGrpSpPr/>
          <p:nvPr/>
        </p:nvGrpSpPr>
        <p:grpSpPr>
          <a:xfrm>
            <a:off x="5755581" y="3078709"/>
            <a:ext cx="583960" cy="565345"/>
            <a:chOff x="4815575" y="1416800"/>
            <a:chExt cx="73750" cy="71400"/>
          </a:xfrm>
        </p:grpSpPr>
        <p:sp>
          <p:nvSpPr>
            <p:cNvPr id="1049" name="Google Shape;1049;p60"/>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60"/>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60"/>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 name="Google Shape;1052;p60"/>
          <p:cNvGrpSpPr/>
          <p:nvPr/>
        </p:nvGrpSpPr>
        <p:grpSpPr>
          <a:xfrm>
            <a:off x="6390362" y="3108896"/>
            <a:ext cx="589898" cy="504970"/>
            <a:chOff x="4902475" y="1418875"/>
            <a:chExt cx="74500" cy="63775"/>
          </a:xfrm>
        </p:grpSpPr>
        <p:sp>
          <p:nvSpPr>
            <p:cNvPr id="1053" name="Google Shape;1053;p60"/>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60"/>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 name="Google Shape;1055;p60"/>
          <p:cNvGrpSpPr/>
          <p:nvPr/>
        </p:nvGrpSpPr>
        <p:grpSpPr>
          <a:xfrm>
            <a:off x="5765577" y="3826000"/>
            <a:ext cx="563967" cy="567127"/>
            <a:chOff x="4818100" y="1507675"/>
            <a:chExt cx="71225" cy="71625"/>
          </a:xfrm>
        </p:grpSpPr>
        <p:sp>
          <p:nvSpPr>
            <p:cNvPr id="1056" name="Google Shape;1056;p60"/>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60"/>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60"/>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60"/>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 name="Google Shape;1060;p60"/>
          <p:cNvGrpSpPr/>
          <p:nvPr/>
        </p:nvGrpSpPr>
        <p:grpSpPr>
          <a:xfrm>
            <a:off x="5079075" y="3829461"/>
            <a:ext cx="628301" cy="588505"/>
            <a:chOff x="4721450" y="1509475"/>
            <a:chExt cx="79350" cy="74325"/>
          </a:xfrm>
        </p:grpSpPr>
        <p:sp>
          <p:nvSpPr>
            <p:cNvPr id="1061" name="Google Shape;1061;p60"/>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60"/>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60"/>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60"/>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 name="Google Shape;1065;p60"/>
          <p:cNvGrpSpPr/>
          <p:nvPr/>
        </p:nvGrpSpPr>
        <p:grpSpPr>
          <a:xfrm>
            <a:off x="6424608" y="3814027"/>
            <a:ext cx="557038" cy="562772"/>
            <a:chOff x="4906800" y="1507500"/>
            <a:chExt cx="70350" cy="71075"/>
          </a:xfrm>
        </p:grpSpPr>
        <p:sp>
          <p:nvSpPr>
            <p:cNvPr id="1066" name="Google Shape;1066;p60"/>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60"/>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60"/>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60"/>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60"/>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 name="Google Shape;1071;p60"/>
          <p:cNvGrpSpPr/>
          <p:nvPr/>
        </p:nvGrpSpPr>
        <p:grpSpPr>
          <a:xfrm>
            <a:off x="4462216" y="2340963"/>
            <a:ext cx="517934" cy="517934"/>
            <a:chOff x="3736598" y="2170606"/>
            <a:chExt cx="404889" cy="404889"/>
          </a:xfrm>
        </p:grpSpPr>
        <p:sp>
          <p:nvSpPr>
            <p:cNvPr id="1072" name="Google Shape;1072;p60"/>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60"/>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60"/>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60"/>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60"/>
          <p:cNvGrpSpPr/>
          <p:nvPr/>
        </p:nvGrpSpPr>
        <p:grpSpPr>
          <a:xfrm>
            <a:off x="3729277" y="2341061"/>
            <a:ext cx="586986" cy="517740"/>
            <a:chOff x="3161917" y="2170682"/>
            <a:chExt cx="458870" cy="404737"/>
          </a:xfrm>
        </p:grpSpPr>
        <p:sp>
          <p:nvSpPr>
            <p:cNvPr id="1077" name="Google Shape;1077;p60"/>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60"/>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60"/>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 name="Google Shape;1080;p60"/>
          <p:cNvGrpSpPr/>
          <p:nvPr/>
        </p:nvGrpSpPr>
        <p:grpSpPr>
          <a:xfrm>
            <a:off x="3752299" y="3102400"/>
            <a:ext cx="540943" cy="517963"/>
            <a:chOff x="3179914" y="2889488"/>
            <a:chExt cx="422876" cy="404911"/>
          </a:xfrm>
        </p:grpSpPr>
        <p:sp>
          <p:nvSpPr>
            <p:cNvPr id="1081" name="Google Shape;1081;p60"/>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60"/>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60"/>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60"/>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60"/>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60"/>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 name="Google Shape;1087;p60"/>
          <p:cNvGrpSpPr/>
          <p:nvPr/>
        </p:nvGrpSpPr>
        <p:grpSpPr>
          <a:xfrm>
            <a:off x="4453093" y="3102358"/>
            <a:ext cx="536180" cy="518047"/>
            <a:chOff x="3729467" y="2889422"/>
            <a:chExt cx="419153" cy="404977"/>
          </a:xfrm>
        </p:grpSpPr>
        <p:sp>
          <p:nvSpPr>
            <p:cNvPr id="1088" name="Google Shape;1088;p60"/>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60"/>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60"/>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60"/>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60"/>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60"/>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60"/>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 name="Google Shape;1095;p60"/>
          <p:cNvGrpSpPr/>
          <p:nvPr/>
        </p:nvGrpSpPr>
        <p:grpSpPr>
          <a:xfrm>
            <a:off x="1990126" y="3445787"/>
            <a:ext cx="965351" cy="134611"/>
            <a:chOff x="4411970" y="2962952"/>
            <a:chExt cx="706544" cy="104212"/>
          </a:xfrm>
        </p:grpSpPr>
        <p:sp>
          <p:nvSpPr>
            <p:cNvPr id="1096" name="Google Shape;1096;p60"/>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60"/>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60"/>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60"/>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 name="Google Shape;1100;p60"/>
          <p:cNvGrpSpPr/>
          <p:nvPr/>
        </p:nvGrpSpPr>
        <p:grpSpPr>
          <a:xfrm>
            <a:off x="1990126" y="3041077"/>
            <a:ext cx="960158" cy="289172"/>
            <a:chOff x="4411970" y="2726085"/>
            <a:chExt cx="643107" cy="193659"/>
          </a:xfrm>
        </p:grpSpPr>
        <p:sp>
          <p:nvSpPr>
            <p:cNvPr id="1101" name="Google Shape;1101;p60"/>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60"/>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60"/>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 name="Google Shape;1104;p60"/>
          <p:cNvGrpSpPr/>
          <p:nvPr/>
        </p:nvGrpSpPr>
        <p:grpSpPr>
          <a:xfrm>
            <a:off x="998624" y="3295400"/>
            <a:ext cx="811503" cy="252584"/>
            <a:chOff x="4411970" y="4340222"/>
            <a:chExt cx="779467" cy="242683"/>
          </a:xfrm>
        </p:grpSpPr>
        <p:sp>
          <p:nvSpPr>
            <p:cNvPr id="1105" name="Google Shape;1105;p60"/>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60"/>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60"/>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 name="Google Shape;1108;p60"/>
          <p:cNvGrpSpPr/>
          <p:nvPr/>
        </p:nvGrpSpPr>
        <p:grpSpPr>
          <a:xfrm>
            <a:off x="1990126" y="2709308"/>
            <a:ext cx="965160" cy="216230"/>
            <a:chOff x="4411970" y="2468674"/>
            <a:chExt cx="747317" cy="167425"/>
          </a:xfrm>
        </p:grpSpPr>
        <p:sp>
          <p:nvSpPr>
            <p:cNvPr id="1109" name="Google Shape;1109;p60"/>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60"/>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1" name="Google Shape;1111;p60"/>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2" name="Google Shape;1112;p60"/>
          <p:cNvGrpSpPr/>
          <p:nvPr/>
        </p:nvGrpSpPr>
        <p:grpSpPr>
          <a:xfrm>
            <a:off x="997692" y="2334687"/>
            <a:ext cx="1959041" cy="208784"/>
            <a:chOff x="6336019" y="3733725"/>
            <a:chExt cx="2566206" cy="351310"/>
          </a:xfrm>
        </p:grpSpPr>
        <p:sp>
          <p:nvSpPr>
            <p:cNvPr id="1113" name="Google Shape;1113;p60"/>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60"/>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60"/>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60"/>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 name="Google Shape;1117;p60"/>
          <p:cNvGrpSpPr/>
          <p:nvPr/>
        </p:nvGrpSpPr>
        <p:grpSpPr>
          <a:xfrm>
            <a:off x="1990126" y="3950602"/>
            <a:ext cx="946551" cy="153200"/>
            <a:chOff x="4404545" y="3301592"/>
            <a:chExt cx="782403" cy="129272"/>
          </a:xfrm>
        </p:grpSpPr>
        <p:sp>
          <p:nvSpPr>
            <p:cNvPr id="1118" name="Google Shape;1118;p60"/>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60"/>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 name="Google Shape;1120;p60"/>
          <p:cNvGrpSpPr/>
          <p:nvPr/>
        </p:nvGrpSpPr>
        <p:grpSpPr>
          <a:xfrm>
            <a:off x="1990126" y="3695937"/>
            <a:ext cx="962257" cy="139127"/>
            <a:chOff x="4411970" y="3131459"/>
            <a:chExt cx="710520" cy="117397"/>
          </a:xfrm>
        </p:grpSpPr>
        <p:sp>
          <p:nvSpPr>
            <p:cNvPr id="1121" name="Google Shape;1121;p60"/>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60"/>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 name="Google Shape;1123;p60"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 name="Google Shape;1124;p60"/>
          <p:cNvGrpSpPr/>
          <p:nvPr/>
        </p:nvGrpSpPr>
        <p:grpSpPr>
          <a:xfrm>
            <a:off x="990271" y="3621603"/>
            <a:ext cx="823838" cy="458988"/>
            <a:chOff x="4411970" y="1801825"/>
            <a:chExt cx="734586" cy="409262"/>
          </a:xfrm>
        </p:grpSpPr>
        <p:sp>
          <p:nvSpPr>
            <p:cNvPr id="1125" name="Google Shape;1125;p60"/>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60"/>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 name="Google Shape;1127;p60"/>
          <p:cNvGrpSpPr/>
          <p:nvPr/>
        </p:nvGrpSpPr>
        <p:grpSpPr>
          <a:xfrm>
            <a:off x="3095243" y="2339173"/>
            <a:ext cx="521514" cy="521514"/>
            <a:chOff x="5681300" y="2527788"/>
            <a:chExt cx="805800" cy="805800"/>
          </a:xfrm>
        </p:grpSpPr>
        <p:sp>
          <p:nvSpPr>
            <p:cNvPr id="1128" name="Google Shape;1128;p60"/>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60"/>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 name="Google Shape;1130;p60"/>
          <p:cNvGrpSpPr/>
          <p:nvPr/>
        </p:nvGrpSpPr>
        <p:grpSpPr>
          <a:xfrm>
            <a:off x="3089483" y="3094865"/>
            <a:ext cx="533033" cy="533033"/>
            <a:chOff x="4049800" y="640400"/>
            <a:chExt cx="858900" cy="858900"/>
          </a:xfrm>
        </p:grpSpPr>
        <p:sp>
          <p:nvSpPr>
            <p:cNvPr id="1131" name="Google Shape;1131;p60"/>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60"/>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 name="Google Shape;1133;p60"/>
          <p:cNvGrpSpPr/>
          <p:nvPr/>
        </p:nvGrpSpPr>
        <p:grpSpPr>
          <a:xfrm>
            <a:off x="3014966" y="3772543"/>
            <a:ext cx="682068" cy="682068"/>
            <a:chOff x="5080188" y="927900"/>
            <a:chExt cx="961200" cy="961200"/>
          </a:xfrm>
        </p:grpSpPr>
        <p:sp>
          <p:nvSpPr>
            <p:cNvPr id="1134" name="Google Shape;1134;p60"/>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60"/>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60"/>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60"/>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60"/>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60"/>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60"/>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60"/>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 name="Google Shape;1142;p60"/>
          <p:cNvGrpSpPr/>
          <p:nvPr/>
        </p:nvGrpSpPr>
        <p:grpSpPr>
          <a:xfrm>
            <a:off x="4478465" y="3869234"/>
            <a:ext cx="505650" cy="504006"/>
            <a:chOff x="6039282" y="1042577"/>
            <a:chExt cx="734315" cy="731929"/>
          </a:xfrm>
        </p:grpSpPr>
        <p:sp>
          <p:nvSpPr>
            <p:cNvPr id="1143" name="Google Shape;1143;p60"/>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60"/>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60"/>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60"/>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60"/>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60"/>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60"/>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60"/>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60"/>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60"/>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60"/>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60"/>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60"/>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60"/>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60"/>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60"/>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60"/>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60"/>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60"/>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60"/>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60"/>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 name="Google Shape;1164;p60"/>
          <p:cNvGrpSpPr/>
          <p:nvPr/>
        </p:nvGrpSpPr>
        <p:grpSpPr>
          <a:xfrm>
            <a:off x="5091067" y="2298862"/>
            <a:ext cx="567744" cy="602136"/>
            <a:chOff x="1825800" y="1651625"/>
            <a:chExt cx="539989" cy="571775"/>
          </a:xfrm>
        </p:grpSpPr>
        <p:sp>
          <p:nvSpPr>
            <p:cNvPr id="1165" name="Google Shape;1165;p60"/>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60"/>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60"/>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60"/>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 name="Google Shape;1169;p60"/>
          <p:cNvGrpSpPr/>
          <p:nvPr/>
        </p:nvGrpSpPr>
        <p:grpSpPr>
          <a:xfrm>
            <a:off x="3765995" y="3855579"/>
            <a:ext cx="508123" cy="507955"/>
            <a:chOff x="1897577" y="2802432"/>
            <a:chExt cx="492176" cy="492014"/>
          </a:xfrm>
        </p:grpSpPr>
        <p:sp>
          <p:nvSpPr>
            <p:cNvPr id="1170" name="Google Shape;1170;p60"/>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60"/>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60"/>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60"/>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60"/>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60"/>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60"/>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60"/>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60"/>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60"/>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60"/>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60"/>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 name="Google Shape;1182;p60"/>
          <p:cNvGrpSpPr/>
          <p:nvPr/>
        </p:nvGrpSpPr>
        <p:grpSpPr>
          <a:xfrm>
            <a:off x="997525" y="4169123"/>
            <a:ext cx="809227" cy="200842"/>
            <a:chOff x="2013045" y="4813233"/>
            <a:chExt cx="921986" cy="228854"/>
          </a:xfrm>
        </p:grpSpPr>
        <p:sp>
          <p:nvSpPr>
            <p:cNvPr id="1183" name="Google Shape;1183;p60"/>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60"/>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 name="Google Shape;1185;p60"/>
          <p:cNvGrpSpPr/>
          <p:nvPr/>
        </p:nvGrpSpPr>
        <p:grpSpPr>
          <a:xfrm>
            <a:off x="1005985" y="2656004"/>
            <a:ext cx="792421" cy="269941"/>
            <a:chOff x="1046767" y="4756633"/>
            <a:chExt cx="859646" cy="292841"/>
          </a:xfrm>
        </p:grpSpPr>
        <p:sp>
          <p:nvSpPr>
            <p:cNvPr id="1186" name="Google Shape;1186;p60"/>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60"/>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60"/>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 name="Google Shape;1189;p60"/>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60"/>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60"/>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60"/>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3" name="Google Shape;1193;p60"/>
          <p:cNvGrpSpPr/>
          <p:nvPr/>
        </p:nvGrpSpPr>
        <p:grpSpPr>
          <a:xfrm>
            <a:off x="7141841" y="2550562"/>
            <a:ext cx="166473" cy="141497"/>
            <a:chOff x="4660325" y="1866850"/>
            <a:chExt cx="68350" cy="58100"/>
          </a:xfrm>
        </p:grpSpPr>
        <p:sp>
          <p:nvSpPr>
            <p:cNvPr id="1194" name="Google Shape;1194;p60"/>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60"/>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 name="Google Shape;1196;p60"/>
          <p:cNvGrpSpPr/>
          <p:nvPr/>
        </p:nvGrpSpPr>
        <p:grpSpPr>
          <a:xfrm>
            <a:off x="7451186" y="2576286"/>
            <a:ext cx="162515" cy="90049"/>
            <a:chOff x="4791775" y="1877500"/>
            <a:chExt cx="66725" cy="36975"/>
          </a:xfrm>
        </p:grpSpPr>
        <p:sp>
          <p:nvSpPr>
            <p:cNvPr id="1197" name="Google Shape;1197;p60"/>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60"/>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 name="Google Shape;1199;p60"/>
          <p:cNvGrpSpPr/>
          <p:nvPr/>
        </p:nvGrpSpPr>
        <p:grpSpPr>
          <a:xfrm>
            <a:off x="7772899" y="2576286"/>
            <a:ext cx="144979" cy="90049"/>
            <a:chOff x="4923925" y="1877500"/>
            <a:chExt cx="59525" cy="36975"/>
          </a:xfrm>
        </p:grpSpPr>
        <p:sp>
          <p:nvSpPr>
            <p:cNvPr id="1200" name="Google Shape;1200;p60"/>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60"/>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 name="Google Shape;1202;p60"/>
          <p:cNvGrpSpPr/>
          <p:nvPr/>
        </p:nvGrpSpPr>
        <p:grpSpPr>
          <a:xfrm>
            <a:off x="8067390" y="2558477"/>
            <a:ext cx="141447" cy="125667"/>
            <a:chOff x="5058450" y="1870100"/>
            <a:chExt cx="58075" cy="51600"/>
          </a:xfrm>
        </p:grpSpPr>
        <p:sp>
          <p:nvSpPr>
            <p:cNvPr id="1203" name="Google Shape;1203;p60"/>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60"/>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 name="Google Shape;1205;p60"/>
          <p:cNvGrpSpPr/>
          <p:nvPr/>
        </p:nvGrpSpPr>
        <p:grpSpPr>
          <a:xfrm>
            <a:off x="7481905" y="2980885"/>
            <a:ext cx="101077" cy="107645"/>
            <a:chOff x="4811425" y="2065025"/>
            <a:chExt cx="41500" cy="44200"/>
          </a:xfrm>
        </p:grpSpPr>
        <p:sp>
          <p:nvSpPr>
            <p:cNvPr id="1206" name="Google Shape;1206;p60"/>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60"/>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 name="Google Shape;1208;p60"/>
          <p:cNvGrpSpPr/>
          <p:nvPr/>
        </p:nvGrpSpPr>
        <p:grpSpPr>
          <a:xfrm>
            <a:off x="7774342" y="2981098"/>
            <a:ext cx="120867" cy="107218"/>
            <a:chOff x="4929875" y="2065025"/>
            <a:chExt cx="49625" cy="44025"/>
          </a:xfrm>
        </p:grpSpPr>
        <p:sp>
          <p:nvSpPr>
            <p:cNvPr id="1209" name="Google Shape;1209;p60"/>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60"/>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 name="Google Shape;1211;p60"/>
          <p:cNvGrpSpPr/>
          <p:nvPr/>
        </p:nvGrpSpPr>
        <p:grpSpPr>
          <a:xfrm>
            <a:off x="8103011" y="2984112"/>
            <a:ext cx="70206" cy="101191"/>
            <a:chOff x="5083925" y="2066350"/>
            <a:chExt cx="28825" cy="41550"/>
          </a:xfrm>
        </p:grpSpPr>
        <p:sp>
          <p:nvSpPr>
            <p:cNvPr id="1212" name="Google Shape;1212;p60"/>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60"/>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 name="Google Shape;1214;p60"/>
          <p:cNvGrpSpPr/>
          <p:nvPr/>
        </p:nvGrpSpPr>
        <p:grpSpPr>
          <a:xfrm>
            <a:off x="7134565" y="2999759"/>
            <a:ext cx="181026" cy="69896"/>
            <a:chOff x="4659775" y="2072775"/>
            <a:chExt cx="74325" cy="28700"/>
          </a:xfrm>
        </p:grpSpPr>
        <p:sp>
          <p:nvSpPr>
            <p:cNvPr id="1215" name="Google Shape;1215;p60"/>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60"/>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60"/>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 name="Google Shape;1218;p60"/>
          <p:cNvGrpSpPr/>
          <p:nvPr/>
        </p:nvGrpSpPr>
        <p:grpSpPr>
          <a:xfrm>
            <a:off x="8054421" y="2790324"/>
            <a:ext cx="167387" cy="89197"/>
            <a:chOff x="4662475" y="1976500"/>
            <a:chExt cx="68725" cy="36625"/>
          </a:xfrm>
        </p:grpSpPr>
        <p:sp>
          <p:nvSpPr>
            <p:cNvPr id="1219" name="Google Shape;1219;p60"/>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60"/>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60"/>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 name="Google Shape;1222;p60"/>
          <p:cNvGrpSpPr/>
          <p:nvPr/>
        </p:nvGrpSpPr>
        <p:grpSpPr>
          <a:xfrm>
            <a:off x="7751326" y="2793764"/>
            <a:ext cx="166899" cy="82317"/>
            <a:chOff x="4920150" y="1977875"/>
            <a:chExt cx="68525" cy="33800"/>
          </a:xfrm>
        </p:grpSpPr>
        <p:sp>
          <p:nvSpPr>
            <p:cNvPr id="1223" name="Google Shape;1223;p60"/>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60"/>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60"/>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 name="Google Shape;1226;p60"/>
          <p:cNvGrpSpPr/>
          <p:nvPr/>
        </p:nvGrpSpPr>
        <p:grpSpPr>
          <a:xfrm>
            <a:off x="7162483" y="3197682"/>
            <a:ext cx="125190" cy="127859"/>
            <a:chOff x="4676550" y="2160575"/>
            <a:chExt cx="51400" cy="52500"/>
          </a:xfrm>
        </p:grpSpPr>
        <p:sp>
          <p:nvSpPr>
            <p:cNvPr id="1227" name="Google Shape;1227;p60"/>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60"/>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60"/>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 name="Google Shape;1230;p60"/>
          <p:cNvGrpSpPr/>
          <p:nvPr/>
        </p:nvGrpSpPr>
        <p:grpSpPr>
          <a:xfrm>
            <a:off x="7459741" y="3204714"/>
            <a:ext cx="145405" cy="113794"/>
            <a:chOff x="4768325" y="2163475"/>
            <a:chExt cx="59700" cy="46725"/>
          </a:xfrm>
        </p:grpSpPr>
        <p:sp>
          <p:nvSpPr>
            <p:cNvPr id="1231" name="Google Shape;1231;p60"/>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60"/>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3" name="Google Shape;1233;p60"/>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60"/>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60"/>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60"/>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60"/>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60"/>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 name="Google Shape;1239;p60"/>
          <p:cNvGrpSpPr/>
          <p:nvPr/>
        </p:nvGrpSpPr>
        <p:grpSpPr>
          <a:xfrm>
            <a:off x="7476059" y="3459808"/>
            <a:ext cx="112768" cy="106853"/>
            <a:chOff x="4768575" y="2253950"/>
            <a:chExt cx="46300" cy="43875"/>
          </a:xfrm>
        </p:grpSpPr>
        <p:sp>
          <p:nvSpPr>
            <p:cNvPr id="1240" name="Google Shape;1240;p60"/>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60"/>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 name="Google Shape;1242;p60"/>
          <p:cNvGrpSpPr/>
          <p:nvPr/>
        </p:nvGrpSpPr>
        <p:grpSpPr>
          <a:xfrm>
            <a:off x="7775682" y="3948834"/>
            <a:ext cx="118187" cy="146246"/>
            <a:chOff x="4960900" y="2433225"/>
            <a:chExt cx="48525" cy="60050"/>
          </a:xfrm>
        </p:grpSpPr>
        <p:sp>
          <p:nvSpPr>
            <p:cNvPr id="1243" name="Google Shape;1243;p60"/>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60"/>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 name="Google Shape;1245;p60"/>
          <p:cNvGrpSpPr/>
          <p:nvPr/>
        </p:nvGrpSpPr>
        <p:grpSpPr>
          <a:xfrm>
            <a:off x="7464247" y="4212895"/>
            <a:ext cx="136394" cy="143810"/>
            <a:chOff x="4854075" y="2527625"/>
            <a:chExt cx="56000" cy="59050"/>
          </a:xfrm>
        </p:grpSpPr>
        <p:sp>
          <p:nvSpPr>
            <p:cNvPr id="1246" name="Google Shape;1246;p60"/>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60"/>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8" name="Google Shape;1248;p60"/>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60"/>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60"/>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1" name="Google Shape;1251;p60"/>
          <p:cNvGrpSpPr/>
          <p:nvPr/>
        </p:nvGrpSpPr>
        <p:grpSpPr>
          <a:xfrm>
            <a:off x="8088458" y="3676639"/>
            <a:ext cx="99312" cy="160797"/>
            <a:chOff x="5059700" y="2334775"/>
            <a:chExt cx="40775" cy="66025"/>
          </a:xfrm>
        </p:grpSpPr>
        <p:sp>
          <p:nvSpPr>
            <p:cNvPr id="1252" name="Google Shape;1252;p60"/>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60"/>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60"/>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60"/>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60"/>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60"/>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60"/>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60"/>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60"/>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 name="Google Shape;1261;p60"/>
          <p:cNvGrpSpPr/>
          <p:nvPr/>
        </p:nvGrpSpPr>
        <p:grpSpPr>
          <a:xfrm>
            <a:off x="8045622" y="3941771"/>
            <a:ext cx="184984" cy="160371"/>
            <a:chOff x="5037700" y="2430325"/>
            <a:chExt cx="75950" cy="65850"/>
          </a:xfrm>
        </p:grpSpPr>
        <p:sp>
          <p:nvSpPr>
            <p:cNvPr id="1262" name="Google Shape;1262;p60"/>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60"/>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 name="Google Shape;1264;p60"/>
          <p:cNvGrpSpPr/>
          <p:nvPr/>
        </p:nvGrpSpPr>
        <p:grpSpPr>
          <a:xfrm>
            <a:off x="7465128" y="3708223"/>
            <a:ext cx="173014" cy="97629"/>
            <a:chOff x="4756975" y="2341800"/>
            <a:chExt cx="91975" cy="51925"/>
          </a:xfrm>
        </p:grpSpPr>
        <p:sp>
          <p:nvSpPr>
            <p:cNvPr id="1265" name="Google Shape;1265;p60"/>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60"/>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60"/>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60"/>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60"/>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60"/>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60"/>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60"/>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60"/>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60"/>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60"/>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60"/>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60"/>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60"/>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60"/>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60"/>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60"/>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60"/>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60"/>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60"/>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 name="Google Shape;1285;p60"/>
          <p:cNvGrpSpPr/>
          <p:nvPr/>
        </p:nvGrpSpPr>
        <p:grpSpPr>
          <a:xfrm>
            <a:off x="7732065" y="4196920"/>
            <a:ext cx="212497" cy="175761"/>
            <a:chOff x="4943575" y="2516350"/>
            <a:chExt cx="98675" cy="81700"/>
          </a:xfrm>
        </p:grpSpPr>
        <p:sp>
          <p:nvSpPr>
            <p:cNvPr id="1286" name="Google Shape;1286;p60"/>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60"/>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60"/>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60"/>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60"/>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60"/>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60"/>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60"/>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60"/>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60"/>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60"/>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60"/>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60"/>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60"/>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60"/>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60"/>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60"/>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60"/>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60"/>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60"/>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60"/>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60"/>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60"/>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60"/>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60"/>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60"/>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60"/>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60"/>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60"/>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60"/>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60"/>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60"/>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60"/>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60"/>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60"/>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60"/>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60"/>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60"/>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60"/>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60"/>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60"/>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60"/>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60"/>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60"/>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60"/>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60"/>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60"/>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60"/>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60"/>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60"/>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60"/>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60"/>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60"/>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60"/>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60"/>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60"/>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60"/>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60"/>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60"/>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60"/>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60"/>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60"/>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60"/>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60"/>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60"/>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60"/>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60"/>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60"/>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60"/>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60"/>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60"/>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60"/>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60"/>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60"/>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60"/>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60"/>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60"/>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60"/>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 name="Google Shape;1364;p60"/>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60"/>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60"/>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60"/>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6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0">
  <p:cSld>
    <p:spTree>
      <p:nvGrpSpPr>
        <p:cNvPr id="1" name="Shape 1372"/>
        <p:cNvGrpSpPr/>
        <p:nvPr/>
      </p:nvGrpSpPr>
      <p:grpSpPr>
        <a:xfrm>
          <a:off x="0" y="0"/>
          <a:ext cx="0" cy="0"/>
          <a:chOff x="0" y="0"/>
          <a:chExt cx="0" cy="0"/>
        </a:xfrm>
      </p:grpSpPr>
      <p:grpSp>
        <p:nvGrpSpPr>
          <p:cNvPr id="1373" name="Google Shape;1373;p61"/>
          <p:cNvGrpSpPr/>
          <p:nvPr/>
        </p:nvGrpSpPr>
        <p:grpSpPr>
          <a:xfrm>
            <a:off x="719115" y="2852867"/>
            <a:ext cx="2622876" cy="1333540"/>
            <a:chOff x="238125" y="1038125"/>
            <a:chExt cx="7146800" cy="3633625"/>
          </a:xfrm>
        </p:grpSpPr>
        <p:sp>
          <p:nvSpPr>
            <p:cNvPr id="1374" name="Google Shape;1374;p61"/>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61"/>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61"/>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61"/>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61"/>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61"/>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61"/>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61"/>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61"/>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61"/>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61"/>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61"/>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61"/>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61"/>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61"/>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61"/>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61"/>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61"/>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61"/>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61"/>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61"/>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61"/>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61"/>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61"/>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61"/>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61"/>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61"/>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61"/>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61"/>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61"/>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61"/>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61"/>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61"/>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61"/>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61"/>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61"/>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61"/>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61"/>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61"/>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61"/>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61"/>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61"/>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61"/>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61"/>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61"/>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61"/>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61"/>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61"/>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61"/>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61"/>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61"/>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61"/>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61"/>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61"/>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61"/>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61"/>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61"/>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61"/>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61"/>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61"/>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61"/>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61"/>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61"/>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61"/>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61"/>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61"/>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61"/>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61"/>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61"/>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61"/>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61"/>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61"/>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61"/>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61"/>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61"/>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61"/>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61"/>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61"/>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61"/>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61"/>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61"/>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61"/>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61"/>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61"/>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61"/>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61"/>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61"/>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61"/>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61"/>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61"/>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61"/>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61"/>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61"/>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61"/>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61"/>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61"/>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61"/>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61"/>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61"/>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61"/>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61"/>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61"/>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61"/>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61"/>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61"/>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61"/>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61"/>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61"/>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61"/>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61"/>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61"/>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61"/>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61"/>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61"/>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61"/>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61"/>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61"/>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61"/>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61"/>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61"/>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61"/>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61"/>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61"/>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61"/>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61"/>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61"/>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61"/>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61"/>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61"/>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61"/>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61"/>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61"/>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61"/>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61"/>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61"/>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61"/>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61"/>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61"/>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61"/>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61"/>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61"/>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61"/>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61"/>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61"/>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61"/>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61"/>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61"/>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61"/>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61"/>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61"/>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61"/>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61"/>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61"/>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61"/>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61"/>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61"/>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61"/>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61"/>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61"/>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61"/>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61"/>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61"/>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61"/>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61"/>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61"/>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61"/>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61"/>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61"/>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61"/>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61"/>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61"/>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61"/>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61"/>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61"/>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61"/>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61"/>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61"/>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61"/>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61"/>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61"/>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61"/>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61"/>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61"/>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61"/>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61"/>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61"/>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61"/>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61"/>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61"/>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61"/>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61"/>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61"/>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61"/>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61"/>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61"/>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61"/>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61"/>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61"/>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61"/>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61"/>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61"/>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61"/>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61"/>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61"/>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61"/>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61"/>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61"/>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61"/>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61"/>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61"/>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61"/>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61"/>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61"/>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61"/>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61"/>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61"/>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61"/>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61"/>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61"/>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61"/>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61"/>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61"/>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61"/>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61"/>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61"/>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61"/>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61"/>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61"/>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61"/>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61"/>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61"/>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61"/>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61"/>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61"/>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61"/>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61"/>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61"/>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61"/>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61"/>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61"/>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61"/>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61"/>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61"/>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61"/>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61"/>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61"/>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61"/>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61"/>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61"/>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61"/>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61"/>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61"/>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61"/>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61"/>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61"/>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61"/>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61"/>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61"/>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61"/>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61"/>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61"/>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61"/>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61"/>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61"/>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61"/>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61"/>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61"/>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61"/>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61"/>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61"/>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61"/>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61"/>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61"/>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61"/>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61"/>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61"/>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61"/>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61"/>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61"/>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61"/>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61"/>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61"/>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61"/>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61"/>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61"/>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61"/>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61"/>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61"/>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61"/>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61"/>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61"/>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61"/>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61"/>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61"/>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61"/>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61"/>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61"/>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61"/>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61"/>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61"/>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61"/>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61"/>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61"/>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61"/>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61"/>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61"/>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61"/>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61"/>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61"/>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61"/>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61"/>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61"/>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61"/>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61"/>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61"/>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61"/>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61"/>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61"/>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61"/>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61"/>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61"/>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61"/>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61"/>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61"/>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61"/>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61"/>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61"/>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61"/>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61"/>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61"/>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61"/>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61"/>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61"/>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61"/>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61"/>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61"/>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61"/>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61"/>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61"/>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61"/>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61"/>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61"/>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61"/>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61"/>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61"/>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61"/>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61"/>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61"/>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61"/>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61"/>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61"/>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61"/>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61"/>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61"/>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61"/>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61"/>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61"/>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61"/>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61"/>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61"/>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61"/>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61"/>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61"/>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61"/>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61"/>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61"/>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61"/>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61"/>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61"/>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61"/>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61"/>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61"/>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61"/>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61"/>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61"/>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61"/>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61"/>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61"/>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61"/>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61"/>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61"/>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61"/>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61"/>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61"/>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61"/>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61"/>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61"/>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61"/>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61"/>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61"/>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61"/>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61"/>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61"/>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61"/>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61"/>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61"/>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61"/>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61"/>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61"/>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61"/>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61"/>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61"/>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61"/>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61"/>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61"/>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61"/>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61"/>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61"/>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61"/>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61"/>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61"/>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61"/>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61"/>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61"/>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61"/>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61"/>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61"/>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61"/>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61"/>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61"/>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61"/>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61"/>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61"/>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61"/>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61"/>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61"/>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61"/>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61"/>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61"/>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61"/>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61"/>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61"/>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61"/>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61"/>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61"/>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61"/>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61"/>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61"/>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61"/>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61"/>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61"/>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61"/>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61"/>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61"/>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61"/>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61"/>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61"/>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61"/>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61"/>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61"/>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61"/>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61"/>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61"/>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61"/>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61"/>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61"/>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61"/>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61"/>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61"/>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61"/>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61"/>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61"/>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61"/>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61"/>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61"/>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61"/>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61"/>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61"/>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61"/>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61"/>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61"/>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61"/>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61"/>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61"/>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61"/>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61"/>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61"/>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61"/>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61"/>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61"/>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61"/>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61"/>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61"/>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61"/>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61"/>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61"/>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61"/>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61"/>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61"/>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61"/>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61"/>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61"/>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61"/>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61"/>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61"/>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61"/>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61"/>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61"/>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61"/>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61"/>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61"/>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61"/>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61"/>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61"/>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61"/>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61"/>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61"/>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61"/>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61"/>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61"/>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61"/>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61"/>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61"/>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61"/>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61"/>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61"/>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61"/>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61"/>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61"/>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61"/>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61"/>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61"/>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61"/>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61"/>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61"/>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61"/>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61"/>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61"/>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61"/>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61"/>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61"/>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61"/>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61"/>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61"/>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61"/>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61"/>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61"/>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61"/>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61"/>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61"/>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61"/>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61"/>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61"/>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61"/>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61"/>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61"/>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61"/>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61"/>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61"/>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61"/>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61"/>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61"/>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61"/>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61"/>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61"/>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61"/>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61"/>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61"/>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61"/>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61"/>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61"/>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61"/>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61"/>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61"/>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61"/>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61"/>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61"/>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61"/>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61"/>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61"/>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61"/>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61"/>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61"/>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61"/>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61"/>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61"/>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61"/>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61"/>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61"/>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61"/>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61"/>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61"/>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61"/>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61"/>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61"/>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61"/>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61"/>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61"/>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61"/>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61"/>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61"/>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61"/>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61"/>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61"/>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61"/>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61"/>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61"/>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61"/>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61"/>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61"/>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61"/>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61"/>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61"/>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61"/>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61"/>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61"/>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61"/>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61"/>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61"/>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61"/>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61"/>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61"/>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61"/>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61"/>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61"/>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61"/>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61"/>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61"/>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61"/>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61"/>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61"/>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61"/>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61"/>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61"/>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61"/>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61"/>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61"/>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61"/>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61"/>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61"/>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61"/>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61"/>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61"/>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61"/>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61"/>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61"/>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61"/>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61"/>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61"/>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61"/>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61"/>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61"/>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61"/>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61"/>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61"/>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61"/>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61"/>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61"/>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61"/>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61"/>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61"/>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61"/>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61"/>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61"/>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61"/>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61"/>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61"/>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61"/>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61"/>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61"/>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61"/>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61"/>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61"/>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61"/>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61"/>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61"/>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61"/>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61"/>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61"/>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61"/>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61"/>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61"/>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61"/>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61"/>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61"/>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61"/>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61"/>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61"/>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61"/>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61"/>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61"/>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61"/>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61"/>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61"/>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61"/>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61"/>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61"/>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61"/>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61"/>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61"/>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61"/>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61"/>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61"/>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61"/>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61"/>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61"/>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61"/>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61"/>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61"/>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61"/>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61"/>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61"/>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61"/>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61"/>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61"/>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61"/>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61"/>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61"/>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61"/>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61"/>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61"/>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61"/>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61"/>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61"/>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61"/>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61"/>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61"/>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61"/>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61"/>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61"/>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61"/>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61"/>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61"/>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61"/>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61"/>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61"/>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61"/>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61"/>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61"/>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61"/>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61"/>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61"/>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61"/>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61"/>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61"/>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61"/>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61"/>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61"/>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61"/>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61"/>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61"/>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61"/>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61"/>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61"/>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61"/>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61"/>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61"/>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61"/>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61"/>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61"/>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61"/>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61"/>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61"/>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61"/>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61"/>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61"/>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61"/>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61"/>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61"/>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61"/>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61"/>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61"/>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61"/>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61"/>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61"/>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61"/>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61"/>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61"/>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61"/>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61"/>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61"/>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61"/>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61"/>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61"/>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61"/>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61"/>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61"/>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61"/>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61"/>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61"/>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61"/>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61"/>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61"/>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61"/>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61"/>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61"/>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61"/>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61"/>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61"/>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61"/>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61"/>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61"/>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61"/>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61"/>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61"/>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61"/>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61"/>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61"/>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61"/>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61"/>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61"/>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61"/>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61"/>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61"/>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61"/>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61"/>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61"/>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61"/>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61"/>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61"/>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61"/>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61"/>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61"/>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61"/>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61"/>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61"/>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61"/>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61"/>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61"/>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61"/>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61"/>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61"/>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61"/>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61"/>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61"/>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61"/>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61"/>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61"/>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61"/>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61"/>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61"/>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61"/>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61"/>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61"/>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61"/>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61"/>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61"/>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61"/>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61"/>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61"/>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61"/>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61"/>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61"/>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61"/>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61"/>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61"/>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61"/>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61"/>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61"/>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61"/>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61"/>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61"/>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61"/>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61"/>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61"/>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61"/>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61"/>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61"/>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61"/>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61"/>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61"/>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61"/>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61"/>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61"/>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61"/>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61"/>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61"/>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61"/>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61"/>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61"/>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61"/>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61"/>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61"/>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61"/>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61"/>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61"/>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61"/>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61"/>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61"/>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61"/>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61"/>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61"/>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61"/>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61"/>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61"/>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61"/>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61"/>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61"/>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61"/>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61"/>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61"/>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61"/>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61"/>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61"/>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61"/>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61"/>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61"/>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61"/>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61"/>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61"/>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61"/>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61"/>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61"/>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61"/>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61"/>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61"/>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61"/>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61"/>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61"/>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61"/>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61"/>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61"/>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61"/>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61"/>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61"/>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61"/>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61"/>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61"/>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61"/>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61"/>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61"/>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61"/>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61"/>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61"/>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61"/>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61"/>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61"/>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61"/>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61"/>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61"/>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61"/>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61"/>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61"/>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61"/>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61"/>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61"/>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61"/>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61"/>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61"/>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61"/>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61"/>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61"/>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61"/>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61"/>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1"/>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1"/>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61"/>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61"/>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61"/>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1"/>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61"/>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61"/>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61"/>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61"/>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61"/>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61"/>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61"/>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61"/>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61"/>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61"/>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61"/>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61"/>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61"/>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61"/>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61"/>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61"/>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61"/>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61"/>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61"/>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61"/>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61"/>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61"/>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61"/>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61"/>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61"/>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61"/>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61"/>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61"/>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61"/>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61"/>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61"/>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61"/>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61"/>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61"/>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61"/>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61"/>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61"/>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61"/>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61"/>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61"/>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61"/>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61"/>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61"/>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61"/>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61"/>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61"/>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61"/>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61"/>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61"/>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61"/>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61"/>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61"/>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61"/>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61"/>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61"/>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61"/>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61"/>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61"/>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61"/>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61"/>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61"/>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61"/>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61"/>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61"/>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61"/>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61"/>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61"/>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61"/>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61"/>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61"/>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61"/>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1"/>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1"/>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61"/>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61"/>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1"/>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1"/>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1"/>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1"/>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1"/>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1"/>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1"/>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1"/>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1"/>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1"/>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1"/>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1"/>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1"/>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1"/>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1"/>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1"/>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1"/>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1"/>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1"/>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1"/>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1"/>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1"/>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1"/>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61"/>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61"/>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1"/>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1"/>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1"/>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1"/>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61"/>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61"/>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61"/>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1"/>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1"/>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1"/>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1"/>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1"/>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61"/>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61"/>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1"/>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1"/>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1"/>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1"/>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1"/>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1"/>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1"/>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1"/>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1"/>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1"/>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1"/>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1"/>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1"/>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1"/>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1"/>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1"/>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1"/>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1"/>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1"/>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1"/>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1"/>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1"/>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1"/>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1"/>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61"/>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61"/>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1"/>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1"/>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1"/>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1"/>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1"/>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1"/>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1"/>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1"/>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1"/>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1"/>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1"/>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1"/>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1"/>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1"/>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1"/>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1"/>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61"/>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61"/>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1"/>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1"/>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1"/>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1"/>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1"/>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1"/>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1"/>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1"/>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1"/>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1"/>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1"/>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1"/>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1"/>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1"/>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1"/>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1"/>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1"/>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1"/>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1"/>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1"/>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1"/>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1"/>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1"/>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1"/>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61"/>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61"/>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1"/>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1"/>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1"/>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1"/>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1"/>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1"/>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1"/>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1"/>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1"/>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1"/>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1"/>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1"/>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1"/>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1"/>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1"/>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1"/>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1"/>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1"/>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1"/>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1"/>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1"/>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61"/>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61"/>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1"/>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1"/>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1"/>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1"/>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61"/>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61"/>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1"/>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1"/>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1"/>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1"/>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1"/>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1"/>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1"/>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61"/>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61"/>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1"/>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1"/>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1"/>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1"/>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1"/>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1"/>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1"/>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1"/>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1"/>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1"/>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1"/>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1"/>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61"/>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61"/>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1"/>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1"/>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1"/>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61"/>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61"/>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1"/>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1"/>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1"/>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61"/>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61"/>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1"/>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1"/>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1"/>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1"/>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1"/>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1"/>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1"/>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1"/>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1"/>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1"/>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61"/>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61"/>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1"/>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1"/>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1"/>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1"/>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1"/>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1"/>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1"/>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1"/>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1"/>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1"/>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61"/>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61"/>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1"/>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1"/>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1"/>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1"/>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61"/>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61"/>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1"/>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1"/>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1"/>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1"/>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1"/>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1"/>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1"/>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1"/>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1"/>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61"/>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61"/>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1"/>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1"/>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1"/>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61"/>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61"/>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1"/>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1"/>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1"/>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1"/>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1"/>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1"/>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1"/>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61"/>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61"/>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1"/>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1"/>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1"/>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1"/>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1"/>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1"/>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1"/>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1"/>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1"/>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61"/>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61"/>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1"/>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1"/>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1"/>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1"/>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1"/>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1"/>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1"/>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1"/>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1"/>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1"/>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1"/>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1"/>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1"/>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1"/>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1"/>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1"/>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1"/>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61"/>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61"/>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1"/>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1"/>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1"/>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1"/>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1"/>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1"/>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1"/>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1"/>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61"/>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61"/>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1"/>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1"/>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1"/>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1"/>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1"/>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61"/>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61"/>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1"/>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61"/>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61"/>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1"/>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1"/>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1"/>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1"/>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1"/>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1"/>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1"/>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1"/>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1"/>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1"/>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1"/>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1"/>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1"/>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1"/>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1"/>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1"/>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1"/>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61"/>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61"/>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1"/>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1"/>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1"/>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1"/>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1"/>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1"/>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1"/>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1"/>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1"/>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1"/>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1"/>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1"/>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1"/>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1"/>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1"/>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1"/>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1"/>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61"/>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61"/>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1"/>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1"/>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1"/>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1"/>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1"/>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1"/>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1"/>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1"/>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1"/>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1"/>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1"/>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1"/>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1"/>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1"/>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1"/>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1"/>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1"/>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1"/>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1"/>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1"/>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1"/>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1"/>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1"/>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1"/>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1"/>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1"/>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1"/>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61"/>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61"/>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1"/>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1"/>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1"/>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1"/>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1"/>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1"/>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1"/>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1"/>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1"/>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1"/>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1"/>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1"/>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1"/>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1"/>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1"/>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1"/>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1"/>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61"/>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61"/>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1"/>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1"/>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61"/>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61"/>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1"/>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1"/>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1"/>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61"/>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61"/>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61"/>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1"/>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1"/>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1"/>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1"/>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1"/>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1"/>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1"/>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1"/>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1"/>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1"/>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1"/>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61"/>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61"/>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1"/>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1"/>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1"/>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1"/>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1"/>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1"/>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1"/>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1"/>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1"/>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1"/>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1"/>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1"/>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1"/>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1"/>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1"/>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1"/>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1"/>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61"/>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61"/>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1"/>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1"/>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1"/>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1"/>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1"/>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1"/>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1"/>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1"/>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61"/>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61"/>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1"/>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1"/>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61"/>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61"/>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1"/>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1"/>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1"/>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1"/>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1"/>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1"/>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1"/>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1"/>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1"/>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1"/>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1"/>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1"/>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1"/>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1"/>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1"/>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1"/>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1"/>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1"/>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1"/>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1"/>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1"/>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61"/>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61"/>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1"/>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1"/>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1"/>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1"/>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1"/>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1"/>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1"/>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1"/>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1"/>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1"/>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1"/>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61"/>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1"/>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1"/>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61"/>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61"/>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1"/>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1"/>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1"/>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1"/>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1"/>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1"/>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1"/>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1"/>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1"/>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1"/>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1"/>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1"/>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1"/>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1"/>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1"/>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1"/>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1"/>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61"/>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61"/>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1"/>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1"/>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1"/>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1"/>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1"/>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1"/>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1"/>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1"/>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1"/>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61"/>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61"/>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1"/>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1"/>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1"/>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61"/>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61"/>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1"/>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1"/>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1"/>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1"/>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1"/>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1"/>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1"/>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1"/>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1"/>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1"/>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1"/>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61"/>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61"/>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1"/>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1"/>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1"/>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1"/>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61"/>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61"/>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1"/>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1"/>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1"/>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61"/>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61"/>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1"/>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1"/>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1"/>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1"/>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1"/>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1"/>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1"/>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1"/>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1"/>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1"/>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1"/>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1"/>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1"/>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61"/>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61"/>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1"/>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1"/>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1"/>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1"/>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1"/>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1"/>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1"/>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1"/>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1"/>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1"/>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1"/>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61"/>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61"/>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1"/>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1"/>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1"/>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6" name="Google Shape;2946;p61"/>
          <p:cNvGrpSpPr/>
          <p:nvPr/>
        </p:nvGrpSpPr>
        <p:grpSpPr>
          <a:xfrm>
            <a:off x="6647587" y="3567393"/>
            <a:ext cx="560636" cy="516497"/>
            <a:chOff x="6652051" y="3714143"/>
            <a:chExt cx="560636" cy="516497"/>
          </a:xfrm>
        </p:grpSpPr>
        <p:grpSp>
          <p:nvGrpSpPr>
            <p:cNvPr id="2947" name="Google Shape;2947;p61"/>
            <p:cNvGrpSpPr/>
            <p:nvPr/>
          </p:nvGrpSpPr>
          <p:grpSpPr>
            <a:xfrm>
              <a:off x="6669657" y="3716715"/>
              <a:ext cx="466768" cy="464314"/>
              <a:chOff x="3139766" y="765669"/>
              <a:chExt cx="886380" cy="881888"/>
            </a:xfrm>
          </p:grpSpPr>
          <p:grpSp>
            <p:nvGrpSpPr>
              <p:cNvPr id="2948" name="Google Shape;2948;p61"/>
              <p:cNvGrpSpPr/>
              <p:nvPr/>
            </p:nvGrpSpPr>
            <p:grpSpPr>
              <a:xfrm>
                <a:off x="3139766" y="765669"/>
                <a:ext cx="886380" cy="881888"/>
                <a:chOff x="3139766" y="765669"/>
                <a:chExt cx="886380" cy="881888"/>
              </a:xfrm>
            </p:grpSpPr>
            <p:sp>
              <p:nvSpPr>
                <p:cNvPr id="2949" name="Google Shape;2949;p61"/>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1"/>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1"/>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1"/>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1"/>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61"/>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61"/>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1"/>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1"/>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8" name="Google Shape;2958;p61"/>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1"/>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1"/>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1"/>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62" name="Google Shape;2962;p61"/>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3" name="Google Shape;2963;p61"/>
          <p:cNvGrpSpPr/>
          <p:nvPr/>
        </p:nvGrpSpPr>
        <p:grpSpPr>
          <a:xfrm>
            <a:off x="7646296" y="3047976"/>
            <a:ext cx="104231" cy="320340"/>
            <a:chOff x="7564426" y="3224343"/>
            <a:chExt cx="119985" cy="368801"/>
          </a:xfrm>
        </p:grpSpPr>
        <p:sp>
          <p:nvSpPr>
            <p:cNvPr id="2964" name="Google Shape;2964;p61"/>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1"/>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6" name="Google Shape;2966;p61"/>
          <p:cNvGrpSpPr/>
          <p:nvPr/>
        </p:nvGrpSpPr>
        <p:grpSpPr>
          <a:xfrm>
            <a:off x="7345785" y="3042077"/>
            <a:ext cx="189489" cy="332132"/>
            <a:chOff x="8370831" y="3202002"/>
            <a:chExt cx="218129" cy="382376"/>
          </a:xfrm>
        </p:grpSpPr>
        <p:sp>
          <p:nvSpPr>
            <p:cNvPr id="2967" name="Google Shape;2967;p61"/>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1"/>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61"/>
          <p:cNvGrpSpPr/>
          <p:nvPr/>
        </p:nvGrpSpPr>
        <p:grpSpPr>
          <a:xfrm>
            <a:off x="8069174" y="3453209"/>
            <a:ext cx="309429" cy="267000"/>
            <a:chOff x="6742064" y="3750480"/>
            <a:chExt cx="399315" cy="344560"/>
          </a:xfrm>
        </p:grpSpPr>
        <p:sp>
          <p:nvSpPr>
            <p:cNvPr id="2970" name="Google Shape;2970;p61"/>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1"/>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2" name="Google Shape;2972;p61"/>
          <p:cNvGrpSpPr/>
          <p:nvPr/>
        </p:nvGrpSpPr>
        <p:grpSpPr>
          <a:xfrm>
            <a:off x="7608193" y="3804257"/>
            <a:ext cx="180437" cy="281608"/>
            <a:chOff x="7248525" y="3739696"/>
            <a:chExt cx="230531" cy="359790"/>
          </a:xfrm>
        </p:grpSpPr>
        <p:sp>
          <p:nvSpPr>
            <p:cNvPr id="2973" name="Google Shape;2973;p61"/>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1"/>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5" name="Google Shape;2975;p61"/>
          <p:cNvGrpSpPr/>
          <p:nvPr/>
        </p:nvGrpSpPr>
        <p:grpSpPr>
          <a:xfrm>
            <a:off x="7854113" y="3447481"/>
            <a:ext cx="162896" cy="278710"/>
            <a:chOff x="7601242" y="3729267"/>
            <a:chExt cx="222566" cy="380803"/>
          </a:xfrm>
        </p:grpSpPr>
        <p:sp>
          <p:nvSpPr>
            <p:cNvPr id="2976" name="Google Shape;2976;p61"/>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61"/>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78" name="Google Shape;2978;p61"/>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9" name="Google Shape;2979;p61"/>
          <p:cNvGrpSpPr/>
          <p:nvPr/>
        </p:nvGrpSpPr>
        <p:grpSpPr>
          <a:xfrm>
            <a:off x="7343758" y="3448622"/>
            <a:ext cx="193543" cy="275990"/>
            <a:chOff x="8304647" y="3738687"/>
            <a:chExt cx="225076" cy="320956"/>
          </a:xfrm>
        </p:grpSpPr>
        <p:sp>
          <p:nvSpPr>
            <p:cNvPr id="2980" name="Google Shape;2980;p61"/>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1"/>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1"/>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3" name="Google Shape;2983;p61"/>
          <p:cNvGrpSpPr/>
          <p:nvPr/>
        </p:nvGrpSpPr>
        <p:grpSpPr>
          <a:xfrm>
            <a:off x="7616251" y="3448622"/>
            <a:ext cx="178492" cy="275990"/>
            <a:chOff x="8615101" y="3738687"/>
            <a:chExt cx="207573" cy="320956"/>
          </a:xfrm>
        </p:grpSpPr>
        <p:sp>
          <p:nvSpPr>
            <p:cNvPr id="2984" name="Google Shape;2984;p61"/>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1"/>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1"/>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87" name="Google Shape;2987;p61"/>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88" name="Google Shape;2988;p61"/>
          <p:cNvGrpSpPr/>
          <p:nvPr/>
        </p:nvGrpSpPr>
        <p:grpSpPr>
          <a:xfrm>
            <a:off x="7841782" y="3851282"/>
            <a:ext cx="187557" cy="187557"/>
            <a:chOff x="8565775" y="671075"/>
            <a:chExt cx="441000" cy="441000"/>
          </a:xfrm>
        </p:grpSpPr>
        <p:sp>
          <p:nvSpPr>
            <p:cNvPr id="2989" name="Google Shape;2989;p61"/>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61"/>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91" name="Google Shape;2991;p61"/>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1"/>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93" name="Google Shape;2993;p61"/>
          <p:cNvGrpSpPr/>
          <p:nvPr/>
        </p:nvGrpSpPr>
        <p:grpSpPr>
          <a:xfrm>
            <a:off x="5996254" y="2923808"/>
            <a:ext cx="587865" cy="517731"/>
            <a:chOff x="6000718" y="3070557"/>
            <a:chExt cx="587865" cy="517731"/>
          </a:xfrm>
        </p:grpSpPr>
        <p:sp>
          <p:nvSpPr>
            <p:cNvPr id="2994" name="Google Shape;2994;p61"/>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1"/>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1"/>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1"/>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1"/>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1"/>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1"/>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1"/>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1"/>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1"/>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4" name="Google Shape;3004;p61"/>
          <p:cNvGrpSpPr/>
          <p:nvPr/>
        </p:nvGrpSpPr>
        <p:grpSpPr>
          <a:xfrm>
            <a:off x="6011059" y="3567468"/>
            <a:ext cx="557665" cy="516387"/>
            <a:chOff x="6015523" y="3714217"/>
            <a:chExt cx="557665" cy="516387"/>
          </a:xfrm>
        </p:grpSpPr>
        <p:grpSp>
          <p:nvGrpSpPr>
            <p:cNvPr id="3005" name="Google Shape;3005;p61"/>
            <p:cNvGrpSpPr/>
            <p:nvPr/>
          </p:nvGrpSpPr>
          <p:grpSpPr>
            <a:xfrm>
              <a:off x="6036094" y="3716980"/>
              <a:ext cx="529822" cy="510480"/>
              <a:chOff x="3148311" y="-545634"/>
              <a:chExt cx="1006118" cy="969572"/>
            </a:xfrm>
          </p:grpSpPr>
          <p:sp>
            <p:nvSpPr>
              <p:cNvPr id="3006" name="Google Shape;3006;p61"/>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61"/>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61"/>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61"/>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61"/>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61"/>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61"/>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61"/>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61"/>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61"/>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16" name="Google Shape;3016;p61"/>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7" name="Google Shape;3017;p61"/>
          <p:cNvGrpSpPr/>
          <p:nvPr/>
        </p:nvGrpSpPr>
        <p:grpSpPr>
          <a:xfrm>
            <a:off x="6639841" y="2926879"/>
            <a:ext cx="576302" cy="511871"/>
            <a:chOff x="6644304" y="3073628"/>
            <a:chExt cx="576302" cy="511871"/>
          </a:xfrm>
        </p:grpSpPr>
        <p:grpSp>
          <p:nvGrpSpPr>
            <p:cNvPr id="3018" name="Google Shape;3018;p61"/>
            <p:cNvGrpSpPr/>
            <p:nvPr/>
          </p:nvGrpSpPr>
          <p:grpSpPr>
            <a:xfrm>
              <a:off x="6712169" y="3073651"/>
              <a:ext cx="481611" cy="506713"/>
              <a:chOff x="1833536" y="-546641"/>
              <a:chExt cx="914567" cy="962419"/>
            </a:xfrm>
          </p:grpSpPr>
          <p:grpSp>
            <p:nvGrpSpPr>
              <p:cNvPr id="3019" name="Google Shape;3019;p61"/>
              <p:cNvGrpSpPr/>
              <p:nvPr/>
            </p:nvGrpSpPr>
            <p:grpSpPr>
              <a:xfrm>
                <a:off x="1833536" y="-524249"/>
                <a:ext cx="914567" cy="940027"/>
                <a:chOff x="1833536" y="-524249"/>
                <a:chExt cx="914567" cy="940027"/>
              </a:xfrm>
            </p:grpSpPr>
            <p:sp>
              <p:nvSpPr>
                <p:cNvPr id="3020" name="Google Shape;3020;p61"/>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61"/>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61"/>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61"/>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61"/>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25" name="Google Shape;3025;p61"/>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61"/>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61"/>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61"/>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29" name="Google Shape;3029;p61"/>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0" name="Google Shape;3030;p61"/>
          <p:cNvGrpSpPr/>
          <p:nvPr/>
        </p:nvGrpSpPr>
        <p:grpSpPr>
          <a:xfrm>
            <a:off x="5904877" y="1016248"/>
            <a:ext cx="2435960" cy="1297725"/>
            <a:chOff x="233350" y="949250"/>
            <a:chExt cx="7137300" cy="3802300"/>
          </a:xfrm>
        </p:grpSpPr>
        <p:sp>
          <p:nvSpPr>
            <p:cNvPr id="3031" name="Google Shape;3031;p6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6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6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6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6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6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6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6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6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6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6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6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6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6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6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6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6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6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6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6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6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6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6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6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6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6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6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6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6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6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6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6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6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6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6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6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2" name="Google Shape;3082;p61"/>
          <p:cNvGrpSpPr/>
          <p:nvPr/>
        </p:nvGrpSpPr>
        <p:grpSpPr>
          <a:xfrm>
            <a:off x="698034" y="977939"/>
            <a:ext cx="2665073" cy="1317140"/>
            <a:chOff x="793334" y="1192826"/>
            <a:chExt cx="2665073" cy="1317140"/>
          </a:xfrm>
        </p:grpSpPr>
        <p:sp>
          <p:nvSpPr>
            <p:cNvPr id="3083" name="Google Shape;3083;p61"/>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61"/>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61"/>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61"/>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61"/>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61"/>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61"/>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61"/>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61"/>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61"/>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61"/>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61"/>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61"/>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61"/>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61"/>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61"/>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61"/>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61"/>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61"/>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61"/>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61"/>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61"/>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61"/>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61"/>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61"/>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61"/>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61"/>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61"/>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61"/>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61"/>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61"/>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61"/>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61"/>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61"/>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61"/>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61"/>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61"/>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61"/>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61"/>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61"/>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61"/>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61"/>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61"/>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61"/>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61"/>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61"/>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61"/>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61"/>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61"/>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61"/>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61"/>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61"/>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61"/>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61"/>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61"/>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61"/>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61"/>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61"/>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61"/>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61"/>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61"/>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61"/>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61"/>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61"/>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61"/>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61"/>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61"/>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61"/>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61"/>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61"/>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61"/>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61"/>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61"/>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61"/>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61"/>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61"/>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61"/>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61"/>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61"/>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61"/>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61"/>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61"/>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61"/>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61"/>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61"/>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61"/>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61"/>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61"/>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61"/>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61"/>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61"/>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61"/>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61"/>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61"/>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61"/>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61"/>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61"/>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61"/>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61"/>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61"/>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61"/>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61"/>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61"/>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61"/>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61"/>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61"/>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61"/>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61"/>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61"/>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61"/>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61"/>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61"/>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61"/>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61"/>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61"/>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61"/>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61"/>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61"/>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61"/>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61"/>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61"/>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61"/>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61"/>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61"/>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61"/>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61"/>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61"/>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61"/>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61"/>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61"/>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61"/>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61"/>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61"/>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61"/>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61"/>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61"/>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61"/>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61"/>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61"/>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61"/>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61"/>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61"/>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61"/>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61"/>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61"/>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61"/>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61"/>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61"/>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61"/>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61"/>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61"/>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61"/>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61"/>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61"/>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61"/>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61"/>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61"/>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61"/>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61"/>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61"/>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61"/>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61"/>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61"/>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61"/>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61"/>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61"/>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61"/>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61"/>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61"/>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61"/>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61"/>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61"/>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61"/>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61"/>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61"/>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61"/>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61"/>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61"/>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61"/>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61"/>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61"/>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61"/>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61"/>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61"/>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61"/>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61"/>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61"/>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61"/>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61"/>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61"/>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61"/>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61"/>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61"/>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61"/>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61"/>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61"/>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61"/>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61"/>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61"/>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61"/>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61"/>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61"/>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61"/>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61"/>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61"/>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61"/>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61"/>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61"/>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61"/>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61"/>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61"/>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61"/>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61"/>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61"/>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61"/>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61"/>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61"/>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61"/>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61"/>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61"/>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61"/>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61"/>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61"/>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61"/>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61"/>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61"/>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61"/>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61"/>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61"/>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61"/>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61"/>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61"/>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61"/>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61"/>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61"/>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61"/>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61"/>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61"/>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61"/>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61"/>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61"/>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61"/>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61"/>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61"/>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61"/>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61"/>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61"/>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61"/>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61"/>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61"/>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61"/>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61"/>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61"/>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61"/>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61"/>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61"/>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61"/>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61"/>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61"/>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61"/>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61"/>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61"/>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61"/>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61"/>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61"/>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61"/>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61"/>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61"/>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61"/>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61"/>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61"/>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61"/>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61"/>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61"/>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61"/>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61"/>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61"/>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61"/>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61"/>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61"/>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61"/>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61"/>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61"/>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61"/>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61"/>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61"/>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61"/>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61"/>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61"/>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61"/>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61"/>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61"/>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61"/>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61"/>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61"/>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61"/>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61"/>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61"/>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61"/>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61"/>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61"/>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61"/>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61"/>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61"/>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61"/>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61"/>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61"/>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61"/>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61"/>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61"/>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61"/>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61"/>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61"/>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61"/>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61"/>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61"/>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61"/>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61"/>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61"/>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61"/>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61"/>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61"/>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61"/>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61"/>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61"/>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61"/>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61"/>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61"/>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61"/>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61"/>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61"/>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61"/>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61"/>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61"/>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61"/>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61"/>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61"/>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61"/>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61"/>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61"/>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61"/>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61"/>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61"/>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61"/>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61"/>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61"/>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61"/>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61"/>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61"/>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61"/>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61"/>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61"/>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61"/>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61"/>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61"/>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61"/>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61"/>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61"/>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61"/>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61"/>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61"/>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61"/>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61"/>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61"/>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61"/>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61"/>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61"/>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61"/>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61"/>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61"/>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61"/>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61"/>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61"/>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61"/>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61"/>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61"/>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61"/>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61"/>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61"/>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61"/>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61"/>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61"/>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61"/>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61"/>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61"/>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61"/>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61"/>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61"/>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61"/>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61"/>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61"/>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61"/>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61"/>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61"/>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61"/>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61"/>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61"/>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61"/>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61"/>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61"/>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61"/>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61"/>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61"/>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61"/>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61"/>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61"/>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61"/>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61"/>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61"/>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61"/>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61"/>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61"/>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61"/>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61"/>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61"/>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61"/>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61"/>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61"/>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61"/>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61"/>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61"/>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61"/>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61"/>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61"/>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61"/>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61"/>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61"/>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61"/>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61"/>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61"/>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61"/>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61"/>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61"/>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61"/>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61"/>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61"/>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61"/>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61"/>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61"/>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61"/>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61"/>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61"/>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61"/>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61"/>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61"/>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61"/>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61"/>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61"/>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61"/>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61"/>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61"/>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61"/>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61"/>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61"/>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61"/>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61"/>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61"/>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61"/>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61"/>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61"/>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61"/>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61"/>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61"/>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61"/>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61"/>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61"/>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61"/>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61"/>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61"/>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61"/>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61"/>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61"/>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61"/>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61"/>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61"/>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61"/>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61"/>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61"/>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61"/>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61"/>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61"/>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61"/>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61"/>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61"/>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61"/>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61"/>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61"/>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61"/>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61"/>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61"/>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61"/>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61"/>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61"/>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61"/>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61"/>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61"/>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61"/>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61"/>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61"/>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61"/>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61"/>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61"/>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61"/>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61"/>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61"/>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61"/>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61"/>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61"/>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61"/>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61"/>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61"/>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61"/>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61"/>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61"/>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61"/>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61"/>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61"/>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61"/>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61"/>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61"/>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61"/>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61"/>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61"/>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61"/>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61"/>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61"/>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61"/>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61"/>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61"/>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61"/>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61"/>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61"/>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61"/>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61"/>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61"/>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61"/>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61"/>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61"/>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61"/>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61"/>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61"/>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61"/>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61"/>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61"/>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61"/>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61"/>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61"/>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61"/>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61"/>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61"/>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61"/>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61"/>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61"/>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61"/>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61"/>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61"/>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61"/>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61"/>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61"/>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61"/>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61"/>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61"/>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61"/>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61"/>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61"/>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61"/>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61"/>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61"/>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61"/>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61"/>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61"/>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61"/>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61"/>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61"/>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61"/>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61"/>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61"/>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61"/>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61"/>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61"/>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61"/>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61"/>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61"/>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61"/>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61"/>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61"/>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61"/>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61"/>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61"/>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61"/>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61"/>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61"/>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61"/>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61"/>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61"/>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61"/>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61"/>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61"/>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61"/>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61"/>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61"/>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61"/>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61"/>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61"/>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61"/>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61"/>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61"/>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61"/>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61"/>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61"/>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61"/>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61"/>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61"/>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61"/>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61"/>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61"/>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61"/>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61"/>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61"/>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61"/>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61"/>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61"/>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61"/>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61"/>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61"/>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61"/>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61"/>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61"/>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61"/>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61"/>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61"/>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61"/>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61"/>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61"/>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61"/>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61"/>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61"/>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61"/>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61"/>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61"/>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61"/>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61"/>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61"/>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61"/>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61"/>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61"/>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61"/>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61"/>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61"/>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61"/>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61"/>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61"/>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61"/>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61"/>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61"/>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61"/>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61"/>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61"/>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61"/>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61"/>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61"/>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61"/>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61"/>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61"/>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61"/>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61"/>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61"/>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61"/>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61"/>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61"/>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61"/>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61"/>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61"/>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61"/>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61"/>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61"/>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61"/>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61"/>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61"/>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61"/>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61"/>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61"/>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61"/>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61"/>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61"/>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61"/>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61"/>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61"/>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61"/>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61"/>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61"/>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61"/>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61"/>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61"/>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61"/>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61"/>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61"/>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61"/>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61"/>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61"/>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61"/>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61"/>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61"/>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61"/>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61"/>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61"/>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61"/>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61"/>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61"/>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61"/>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61"/>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61"/>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61"/>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61"/>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61"/>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61"/>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61"/>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61"/>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61"/>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61"/>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61"/>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61"/>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61"/>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61"/>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61"/>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61"/>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61"/>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61"/>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61"/>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61"/>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61"/>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61"/>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61"/>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61"/>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61"/>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61"/>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61"/>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61"/>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61"/>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61"/>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61"/>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61"/>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61"/>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61"/>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61"/>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61"/>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61"/>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61"/>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61"/>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61"/>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61"/>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61"/>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61"/>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61"/>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61"/>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61"/>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61"/>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61"/>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61"/>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61"/>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61"/>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61"/>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61"/>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61"/>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61"/>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61"/>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61"/>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61"/>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61"/>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61"/>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61"/>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61"/>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61"/>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61"/>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61"/>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61"/>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61"/>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61"/>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61"/>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61"/>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61"/>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61"/>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61"/>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61"/>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61"/>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61"/>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61"/>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61"/>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61"/>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61"/>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61"/>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61"/>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61"/>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61"/>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61"/>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61"/>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61"/>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61"/>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61"/>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61"/>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61"/>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61"/>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61"/>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61"/>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61"/>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61"/>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61"/>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61"/>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61"/>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61"/>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61"/>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61"/>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61"/>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61"/>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61"/>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61"/>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61"/>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61"/>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61"/>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61"/>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61"/>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61"/>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61"/>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61"/>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61"/>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61"/>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61"/>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61"/>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61"/>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61"/>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61"/>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61"/>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61"/>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61"/>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61"/>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61"/>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61"/>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61"/>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61"/>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61"/>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61"/>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61"/>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61"/>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61"/>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61"/>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61"/>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61"/>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61"/>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61"/>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61"/>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61"/>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61"/>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61"/>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61"/>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61"/>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61"/>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61"/>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61"/>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61"/>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61"/>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61"/>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61"/>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61"/>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61"/>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61"/>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61"/>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61"/>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61"/>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61"/>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61"/>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61"/>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61"/>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61"/>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61"/>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61"/>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61"/>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61"/>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61"/>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61"/>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61"/>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61"/>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61"/>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61"/>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61"/>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61"/>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61"/>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61"/>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61"/>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61"/>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61"/>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61"/>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61"/>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61"/>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61"/>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61"/>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61"/>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61"/>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61"/>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61"/>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61"/>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61"/>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61"/>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61"/>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61"/>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61"/>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61"/>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61"/>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61"/>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61"/>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61"/>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61"/>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61"/>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61"/>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61"/>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61"/>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61"/>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61"/>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61"/>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61"/>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61"/>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61"/>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61"/>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61"/>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61"/>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61"/>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61"/>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61"/>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61"/>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61"/>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61"/>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61"/>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61"/>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61"/>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61"/>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61"/>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61"/>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61"/>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61"/>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61"/>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61"/>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61"/>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61"/>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61"/>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61"/>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61"/>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61"/>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61"/>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61"/>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61"/>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61"/>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61"/>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61"/>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61"/>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61"/>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61"/>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61"/>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61"/>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61"/>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61"/>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61"/>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61"/>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61"/>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61"/>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61"/>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61"/>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61"/>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61"/>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61"/>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61"/>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61"/>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61"/>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61"/>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61"/>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61"/>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61"/>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61"/>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61"/>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61"/>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61"/>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61"/>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61"/>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61"/>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61"/>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61"/>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61"/>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61"/>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61"/>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61"/>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61"/>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61"/>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61"/>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61"/>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61"/>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61"/>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61"/>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61"/>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61"/>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61"/>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61"/>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61"/>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61"/>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61"/>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61"/>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61"/>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61"/>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61"/>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61"/>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61"/>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61"/>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61"/>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61"/>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61"/>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61"/>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61"/>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61"/>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61"/>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61"/>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61"/>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61"/>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61"/>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61"/>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61"/>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61"/>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61"/>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61"/>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61"/>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61"/>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61"/>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61"/>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61"/>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61"/>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61"/>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61"/>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61"/>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61"/>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61"/>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61"/>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61"/>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61"/>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61"/>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61"/>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61"/>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61"/>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61"/>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61"/>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61"/>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61"/>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61"/>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61"/>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61"/>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61"/>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61"/>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61"/>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61"/>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61"/>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61"/>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61"/>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61"/>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61"/>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61"/>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61"/>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61"/>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61"/>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61"/>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61"/>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61"/>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61"/>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61"/>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61"/>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61"/>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61"/>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61"/>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61"/>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61"/>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61"/>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61"/>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61"/>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61"/>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61"/>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61"/>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61"/>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61"/>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61"/>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61"/>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61"/>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61"/>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61"/>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61"/>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61"/>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61"/>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61"/>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61"/>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61"/>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61"/>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61"/>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61"/>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61"/>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61"/>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61"/>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61"/>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61"/>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61"/>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61"/>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61"/>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61"/>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61"/>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61"/>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61"/>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61"/>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61"/>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61"/>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61"/>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61"/>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61"/>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61"/>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61"/>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61"/>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61"/>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61"/>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61"/>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61"/>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61"/>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61"/>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61"/>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61"/>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61"/>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61"/>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61"/>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61"/>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61"/>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61"/>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61"/>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61"/>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61"/>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61"/>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61"/>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61"/>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61"/>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61"/>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61"/>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61"/>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61"/>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61"/>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61"/>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61"/>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61"/>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61"/>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61"/>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61"/>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61"/>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61"/>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61"/>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61"/>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61"/>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61"/>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61"/>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61"/>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61"/>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61"/>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61"/>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61"/>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61"/>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61"/>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61"/>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61"/>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61"/>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61"/>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61"/>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61"/>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61"/>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61"/>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61"/>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61"/>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61"/>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61"/>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61"/>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61"/>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61"/>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61"/>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61"/>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61"/>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61"/>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61"/>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61"/>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61"/>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61"/>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61"/>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61"/>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61"/>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61"/>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61"/>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61"/>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61"/>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61"/>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61"/>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61"/>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61"/>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61"/>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61"/>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61"/>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61"/>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61"/>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61"/>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61"/>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61"/>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61"/>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61"/>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61"/>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61"/>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61"/>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61"/>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61"/>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61"/>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61"/>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61"/>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61"/>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61"/>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61"/>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61"/>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61"/>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61"/>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61"/>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61"/>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61"/>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61"/>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61"/>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61"/>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61"/>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61"/>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61"/>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61"/>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61"/>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61"/>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61"/>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61"/>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61"/>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61"/>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61"/>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61"/>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61"/>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61"/>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61"/>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61"/>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61"/>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61"/>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61"/>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61"/>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61"/>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61"/>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61"/>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61"/>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61"/>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61"/>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61"/>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61"/>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61"/>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61"/>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61"/>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61"/>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61"/>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61"/>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61"/>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61"/>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61"/>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61"/>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61"/>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61"/>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61"/>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61"/>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61"/>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61"/>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61"/>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61"/>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61"/>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61"/>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61"/>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61"/>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61"/>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61"/>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61"/>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61"/>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61"/>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61"/>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61"/>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61"/>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61"/>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61"/>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61"/>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61"/>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61"/>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61"/>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61"/>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61"/>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61"/>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61"/>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61"/>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61"/>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61"/>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61"/>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61"/>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61"/>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61"/>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61"/>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61"/>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61"/>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61"/>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61"/>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61"/>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61"/>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61"/>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61"/>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61"/>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61"/>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61"/>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61"/>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61"/>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61"/>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61"/>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61"/>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61"/>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61"/>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61"/>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61"/>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61"/>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61"/>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61"/>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61"/>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61"/>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61"/>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61"/>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61"/>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61"/>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61"/>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61"/>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61"/>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61"/>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61"/>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61"/>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61"/>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61"/>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61"/>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61"/>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61"/>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61"/>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61"/>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61"/>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61"/>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61"/>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61"/>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61"/>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61"/>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61"/>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61"/>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61"/>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61"/>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61"/>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61"/>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61"/>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61"/>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61"/>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61"/>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61"/>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61"/>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61"/>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61"/>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61"/>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61"/>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61"/>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61"/>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61"/>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61"/>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61"/>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61"/>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61"/>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61"/>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61"/>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61"/>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61"/>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61"/>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61"/>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61"/>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61"/>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61"/>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61"/>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61"/>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61"/>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61"/>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61"/>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61"/>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61"/>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61"/>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61"/>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61"/>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61"/>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61"/>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61"/>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61"/>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61"/>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61"/>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61"/>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61"/>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61"/>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61"/>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61"/>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61"/>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61"/>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61"/>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61"/>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61"/>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61"/>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61"/>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61"/>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61"/>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61"/>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61"/>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61"/>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61"/>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61"/>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61"/>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61"/>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61"/>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61"/>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61"/>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61"/>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61"/>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61"/>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61"/>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61"/>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61"/>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61"/>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61"/>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61"/>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61"/>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61"/>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61"/>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61"/>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61"/>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61"/>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61"/>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61"/>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61"/>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61"/>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61"/>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61"/>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61"/>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61"/>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61"/>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61"/>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61"/>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61"/>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61"/>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61"/>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61"/>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61"/>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61"/>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61"/>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61"/>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61"/>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61"/>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61"/>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61"/>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61"/>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61"/>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61"/>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61"/>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61"/>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61"/>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61"/>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61"/>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61"/>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61"/>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61"/>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61"/>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61"/>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61"/>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61"/>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61"/>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61"/>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61"/>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61"/>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61"/>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61"/>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61"/>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61"/>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61"/>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61"/>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61"/>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61"/>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61"/>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61"/>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61"/>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61"/>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61"/>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61"/>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61"/>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61"/>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61"/>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61"/>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61"/>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61"/>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61"/>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61"/>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61"/>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61"/>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61"/>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61"/>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61"/>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61"/>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61"/>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61"/>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61"/>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61"/>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61"/>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61"/>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61"/>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61"/>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61"/>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61"/>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61"/>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61"/>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61"/>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61"/>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61"/>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61"/>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61"/>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61"/>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61"/>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61"/>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61"/>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61"/>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61"/>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61"/>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61"/>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61"/>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61"/>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61"/>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61"/>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61"/>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61"/>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61"/>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61"/>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61"/>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61"/>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61"/>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61"/>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61"/>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61"/>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61"/>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61"/>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61"/>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61"/>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61"/>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61"/>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61"/>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61"/>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61"/>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61"/>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61"/>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61"/>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61"/>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61"/>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61"/>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61"/>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61"/>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61"/>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61"/>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61"/>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61"/>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61"/>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61"/>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61"/>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61"/>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61"/>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61"/>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61"/>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61"/>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61"/>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61"/>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61"/>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61"/>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61"/>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61"/>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61"/>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61"/>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61"/>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61"/>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61"/>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61"/>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61"/>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61"/>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61"/>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61"/>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61"/>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61"/>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61"/>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61"/>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61"/>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61"/>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61"/>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61"/>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61"/>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61"/>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61"/>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61"/>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61"/>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61"/>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61"/>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61"/>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61"/>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61"/>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61"/>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61"/>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61"/>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61"/>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61"/>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61"/>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61"/>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61"/>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61"/>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61"/>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61"/>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61"/>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61"/>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61"/>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61"/>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61"/>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61"/>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61"/>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61"/>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61"/>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61"/>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61"/>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61"/>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61"/>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61"/>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61"/>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61"/>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61"/>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61"/>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61"/>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61"/>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61"/>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61"/>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61"/>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61"/>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61"/>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61"/>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61"/>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61"/>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61"/>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61"/>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61"/>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61"/>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61"/>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61"/>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61"/>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61"/>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61"/>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61"/>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61"/>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61"/>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61"/>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61"/>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61"/>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61"/>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61"/>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61"/>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61"/>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61"/>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61"/>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61"/>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61"/>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61"/>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61"/>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61"/>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61"/>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61"/>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61"/>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61"/>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61"/>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61"/>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61"/>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61"/>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61"/>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61"/>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61"/>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61"/>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61"/>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61"/>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61"/>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61"/>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61"/>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61"/>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61"/>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61"/>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61"/>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61"/>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61"/>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61"/>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61"/>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61"/>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61"/>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61"/>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61"/>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61"/>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61"/>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61"/>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61"/>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61"/>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61"/>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61"/>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61"/>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61"/>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61"/>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61"/>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61"/>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61"/>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61"/>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61"/>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61"/>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61"/>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61"/>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61"/>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61"/>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61"/>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61"/>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61"/>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61"/>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61"/>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61"/>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61"/>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61"/>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61"/>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61"/>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61"/>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61"/>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61"/>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61"/>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61"/>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61"/>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61"/>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61"/>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61"/>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61"/>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61"/>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61"/>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61"/>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61"/>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61"/>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61"/>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61"/>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61"/>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61"/>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61"/>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61"/>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61"/>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61"/>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61"/>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61"/>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61"/>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61"/>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61"/>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61"/>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61"/>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61"/>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61"/>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61"/>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61"/>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61"/>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61"/>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61"/>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61"/>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61"/>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61"/>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61"/>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61"/>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61"/>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61"/>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61"/>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61"/>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61"/>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61"/>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61"/>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61"/>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61"/>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61"/>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61"/>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61"/>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61"/>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61"/>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61"/>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61"/>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61"/>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61"/>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61"/>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61"/>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61"/>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61"/>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61"/>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61"/>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61"/>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61"/>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61"/>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61"/>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61"/>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61"/>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61"/>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61"/>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61"/>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61"/>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61"/>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61"/>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61"/>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61"/>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61"/>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61"/>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61"/>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61"/>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61"/>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61"/>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61"/>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61"/>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61"/>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61"/>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61"/>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61"/>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61"/>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61"/>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61"/>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61"/>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61"/>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61"/>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61"/>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61"/>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61"/>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61"/>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61"/>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61"/>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61"/>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61"/>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61"/>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61"/>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61"/>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61"/>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61"/>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61"/>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61"/>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61"/>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61"/>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61"/>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61"/>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61"/>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61"/>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61"/>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61"/>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61"/>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61"/>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61"/>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61"/>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61"/>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61"/>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61"/>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61"/>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61"/>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61"/>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61"/>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61"/>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61"/>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61"/>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61"/>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61"/>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61"/>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61"/>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61"/>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61"/>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61"/>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61"/>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61"/>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61"/>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61"/>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61"/>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61"/>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61"/>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61"/>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61"/>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61"/>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61"/>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61"/>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61"/>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61"/>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61"/>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61"/>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61"/>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61"/>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61"/>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61"/>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61"/>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61"/>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61"/>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61"/>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61"/>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61"/>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61"/>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61"/>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61"/>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61"/>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61"/>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61"/>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61"/>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61"/>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61"/>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61"/>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61"/>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61"/>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61"/>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61"/>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61"/>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61"/>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61"/>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61"/>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61"/>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61"/>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61"/>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61"/>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61"/>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61"/>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61"/>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61"/>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61"/>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61"/>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61"/>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61"/>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61"/>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61"/>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61"/>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61"/>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61"/>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61"/>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61"/>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61"/>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61"/>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61"/>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61"/>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61"/>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61"/>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61"/>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61"/>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61"/>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61"/>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61"/>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61"/>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61"/>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61"/>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61"/>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61"/>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61"/>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61"/>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61"/>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61"/>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61"/>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61"/>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61"/>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61"/>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61"/>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61"/>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61"/>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61"/>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61"/>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61"/>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61"/>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61"/>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61"/>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61"/>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61"/>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61"/>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61"/>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61"/>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61"/>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61"/>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61"/>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61"/>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61"/>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61"/>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61"/>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61"/>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61"/>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61"/>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61"/>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61"/>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61"/>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61"/>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61"/>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61"/>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61"/>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61"/>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61"/>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61"/>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61"/>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61"/>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61"/>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61"/>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61"/>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61"/>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61"/>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61"/>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61"/>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61"/>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61"/>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61"/>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61"/>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61"/>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61"/>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61"/>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61"/>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61"/>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61"/>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61"/>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61"/>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61"/>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61"/>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61"/>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61"/>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61"/>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61"/>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61"/>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61"/>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61"/>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61"/>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61"/>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61"/>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61"/>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61"/>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61"/>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61"/>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61"/>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61"/>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61"/>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61"/>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61"/>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61"/>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61"/>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61"/>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61"/>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61"/>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61"/>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61"/>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61"/>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61"/>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61"/>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61"/>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61"/>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61"/>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61"/>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61"/>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61"/>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61"/>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61"/>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61"/>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61"/>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61"/>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61"/>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61"/>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61"/>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61"/>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61"/>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61"/>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61"/>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61"/>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61"/>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61"/>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61"/>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61"/>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61"/>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61"/>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61"/>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61"/>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61"/>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61"/>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61"/>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61"/>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61"/>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61"/>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61"/>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61"/>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61"/>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61"/>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61"/>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61"/>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61"/>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61"/>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61"/>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61"/>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61"/>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61"/>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61"/>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61"/>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61"/>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61"/>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61"/>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61"/>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61"/>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61"/>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61"/>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61"/>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61"/>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61"/>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61"/>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61"/>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61"/>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61"/>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61"/>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61"/>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61"/>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61"/>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61"/>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61"/>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61"/>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61"/>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61"/>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61"/>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61"/>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61"/>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61"/>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61"/>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61"/>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61"/>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61"/>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61"/>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61"/>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61"/>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61"/>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61"/>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61"/>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61"/>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61"/>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61"/>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61"/>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61"/>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61"/>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61"/>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61"/>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61"/>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61"/>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61"/>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61"/>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61"/>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61"/>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61"/>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61"/>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61"/>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61"/>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61"/>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61"/>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61"/>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61"/>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61"/>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61"/>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61"/>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61"/>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61"/>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61"/>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61"/>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61"/>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61"/>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61"/>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61"/>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61"/>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61"/>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61"/>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61"/>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61"/>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61"/>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61"/>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61"/>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61"/>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61"/>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61"/>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61"/>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61"/>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61"/>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61"/>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61"/>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61"/>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61"/>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61"/>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61"/>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61"/>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61"/>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61"/>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61"/>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61"/>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61"/>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61"/>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61"/>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61"/>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61"/>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61"/>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61"/>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61"/>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61"/>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61"/>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61"/>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61"/>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61"/>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61"/>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61"/>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61"/>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61"/>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61"/>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61"/>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61"/>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61"/>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61"/>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61"/>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61"/>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61"/>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61"/>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61"/>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61"/>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61"/>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61"/>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61"/>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61"/>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61"/>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61"/>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61"/>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61"/>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61"/>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61"/>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61"/>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61"/>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61"/>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61"/>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61"/>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61"/>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61"/>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61"/>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61"/>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61"/>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61"/>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61"/>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61"/>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61"/>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61"/>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61"/>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61"/>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61"/>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61"/>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61"/>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61"/>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61"/>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61"/>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61"/>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61"/>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61"/>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61"/>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61"/>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61"/>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61"/>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61"/>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61"/>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61"/>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61"/>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61"/>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61"/>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61"/>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61"/>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61"/>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61"/>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61"/>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61"/>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61"/>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61"/>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61"/>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61"/>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61"/>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61"/>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61"/>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61"/>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61"/>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61"/>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61"/>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61"/>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61"/>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61"/>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61"/>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61"/>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61"/>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61"/>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61"/>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61"/>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61"/>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61"/>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61"/>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61"/>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61"/>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61"/>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61"/>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61"/>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61"/>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61"/>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61"/>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61"/>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61"/>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61"/>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61"/>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61"/>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61"/>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61"/>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61"/>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61"/>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61"/>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61"/>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61"/>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61"/>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61"/>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61"/>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61"/>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61"/>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61"/>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61"/>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61"/>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61"/>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61"/>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61"/>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61"/>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61"/>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61"/>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61"/>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61"/>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61"/>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61"/>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61"/>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61"/>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61"/>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61"/>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61"/>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61"/>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61"/>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61"/>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61"/>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61"/>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61"/>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61"/>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61"/>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61"/>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61"/>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61"/>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61"/>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61"/>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61"/>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61"/>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61"/>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61"/>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61"/>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61"/>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61"/>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61"/>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61"/>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61"/>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61"/>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61"/>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61"/>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61"/>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61"/>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61"/>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61"/>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61"/>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61"/>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61"/>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61"/>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61"/>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61"/>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61"/>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61"/>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61"/>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61"/>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61"/>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61"/>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61"/>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61"/>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61"/>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61"/>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61"/>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61"/>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61"/>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61"/>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61"/>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61"/>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61"/>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61"/>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61"/>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61"/>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61"/>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61"/>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61"/>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61"/>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61"/>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61"/>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61"/>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61"/>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61"/>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61"/>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61"/>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61"/>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61"/>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61"/>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61"/>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61"/>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61"/>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61"/>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61"/>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61"/>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61"/>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61"/>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61"/>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61"/>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61"/>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61"/>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61"/>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61"/>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61"/>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61"/>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61"/>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61"/>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61"/>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61"/>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61"/>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61"/>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61"/>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61"/>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61"/>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61"/>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61"/>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61"/>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61"/>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61"/>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61"/>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61"/>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61"/>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61"/>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61"/>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61"/>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61"/>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61"/>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61"/>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61"/>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61"/>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61"/>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61"/>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61"/>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61"/>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61"/>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61"/>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61"/>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61"/>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61"/>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61"/>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61"/>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61"/>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61"/>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61"/>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61"/>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61"/>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61"/>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61"/>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61"/>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61"/>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61"/>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61"/>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61"/>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61"/>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61"/>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61"/>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61"/>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61"/>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61"/>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61"/>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61"/>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61"/>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61"/>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61"/>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61"/>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61"/>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61"/>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61"/>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61"/>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61"/>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61"/>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61"/>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61"/>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61"/>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61"/>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61"/>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61"/>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61"/>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61"/>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61"/>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61"/>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61"/>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61"/>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61"/>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61"/>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61"/>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61"/>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61"/>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61"/>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61"/>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61"/>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61"/>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61"/>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61"/>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61"/>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61"/>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61"/>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61"/>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61"/>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61"/>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61"/>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61"/>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61"/>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61"/>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61"/>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61"/>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61"/>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61"/>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61"/>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61"/>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61"/>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61"/>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61"/>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61"/>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61"/>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61"/>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61"/>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61"/>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61"/>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61"/>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61"/>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61"/>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61"/>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61"/>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61"/>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61"/>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61"/>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61"/>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61"/>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61"/>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61"/>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61"/>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61"/>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61"/>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61"/>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61"/>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61"/>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61"/>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61"/>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61"/>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61"/>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61"/>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61"/>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61"/>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61"/>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61"/>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61"/>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61"/>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61"/>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61"/>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61"/>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61"/>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61"/>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61"/>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61"/>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61"/>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61"/>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61"/>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61"/>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61"/>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61"/>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61"/>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61"/>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61"/>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61"/>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61"/>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61"/>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61"/>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61"/>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61"/>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61"/>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61"/>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61"/>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61"/>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61"/>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61"/>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61"/>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61"/>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61"/>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61"/>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61"/>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61"/>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61"/>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61"/>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61"/>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61"/>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61"/>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61"/>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61"/>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61"/>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61"/>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61"/>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61"/>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61"/>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61"/>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61"/>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61"/>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61"/>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61"/>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61"/>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61"/>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61"/>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61"/>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61"/>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61"/>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61"/>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61"/>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61"/>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61"/>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61"/>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61"/>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61"/>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61"/>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61"/>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61"/>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61"/>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61"/>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61"/>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61"/>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61"/>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61"/>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61"/>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61"/>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61"/>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61"/>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61"/>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61"/>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61"/>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61"/>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61"/>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61"/>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61"/>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61"/>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61"/>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61"/>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61"/>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61"/>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61"/>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61"/>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61"/>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61"/>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61"/>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61"/>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61"/>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61"/>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61"/>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61"/>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61"/>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61"/>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61"/>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61"/>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61"/>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61"/>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61"/>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61"/>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61"/>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61"/>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61"/>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61"/>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61"/>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61"/>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61"/>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61"/>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61"/>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61"/>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61"/>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61"/>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61"/>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61"/>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61"/>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61"/>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61"/>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61"/>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61"/>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61"/>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61"/>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61"/>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61"/>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61"/>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61"/>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61"/>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61"/>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61"/>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61"/>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61"/>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61"/>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61"/>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61"/>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61"/>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61"/>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61"/>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61"/>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61"/>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61"/>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61"/>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61"/>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61"/>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61"/>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61"/>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61"/>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61"/>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61"/>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61"/>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61"/>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61"/>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61"/>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61"/>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61"/>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61"/>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61"/>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61"/>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61"/>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61"/>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61"/>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61"/>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61"/>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61"/>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61"/>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61"/>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61"/>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61"/>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61"/>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61"/>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61"/>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61"/>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61"/>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61"/>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61"/>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61"/>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61"/>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61"/>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61"/>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61"/>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61"/>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61"/>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61"/>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61"/>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61"/>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61"/>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61"/>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61"/>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61"/>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61"/>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61"/>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61"/>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61"/>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61"/>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61"/>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61"/>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61"/>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61"/>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61"/>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61"/>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61"/>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61"/>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61"/>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61"/>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61"/>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61"/>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61"/>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61"/>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61"/>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61"/>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61"/>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61"/>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61"/>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61"/>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61"/>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61"/>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61"/>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61"/>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61"/>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61"/>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61"/>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61"/>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61"/>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61"/>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61"/>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61"/>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61"/>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61"/>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61"/>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61"/>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61"/>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61"/>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61"/>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61"/>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61"/>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61"/>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61"/>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61"/>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61"/>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61"/>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61"/>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61"/>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61"/>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61"/>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61"/>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61"/>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61"/>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61"/>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61"/>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61"/>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61"/>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61"/>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61"/>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61"/>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61"/>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61"/>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61"/>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61"/>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61"/>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61"/>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61"/>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61"/>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61"/>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61"/>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61"/>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61"/>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61"/>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61"/>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61"/>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61"/>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61"/>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61"/>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61"/>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61"/>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61"/>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61"/>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61"/>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61"/>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61"/>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61"/>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61"/>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61"/>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61"/>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61"/>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61"/>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61"/>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61"/>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61"/>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61"/>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61"/>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61"/>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61"/>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61"/>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61"/>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61"/>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61"/>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61"/>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61"/>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61"/>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61"/>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61"/>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61"/>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61"/>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61"/>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61"/>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61"/>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61"/>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61"/>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61"/>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61"/>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61"/>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61"/>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61"/>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61"/>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61"/>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61"/>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61"/>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61"/>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61"/>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61"/>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61"/>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61"/>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61"/>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61"/>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61"/>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61"/>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61"/>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61"/>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61"/>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61"/>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61"/>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61"/>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61"/>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61"/>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61"/>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61"/>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61"/>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61"/>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61"/>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61"/>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61"/>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61"/>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61"/>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61"/>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61"/>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61"/>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61"/>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61"/>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61"/>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61"/>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61"/>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61"/>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61"/>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61"/>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61"/>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61"/>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61"/>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61"/>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61"/>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61"/>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61"/>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61"/>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61"/>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61"/>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61"/>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61"/>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61"/>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61"/>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61"/>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61"/>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61"/>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61"/>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61"/>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61"/>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61"/>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61"/>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61"/>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61"/>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61"/>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61"/>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61"/>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61"/>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61"/>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61"/>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61"/>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61"/>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61"/>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61"/>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61"/>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61"/>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61"/>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61"/>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61"/>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61"/>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61"/>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61"/>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61"/>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61"/>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61"/>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61"/>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61"/>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61"/>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61"/>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61"/>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61"/>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61"/>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61"/>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61"/>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61"/>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61"/>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61"/>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61"/>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61"/>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61"/>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61"/>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61"/>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61"/>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61"/>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61"/>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61"/>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61"/>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61"/>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61"/>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61"/>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61"/>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61"/>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61"/>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61"/>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61"/>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61"/>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61"/>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61"/>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61"/>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61"/>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61"/>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61"/>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61"/>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61"/>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61"/>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61"/>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61"/>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61"/>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61"/>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61"/>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61"/>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61"/>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61"/>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61"/>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61"/>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61"/>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61"/>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61"/>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61"/>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61"/>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61"/>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61"/>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61"/>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61"/>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61"/>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61"/>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61"/>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61"/>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61"/>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61"/>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61"/>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61"/>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61"/>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61"/>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61"/>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61"/>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61"/>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61"/>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61"/>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61"/>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61"/>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61"/>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61"/>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61"/>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61"/>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61"/>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61"/>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61"/>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61"/>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61"/>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61"/>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61"/>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61"/>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61"/>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61"/>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61"/>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61"/>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61"/>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61"/>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61"/>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61"/>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61"/>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61"/>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61"/>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61"/>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61"/>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61"/>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61"/>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61"/>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61"/>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61"/>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61"/>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61"/>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61"/>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61"/>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61"/>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61"/>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61"/>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61"/>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61"/>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61"/>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61"/>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61"/>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61"/>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61"/>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61"/>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61"/>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61"/>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61"/>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61"/>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61"/>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61"/>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61"/>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61"/>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61"/>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61"/>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61"/>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61"/>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61"/>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61"/>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61"/>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61"/>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61"/>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61"/>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61"/>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61"/>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61"/>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61"/>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61"/>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61"/>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61"/>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61"/>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61"/>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61"/>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61"/>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61"/>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61"/>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61"/>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61"/>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61"/>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61"/>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61"/>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61"/>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61"/>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61"/>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61"/>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61"/>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61"/>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61"/>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61"/>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61"/>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61"/>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61"/>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61"/>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61"/>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61"/>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61"/>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61"/>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61"/>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61"/>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61"/>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61"/>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61"/>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61"/>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61"/>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61"/>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61"/>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61"/>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61"/>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61"/>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61"/>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61"/>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61"/>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61"/>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61"/>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61"/>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61"/>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61"/>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61"/>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61"/>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61"/>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61"/>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61"/>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61"/>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61"/>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61"/>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61"/>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61"/>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61"/>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61"/>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61"/>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61"/>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61"/>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61"/>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61"/>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61"/>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61"/>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61"/>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61"/>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61"/>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61"/>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61"/>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61"/>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61"/>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61"/>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61"/>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61"/>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61"/>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61"/>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61"/>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61"/>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61"/>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61"/>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61"/>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61"/>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61"/>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61"/>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61"/>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61"/>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61"/>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61"/>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61"/>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61"/>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61"/>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61"/>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61"/>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61"/>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61"/>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61"/>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61"/>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61"/>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61"/>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61"/>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61"/>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61"/>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61"/>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61"/>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61"/>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61"/>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61"/>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61"/>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61"/>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61"/>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61"/>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61"/>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61"/>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61"/>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61"/>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61"/>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61"/>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61"/>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61"/>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61"/>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61"/>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61"/>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61"/>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61"/>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61"/>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61"/>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61"/>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61"/>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61"/>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61"/>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61"/>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61"/>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61"/>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61"/>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61"/>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61"/>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61"/>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61"/>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61"/>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61"/>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61"/>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61"/>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61"/>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61"/>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61"/>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61"/>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61"/>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61"/>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61"/>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61"/>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61"/>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61"/>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61"/>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61"/>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61"/>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61"/>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61"/>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61"/>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61"/>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61"/>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61"/>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61"/>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61"/>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61"/>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61"/>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61"/>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61"/>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61"/>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61"/>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61"/>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61"/>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61"/>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61"/>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61"/>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61"/>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61"/>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61"/>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61"/>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61"/>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61"/>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61"/>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61"/>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61"/>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61"/>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61"/>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61"/>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61"/>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61"/>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61"/>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61"/>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61"/>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61"/>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61"/>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61"/>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61"/>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61"/>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61"/>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61"/>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61"/>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61"/>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61"/>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61"/>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61"/>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61"/>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61"/>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61"/>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61"/>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61"/>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61"/>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61"/>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61"/>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61"/>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61"/>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61"/>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61"/>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61"/>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61"/>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61"/>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61"/>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61"/>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61"/>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61"/>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61"/>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61"/>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61"/>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61"/>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61"/>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61"/>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61"/>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61"/>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61"/>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61"/>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61"/>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61"/>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61"/>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61"/>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61"/>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61"/>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61"/>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61"/>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61"/>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61"/>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61"/>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61"/>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61"/>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61"/>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61"/>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61"/>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61"/>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61"/>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61"/>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61"/>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61"/>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61"/>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61"/>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61"/>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61"/>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61"/>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61"/>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61"/>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61"/>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61"/>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61"/>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61"/>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61"/>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61"/>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61"/>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61"/>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61"/>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61"/>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61"/>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61"/>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61"/>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61"/>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61"/>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61"/>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61"/>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61"/>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61"/>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61"/>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61"/>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61"/>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61"/>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61"/>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61"/>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61"/>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61"/>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61"/>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61"/>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61"/>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61"/>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61"/>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61"/>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61"/>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61"/>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61"/>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61"/>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61"/>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61"/>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61"/>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61"/>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61"/>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61"/>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61"/>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61"/>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61"/>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61"/>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61"/>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61"/>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61"/>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61"/>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61"/>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61"/>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61"/>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61"/>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61"/>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61"/>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61"/>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61"/>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61"/>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61"/>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61"/>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61"/>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61"/>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61"/>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61"/>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61"/>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61"/>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61"/>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61"/>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61"/>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61"/>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61"/>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61"/>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61"/>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61"/>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61"/>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61"/>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61"/>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61"/>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61"/>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61"/>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61"/>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61"/>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61"/>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61"/>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61"/>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61"/>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61"/>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61"/>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61"/>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61"/>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61"/>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61"/>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61"/>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61"/>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61"/>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61"/>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61"/>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61"/>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61"/>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61"/>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61"/>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61"/>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61"/>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61"/>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61"/>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61"/>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61"/>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61"/>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61"/>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61"/>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61"/>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61"/>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61"/>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61"/>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61"/>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61"/>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61"/>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61"/>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61"/>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61"/>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61"/>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61"/>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61"/>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61"/>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61"/>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61"/>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61"/>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61"/>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61"/>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61"/>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61"/>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61"/>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61"/>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61"/>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61"/>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61"/>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61"/>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61"/>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61"/>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61"/>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61"/>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61"/>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61"/>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61"/>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61"/>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61"/>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61"/>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61"/>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61"/>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61"/>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61"/>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61"/>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61"/>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61"/>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61"/>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61"/>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61"/>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61"/>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61"/>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61"/>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61"/>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61"/>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61"/>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61"/>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61"/>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61"/>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61"/>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61"/>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61"/>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61"/>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61"/>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61"/>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61"/>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61"/>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61"/>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61"/>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61"/>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61"/>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61"/>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61"/>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61"/>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61"/>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61"/>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61"/>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61"/>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61"/>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61"/>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61"/>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61"/>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61"/>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61"/>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61"/>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61"/>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61"/>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61"/>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61"/>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61"/>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61"/>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61"/>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61"/>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61"/>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61"/>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61"/>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61"/>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61"/>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61"/>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61"/>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61"/>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61"/>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61"/>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61"/>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61"/>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61"/>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61"/>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61"/>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61"/>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61"/>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61"/>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61"/>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61"/>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61"/>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61"/>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61"/>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61"/>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61"/>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61"/>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61"/>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61"/>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61"/>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61"/>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61"/>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61"/>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61"/>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61"/>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61"/>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61"/>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61"/>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61"/>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61"/>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61"/>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61"/>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61"/>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61"/>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61"/>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61"/>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61"/>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61"/>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61"/>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61"/>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61"/>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61"/>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61"/>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61"/>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61"/>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61"/>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61"/>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61"/>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61"/>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61"/>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61"/>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61"/>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61"/>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61"/>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61"/>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61"/>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61"/>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61"/>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61"/>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61"/>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61"/>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61"/>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61"/>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61"/>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61"/>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61"/>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61"/>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61"/>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61"/>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61"/>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61"/>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61"/>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61"/>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61"/>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61"/>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61"/>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61"/>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61"/>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61"/>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61"/>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61"/>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61"/>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61"/>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61"/>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61"/>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61"/>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61"/>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61"/>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61"/>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61"/>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61"/>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61"/>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61"/>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61"/>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61"/>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61"/>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61"/>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61"/>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61"/>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61"/>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61"/>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61"/>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61"/>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61"/>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61"/>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61"/>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61"/>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61"/>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61"/>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61"/>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61"/>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61"/>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61"/>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61"/>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61"/>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61"/>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61"/>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61"/>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61"/>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61"/>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61"/>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61"/>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61"/>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61"/>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61"/>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61"/>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61"/>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61"/>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61"/>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61"/>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61"/>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61"/>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61"/>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61"/>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61"/>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61"/>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61"/>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61"/>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61"/>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61"/>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61"/>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61"/>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61"/>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61"/>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61"/>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61"/>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61"/>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61"/>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61"/>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61"/>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61"/>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61"/>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61"/>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61"/>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61"/>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61"/>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61"/>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61"/>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61"/>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61"/>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61"/>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61"/>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61"/>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61"/>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61"/>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61"/>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61"/>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61"/>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61"/>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61"/>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61"/>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61"/>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61"/>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61"/>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61"/>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61"/>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61"/>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61"/>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61"/>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61"/>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61"/>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61"/>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61"/>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61"/>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61"/>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61"/>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61"/>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61"/>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61"/>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61"/>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61"/>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61"/>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61"/>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61"/>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61"/>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61"/>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61"/>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61"/>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61"/>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61"/>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61"/>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61"/>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61"/>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61"/>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61"/>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61"/>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61"/>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61"/>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61"/>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61"/>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61"/>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61"/>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61"/>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61"/>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61"/>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61"/>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61"/>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61"/>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61"/>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61"/>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61"/>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61"/>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61"/>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61"/>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61"/>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61"/>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61"/>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61"/>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61"/>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61"/>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61"/>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61"/>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61"/>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61"/>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61"/>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61"/>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61"/>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61"/>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61"/>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61"/>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61"/>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61"/>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61"/>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61"/>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61"/>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61"/>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61"/>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61"/>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61"/>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61"/>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61"/>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61"/>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61"/>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61"/>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61"/>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61"/>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61"/>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61"/>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61"/>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61"/>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61"/>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61"/>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61"/>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61"/>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61"/>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61"/>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61"/>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61"/>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61"/>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61"/>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61"/>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61"/>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61"/>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61"/>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61"/>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61"/>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61"/>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61"/>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61"/>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61"/>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61"/>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61"/>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61"/>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61"/>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61"/>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61"/>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61"/>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61"/>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61"/>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61"/>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61"/>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61"/>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61"/>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61"/>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61"/>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61"/>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61"/>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61"/>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61"/>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61"/>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61"/>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61"/>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61"/>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61"/>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61"/>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61"/>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61"/>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61"/>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61"/>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61"/>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61"/>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61"/>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61"/>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61"/>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61"/>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61"/>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61"/>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61"/>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61"/>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61"/>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61"/>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61"/>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61"/>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61"/>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61"/>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61"/>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61"/>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61"/>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61"/>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61"/>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61"/>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61"/>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61"/>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61"/>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61"/>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61"/>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61"/>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61"/>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61"/>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61"/>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61"/>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61"/>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61"/>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61"/>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61"/>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61"/>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61"/>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61"/>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61"/>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61"/>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61"/>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61"/>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61"/>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61"/>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61"/>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61"/>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61"/>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61"/>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61"/>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61"/>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61"/>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61"/>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61"/>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61"/>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61"/>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61"/>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61"/>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61"/>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61"/>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61"/>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61"/>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61"/>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61"/>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61"/>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61"/>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61"/>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61"/>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61"/>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0" name="Google Shape;7050;p61"/>
          <p:cNvGrpSpPr/>
          <p:nvPr/>
        </p:nvGrpSpPr>
        <p:grpSpPr>
          <a:xfrm>
            <a:off x="3416804" y="902588"/>
            <a:ext cx="2310381" cy="1488888"/>
            <a:chOff x="229225" y="549050"/>
            <a:chExt cx="7161750" cy="4615275"/>
          </a:xfrm>
        </p:grpSpPr>
        <p:sp>
          <p:nvSpPr>
            <p:cNvPr id="7051" name="Google Shape;7051;p61"/>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61"/>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61"/>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61"/>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61"/>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61"/>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61"/>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61"/>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61"/>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61"/>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61"/>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61"/>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61"/>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61"/>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61"/>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61"/>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61"/>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61"/>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61"/>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61"/>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61"/>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61"/>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61"/>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61"/>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61"/>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61"/>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61"/>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61"/>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61"/>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61"/>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61"/>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61"/>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61"/>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61"/>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61"/>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61"/>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61"/>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61"/>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61"/>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61"/>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61"/>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61"/>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61"/>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61"/>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61"/>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61"/>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61"/>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61"/>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61"/>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61"/>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61"/>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61"/>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61"/>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61"/>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61"/>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61"/>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61"/>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61"/>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61"/>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61"/>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61"/>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61"/>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61"/>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61"/>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61"/>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61"/>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61"/>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61"/>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61"/>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61"/>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61"/>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61"/>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61"/>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61"/>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61"/>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61"/>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61"/>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61"/>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61"/>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61"/>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61"/>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61"/>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61"/>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61"/>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61"/>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61"/>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61"/>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61"/>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61"/>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61"/>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61"/>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61"/>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61"/>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61"/>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61"/>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61"/>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61"/>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61"/>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61"/>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61"/>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61"/>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61"/>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61"/>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61"/>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61"/>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61"/>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61"/>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61"/>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61"/>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61"/>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61"/>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61"/>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61"/>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61"/>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61"/>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61"/>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61"/>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8" name="Google Shape;7168;p61"/>
          <p:cNvGrpSpPr/>
          <p:nvPr/>
        </p:nvGrpSpPr>
        <p:grpSpPr>
          <a:xfrm>
            <a:off x="3514722" y="2832485"/>
            <a:ext cx="2310282" cy="1374222"/>
            <a:chOff x="238125" y="732525"/>
            <a:chExt cx="7130500" cy="4241425"/>
          </a:xfrm>
        </p:grpSpPr>
        <p:sp>
          <p:nvSpPr>
            <p:cNvPr id="7169" name="Google Shape;7169;p61"/>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61"/>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61"/>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61"/>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61"/>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61"/>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61"/>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61"/>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61"/>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61"/>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61"/>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61"/>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61"/>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61"/>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61"/>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61"/>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61"/>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61"/>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61"/>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61"/>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61"/>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61"/>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61"/>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61"/>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61"/>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61"/>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61"/>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61"/>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61"/>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61"/>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61"/>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61"/>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61"/>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61"/>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61"/>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61"/>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61"/>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61"/>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61"/>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61"/>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61"/>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61"/>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61"/>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61"/>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61"/>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61"/>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61"/>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61"/>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61"/>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61"/>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61"/>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61"/>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61"/>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61"/>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61"/>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61"/>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61"/>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61"/>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61"/>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61"/>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61"/>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61"/>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61"/>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61"/>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61"/>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61"/>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61"/>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61"/>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61"/>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61"/>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61"/>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61"/>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61"/>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61"/>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61"/>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61"/>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61"/>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61"/>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61"/>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61"/>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61"/>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61"/>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61"/>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61"/>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61"/>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61"/>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61"/>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61"/>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61"/>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61"/>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61"/>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61"/>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61"/>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61"/>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61"/>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61"/>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61"/>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61"/>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61"/>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61"/>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61"/>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61"/>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61"/>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61"/>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61"/>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61"/>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61"/>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61"/>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61"/>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61"/>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61"/>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61"/>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61"/>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61"/>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0">
  <p:cSld>
    <p:spTree>
      <p:nvGrpSpPr>
        <p:cNvPr id="1" name="Shape 7286"/>
        <p:cNvGrpSpPr/>
        <p:nvPr/>
      </p:nvGrpSpPr>
      <p:grpSpPr>
        <a:xfrm>
          <a:off x="0" y="0"/>
          <a:ext cx="0" cy="0"/>
          <a:chOff x="0" y="0"/>
          <a:chExt cx="0" cy="0"/>
        </a:xfrm>
      </p:grpSpPr>
      <p:grpSp>
        <p:nvGrpSpPr>
          <p:cNvPr id="7287" name="Google Shape;7287;p62"/>
          <p:cNvGrpSpPr/>
          <p:nvPr/>
        </p:nvGrpSpPr>
        <p:grpSpPr>
          <a:xfrm>
            <a:off x="2100561" y="3398658"/>
            <a:ext cx="1102891" cy="760337"/>
            <a:chOff x="4967783" y="2151471"/>
            <a:chExt cx="3920692" cy="2702940"/>
          </a:xfrm>
        </p:grpSpPr>
        <p:grpSp>
          <p:nvGrpSpPr>
            <p:cNvPr id="7288" name="Google Shape;7288;p62"/>
            <p:cNvGrpSpPr/>
            <p:nvPr/>
          </p:nvGrpSpPr>
          <p:grpSpPr>
            <a:xfrm>
              <a:off x="5045709" y="2252109"/>
              <a:ext cx="3761071" cy="2501708"/>
              <a:chOff x="2691784" y="1805334"/>
              <a:chExt cx="3761071" cy="2501708"/>
            </a:xfrm>
          </p:grpSpPr>
          <p:sp>
            <p:nvSpPr>
              <p:cNvPr id="7289" name="Google Shape;7289;p62"/>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62"/>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62"/>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62"/>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62"/>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62"/>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62"/>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6" name="Google Shape;7296;p62"/>
            <p:cNvGrpSpPr/>
            <p:nvPr/>
          </p:nvGrpSpPr>
          <p:grpSpPr>
            <a:xfrm>
              <a:off x="4967783" y="2151471"/>
              <a:ext cx="3920692" cy="2702940"/>
              <a:chOff x="2613858" y="1704696"/>
              <a:chExt cx="3920692" cy="2702940"/>
            </a:xfrm>
          </p:grpSpPr>
          <p:sp>
            <p:nvSpPr>
              <p:cNvPr id="7297" name="Google Shape;7297;p62"/>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62"/>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62"/>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62"/>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62"/>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02" name="Google Shape;7302;p62"/>
          <p:cNvGrpSpPr/>
          <p:nvPr/>
        </p:nvGrpSpPr>
        <p:grpSpPr>
          <a:xfrm>
            <a:off x="3504470" y="1286935"/>
            <a:ext cx="1561911" cy="708580"/>
            <a:chOff x="3530532" y="1496185"/>
            <a:chExt cx="1561911" cy="708580"/>
          </a:xfrm>
        </p:grpSpPr>
        <p:grpSp>
          <p:nvGrpSpPr>
            <p:cNvPr id="7303" name="Google Shape;7303;p62"/>
            <p:cNvGrpSpPr/>
            <p:nvPr/>
          </p:nvGrpSpPr>
          <p:grpSpPr>
            <a:xfrm>
              <a:off x="3720318" y="1857562"/>
              <a:ext cx="1372125" cy="54"/>
              <a:chOff x="3720318" y="1857562"/>
              <a:chExt cx="1372125" cy="54"/>
            </a:xfrm>
          </p:grpSpPr>
          <p:cxnSp>
            <p:nvCxnSpPr>
              <p:cNvPr id="7304" name="Google Shape;7304;p62"/>
              <p:cNvCxnSpPr>
                <a:endCxn id="7305"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306" name="Google Shape;7306;p62"/>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307" name="Google Shape;7307;p62"/>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308" name="Google Shape;7308;p62"/>
              <p:cNvCxnSpPr>
                <a:stCxn id="7305"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309" name="Google Shape;7309;p62"/>
            <p:cNvGrpSpPr/>
            <p:nvPr/>
          </p:nvGrpSpPr>
          <p:grpSpPr>
            <a:xfrm>
              <a:off x="3567462" y="1496185"/>
              <a:ext cx="286500" cy="272914"/>
              <a:chOff x="3567462" y="1496185"/>
              <a:chExt cx="286500" cy="272914"/>
            </a:xfrm>
          </p:grpSpPr>
          <p:cxnSp>
            <p:nvCxnSpPr>
              <p:cNvPr id="7310" name="Google Shape;7310;p62"/>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311" name="Google Shape;7311;p62"/>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12" name="Google Shape;7312;p62"/>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62"/>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14" name="Google Shape;7314;p62"/>
            <p:cNvGrpSpPr/>
            <p:nvPr/>
          </p:nvGrpSpPr>
          <p:grpSpPr>
            <a:xfrm>
              <a:off x="3929014" y="1960574"/>
              <a:ext cx="286500" cy="242342"/>
              <a:chOff x="3929014" y="1960574"/>
              <a:chExt cx="286500" cy="242342"/>
            </a:xfrm>
          </p:grpSpPr>
          <p:cxnSp>
            <p:nvCxnSpPr>
              <p:cNvPr id="7315" name="Google Shape;7315;p62"/>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316" name="Google Shape;7316;p62"/>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7" name="Google Shape;7317;p62"/>
            <p:cNvGrpSpPr/>
            <p:nvPr/>
          </p:nvGrpSpPr>
          <p:grpSpPr>
            <a:xfrm>
              <a:off x="4290828" y="1496185"/>
              <a:ext cx="286500" cy="272914"/>
              <a:chOff x="4290828" y="1496185"/>
              <a:chExt cx="286500" cy="272914"/>
            </a:xfrm>
          </p:grpSpPr>
          <p:cxnSp>
            <p:nvCxnSpPr>
              <p:cNvPr id="7318" name="Google Shape;7318;p62"/>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319" name="Google Shape;7319;p62"/>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20" name="Google Shape;7320;p62"/>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62"/>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21" name="Google Shape;7321;p62"/>
            <p:cNvGrpSpPr/>
            <p:nvPr/>
          </p:nvGrpSpPr>
          <p:grpSpPr>
            <a:xfrm>
              <a:off x="4657726" y="1959674"/>
              <a:ext cx="286500" cy="245092"/>
              <a:chOff x="4657726" y="1959674"/>
              <a:chExt cx="286500" cy="245092"/>
            </a:xfrm>
          </p:grpSpPr>
          <p:cxnSp>
            <p:nvCxnSpPr>
              <p:cNvPr id="7322" name="Google Shape;7322;p62"/>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323" name="Google Shape;7323;p62"/>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24" name="Google Shape;7324;p62"/>
          <p:cNvGrpSpPr/>
          <p:nvPr/>
        </p:nvGrpSpPr>
        <p:grpSpPr>
          <a:xfrm>
            <a:off x="3486489" y="2149032"/>
            <a:ext cx="1597032" cy="378649"/>
            <a:chOff x="3512551" y="2358282"/>
            <a:chExt cx="1597032" cy="378649"/>
          </a:xfrm>
        </p:grpSpPr>
        <p:grpSp>
          <p:nvGrpSpPr>
            <p:cNvPr id="7325" name="Google Shape;7325;p62"/>
            <p:cNvGrpSpPr/>
            <p:nvPr/>
          </p:nvGrpSpPr>
          <p:grpSpPr>
            <a:xfrm>
              <a:off x="3738198" y="2553002"/>
              <a:ext cx="1145834" cy="117"/>
              <a:chOff x="3738198" y="2553002"/>
              <a:chExt cx="1145834" cy="117"/>
            </a:xfrm>
          </p:grpSpPr>
          <p:cxnSp>
            <p:nvCxnSpPr>
              <p:cNvPr id="7326" name="Google Shape;7326;p62"/>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327" name="Google Shape;7327;p62"/>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328" name="Google Shape;7328;p62"/>
              <p:cNvCxnSpPr>
                <a:stCxn id="7329" idx="6"/>
                <a:endCxn id="7330"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331" name="Google Shape;7331;p62"/>
            <p:cNvGrpSpPr/>
            <p:nvPr/>
          </p:nvGrpSpPr>
          <p:grpSpPr>
            <a:xfrm>
              <a:off x="3969644" y="2440153"/>
              <a:ext cx="225900" cy="296779"/>
              <a:chOff x="3969644" y="2440153"/>
              <a:chExt cx="225900" cy="296779"/>
            </a:xfrm>
          </p:grpSpPr>
          <p:cxnSp>
            <p:nvCxnSpPr>
              <p:cNvPr id="7332" name="Google Shape;7332;p62"/>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330" name="Google Shape;7330;p62"/>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2"/>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4" name="Google Shape;7334;p62"/>
            <p:cNvGrpSpPr/>
            <p:nvPr/>
          </p:nvGrpSpPr>
          <p:grpSpPr>
            <a:xfrm>
              <a:off x="4426818" y="2358282"/>
              <a:ext cx="225600" cy="307471"/>
              <a:chOff x="4426818" y="2358282"/>
              <a:chExt cx="225600" cy="307471"/>
            </a:xfrm>
          </p:grpSpPr>
          <p:cxnSp>
            <p:nvCxnSpPr>
              <p:cNvPr id="7335" name="Google Shape;7335;p62"/>
              <p:cNvCxnSpPr>
                <a:stCxn id="7336"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337" name="Google Shape;7337;p62"/>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62"/>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8" name="Google Shape;7338;p62"/>
            <p:cNvGrpSpPr/>
            <p:nvPr/>
          </p:nvGrpSpPr>
          <p:grpSpPr>
            <a:xfrm>
              <a:off x="4883984" y="2440153"/>
              <a:ext cx="225600" cy="296479"/>
              <a:chOff x="4883984" y="2440153"/>
              <a:chExt cx="225600" cy="296479"/>
            </a:xfrm>
          </p:grpSpPr>
          <p:cxnSp>
            <p:nvCxnSpPr>
              <p:cNvPr id="7339" name="Google Shape;7339;p62"/>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7340" name="Google Shape;7340;p62"/>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62"/>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2" name="Google Shape;7342;p62"/>
            <p:cNvGrpSpPr/>
            <p:nvPr/>
          </p:nvGrpSpPr>
          <p:grpSpPr>
            <a:xfrm>
              <a:off x="3512551" y="2358356"/>
              <a:ext cx="225647" cy="307629"/>
              <a:chOff x="2182679" y="2005014"/>
              <a:chExt cx="792300" cy="1080158"/>
            </a:xfrm>
          </p:grpSpPr>
          <p:cxnSp>
            <p:nvCxnSpPr>
              <p:cNvPr id="7343" name="Google Shape;7343;p62"/>
              <p:cNvCxnSpPr>
                <a:stCxn id="7344"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329" name="Google Shape;7329;p62"/>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62"/>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45" name="Google Shape;7345;p62"/>
          <p:cNvGrpSpPr/>
          <p:nvPr/>
        </p:nvGrpSpPr>
        <p:grpSpPr>
          <a:xfrm>
            <a:off x="6846571" y="972829"/>
            <a:ext cx="1559809" cy="722610"/>
            <a:chOff x="634175" y="2986275"/>
            <a:chExt cx="3147949" cy="1458344"/>
          </a:xfrm>
        </p:grpSpPr>
        <p:cxnSp>
          <p:nvCxnSpPr>
            <p:cNvPr id="7346" name="Google Shape;7346;p62"/>
            <p:cNvCxnSpPr>
              <a:stCxn id="7347" idx="4"/>
              <a:endCxn id="7348"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349" name="Google Shape;7349;p62"/>
            <p:cNvCxnSpPr>
              <a:stCxn id="7348" idx="0"/>
              <a:endCxn id="7350"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351" name="Google Shape;7351;p62"/>
            <p:cNvCxnSpPr>
              <a:stCxn id="7350" idx="4"/>
              <a:endCxn id="7352"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353" name="Google Shape;7353;p62"/>
            <p:cNvCxnSpPr>
              <a:stCxn id="7352" idx="0"/>
              <a:endCxn id="7354"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354" name="Google Shape;7354;p62"/>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350" name="Google Shape;7350;p62"/>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347" name="Google Shape;7347;p62"/>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352" name="Google Shape;7352;p62"/>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348" name="Google Shape;7348;p62"/>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355" name="Google Shape;7355;p62"/>
          <p:cNvGrpSpPr/>
          <p:nvPr/>
        </p:nvGrpSpPr>
        <p:grpSpPr>
          <a:xfrm>
            <a:off x="3500361" y="2682737"/>
            <a:ext cx="1570719" cy="294123"/>
            <a:chOff x="998425" y="1182125"/>
            <a:chExt cx="1065400" cy="199500"/>
          </a:xfrm>
        </p:grpSpPr>
        <p:sp>
          <p:nvSpPr>
            <p:cNvPr id="7356" name="Google Shape;7356;p62"/>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62"/>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62"/>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62"/>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62"/>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1" name="Google Shape;7361;p62"/>
          <p:cNvGrpSpPr/>
          <p:nvPr/>
        </p:nvGrpSpPr>
        <p:grpSpPr>
          <a:xfrm>
            <a:off x="6843617" y="1800224"/>
            <a:ext cx="1565716" cy="366729"/>
            <a:chOff x="1247650" y="2075423"/>
            <a:chExt cx="6648477" cy="1557238"/>
          </a:xfrm>
        </p:grpSpPr>
        <p:sp>
          <p:nvSpPr>
            <p:cNvPr id="7362" name="Google Shape;7362;p62"/>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62"/>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62"/>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62"/>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62"/>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62"/>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8" name="Google Shape;7368;p62"/>
          <p:cNvGrpSpPr/>
          <p:nvPr/>
        </p:nvGrpSpPr>
        <p:grpSpPr>
          <a:xfrm>
            <a:off x="6827929" y="2949039"/>
            <a:ext cx="1597061" cy="663440"/>
            <a:chOff x="6796238" y="3158297"/>
            <a:chExt cx="1630319" cy="677257"/>
          </a:xfrm>
        </p:grpSpPr>
        <p:cxnSp>
          <p:nvCxnSpPr>
            <p:cNvPr id="7369" name="Google Shape;7369;p62"/>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370" name="Google Shape;7370;p62"/>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371" name="Google Shape;7371;p62"/>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7372" name="Google Shape;7372;p62"/>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7373" name="Google Shape;7373;p62"/>
            <p:cNvGrpSpPr/>
            <p:nvPr/>
          </p:nvGrpSpPr>
          <p:grpSpPr>
            <a:xfrm>
              <a:off x="6796238" y="3311904"/>
              <a:ext cx="1630319" cy="377697"/>
              <a:chOff x="6796238" y="3311904"/>
              <a:chExt cx="1630319" cy="377697"/>
            </a:xfrm>
          </p:grpSpPr>
          <p:sp>
            <p:nvSpPr>
              <p:cNvPr id="7374" name="Google Shape;7374;p62"/>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62"/>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62"/>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77" name="Google Shape;7377;p62"/>
          <p:cNvGrpSpPr/>
          <p:nvPr/>
        </p:nvGrpSpPr>
        <p:grpSpPr>
          <a:xfrm>
            <a:off x="5349067" y="970431"/>
            <a:ext cx="1368606" cy="1593805"/>
            <a:chOff x="1839112" y="2209163"/>
            <a:chExt cx="1918159" cy="2233784"/>
          </a:xfrm>
        </p:grpSpPr>
        <p:sp>
          <p:nvSpPr>
            <p:cNvPr id="7378" name="Google Shape;7378;p62"/>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62"/>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62"/>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381" name="Google Shape;7381;p62"/>
            <p:cNvCxnSpPr>
              <a:stCxn id="7378" idx="6"/>
              <a:endCxn id="7379"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382" name="Google Shape;7382;p62"/>
            <p:cNvCxnSpPr>
              <a:stCxn id="7379" idx="4"/>
              <a:endCxn id="7383"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384" name="Google Shape;7384;p62"/>
            <p:cNvCxnSpPr>
              <a:stCxn id="7383" idx="6"/>
              <a:endCxn id="7380"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385" name="Google Shape;7385;p62"/>
            <p:cNvCxnSpPr>
              <a:stCxn id="7380" idx="4"/>
              <a:endCxn id="7386"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383" name="Google Shape;7383;p62"/>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62"/>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62"/>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388" name="Google Shape;7388;p62"/>
            <p:cNvCxnSpPr>
              <a:endCxn id="7387"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389" name="Google Shape;7389;p62"/>
          <p:cNvGrpSpPr/>
          <p:nvPr/>
        </p:nvGrpSpPr>
        <p:grpSpPr>
          <a:xfrm>
            <a:off x="3481440" y="976667"/>
            <a:ext cx="1637968" cy="154942"/>
            <a:chOff x="238125" y="2506075"/>
            <a:chExt cx="7115411" cy="673075"/>
          </a:xfrm>
        </p:grpSpPr>
        <p:sp>
          <p:nvSpPr>
            <p:cNvPr id="7390" name="Google Shape;7390;p62"/>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62"/>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62"/>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62"/>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62"/>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5" name="Google Shape;7395;p62"/>
          <p:cNvGrpSpPr/>
          <p:nvPr/>
        </p:nvGrpSpPr>
        <p:grpSpPr>
          <a:xfrm>
            <a:off x="720125" y="1298264"/>
            <a:ext cx="2476762" cy="91743"/>
            <a:chOff x="1464850" y="436376"/>
            <a:chExt cx="6001362" cy="222300"/>
          </a:xfrm>
        </p:grpSpPr>
        <p:sp>
          <p:nvSpPr>
            <p:cNvPr id="7396" name="Google Shape;7396;p62"/>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62"/>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62"/>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62"/>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62"/>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401" name="Google Shape;7401;p62"/>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402" name="Google Shape;7402;p62"/>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403" name="Google Shape;7403;p62"/>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404" name="Google Shape;7404;p62"/>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7405" name="Google Shape;7405;p62"/>
          <p:cNvGrpSpPr/>
          <p:nvPr/>
        </p:nvGrpSpPr>
        <p:grpSpPr>
          <a:xfrm>
            <a:off x="706392" y="2533730"/>
            <a:ext cx="1452710" cy="651923"/>
            <a:chOff x="803162" y="2667727"/>
            <a:chExt cx="1411906" cy="633611"/>
          </a:xfrm>
        </p:grpSpPr>
        <p:cxnSp>
          <p:nvCxnSpPr>
            <p:cNvPr id="7406" name="Google Shape;7406;p62"/>
            <p:cNvCxnSpPr>
              <a:stCxn id="7407" idx="2"/>
              <a:endCxn id="7408"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409" name="Google Shape;7409;p62"/>
            <p:cNvCxnSpPr>
              <a:stCxn id="7410" idx="0"/>
              <a:endCxn id="7407"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411" name="Google Shape;7411;p62"/>
            <p:cNvCxnSpPr>
              <a:stCxn id="7410" idx="2"/>
              <a:endCxn id="7412"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413" name="Google Shape;7413;p62"/>
            <p:cNvCxnSpPr>
              <a:stCxn id="7414" idx="0"/>
              <a:endCxn id="7410"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415" name="Google Shape;7415;p62"/>
            <p:cNvCxnSpPr>
              <a:stCxn id="7408" idx="2"/>
              <a:endCxn id="7416"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417" name="Google Shape;7417;p62"/>
            <p:cNvCxnSpPr>
              <a:stCxn id="7418" idx="0"/>
              <a:endCxn id="7408"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414" name="Google Shape;7414;p62"/>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12" name="Google Shape;7412;p62"/>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18" name="Google Shape;7418;p62"/>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16" name="Google Shape;7416;p62"/>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08" name="Google Shape;7408;p62"/>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10" name="Google Shape;7410;p62"/>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07" name="Google Shape;7407;p62"/>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419" name="Google Shape;7419;p62"/>
          <p:cNvGrpSpPr/>
          <p:nvPr/>
        </p:nvGrpSpPr>
        <p:grpSpPr>
          <a:xfrm>
            <a:off x="706394" y="969268"/>
            <a:ext cx="2518541" cy="209309"/>
            <a:chOff x="803163" y="1111966"/>
            <a:chExt cx="2447800" cy="203430"/>
          </a:xfrm>
        </p:grpSpPr>
        <p:grpSp>
          <p:nvGrpSpPr>
            <p:cNvPr id="7420" name="Google Shape;7420;p62"/>
            <p:cNvGrpSpPr/>
            <p:nvPr/>
          </p:nvGrpSpPr>
          <p:grpSpPr>
            <a:xfrm>
              <a:off x="1958180" y="1111966"/>
              <a:ext cx="588019" cy="121396"/>
              <a:chOff x="4808316" y="2800065"/>
              <a:chExt cx="1999386" cy="412910"/>
            </a:xfrm>
          </p:grpSpPr>
          <p:sp>
            <p:nvSpPr>
              <p:cNvPr id="7421" name="Google Shape;7421;p62"/>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22" name="Google Shape;7422;p62"/>
              <p:cNvGrpSpPr/>
              <p:nvPr/>
            </p:nvGrpSpPr>
            <p:grpSpPr>
              <a:xfrm>
                <a:off x="4808316" y="2800065"/>
                <a:ext cx="92400" cy="411825"/>
                <a:chOff x="845575" y="2563700"/>
                <a:chExt cx="92400" cy="411825"/>
              </a:xfrm>
            </p:grpSpPr>
            <p:cxnSp>
              <p:nvCxnSpPr>
                <p:cNvPr id="7423" name="Google Shape;7423;p6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424" name="Google Shape;7424;p6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425" name="Google Shape;7425;p62"/>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426" name="Google Shape;7426;p62"/>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27" name="Google Shape;7427;p62"/>
            <p:cNvGrpSpPr/>
            <p:nvPr/>
          </p:nvGrpSpPr>
          <p:grpSpPr>
            <a:xfrm>
              <a:off x="803163" y="1111974"/>
              <a:ext cx="591158" cy="121545"/>
              <a:chOff x="803163" y="1111974"/>
              <a:chExt cx="591158" cy="121545"/>
            </a:xfrm>
          </p:grpSpPr>
          <p:grpSp>
            <p:nvGrpSpPr>
              <p:cNvPr id="7428" name="Google Shape;7428;p62"/>
              <p:cNvGrpSpPr/>
              <p:nvPr/>
            </p:nvGrpSpPr>
            <p:grpSpPr>
              <a:xfrm>
                <a:off x="803163" y="1111974"/>
                <a:ext cx="27175" cy="121077"/>
                <a:chOff x="845575" y="2563700"/>
                <a:chExt cx="92400" cy="411825"/>
              </a:xfrm>
            </p:grpSpPr>
            <p:cxnSp>
              <p:nvCxnSpPr>
                <p:cNvPr id="7429" name="Google Shape;7429;p6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430" name="Google Shape;7430;p6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31" name="Google Shape;7431;p62"/>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2" name="Google Shape;7432;p62"/>
            <p:cNvGrpSpPr/>
            <p:nvPr/>
          </p:nvGrpSpPr>
          <p:grpSpPr>
            <a:xfrm>
              <a:off x="1381910" y="1194219"/>
              <a:ext cx="588341" cy="121177"/>
              <a:chOff x="1381910" y="1194219"/>
              <a:chExt cx="588341" cy="121177"/>
            </a:xfrm>
          </p:grpSpPr>
          <p:grpSp>
            <p:nvGrpSpPr>
              <p:cNvPr id="7433" name="Google Shape;7433;p62"/>
              <p:cNvGrpSpPr/>
              <p:nvPr/>
            </p:nvGrpSpPr>
            <p:grpSpPr>
              <a:xfrm rot="10800000">
                <a:off x="1381910" y="1194319"/>
                <a:ext cx="27175" cy="121077"/>
                <a:chOff x="2070100" y="2563700"/>
                <a:chExt cx="92400" cy="411825"/>
              </a:xfrm>
            </p:grpSpPr>
            <p:cxnSp>
              <p:nvCxnSpPr>
                <p:cNvPr id="7434" name="Google Shape;7434;p6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435" name="Google Shape;7435;p6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36" name="Google Shape;7436;p62"/>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7" name="Google Shape;7437;p62"/>
            <p:cNvGrpSpPr/>
            <p:nvPr/>
          </p:nvGrpSpPr>
          <p:grpSpPr>
            <a:xfrm>
              <a:off x="2532079" y="1194219"/>
              <a:ext cx="704927" cy="121177"/>
              <a:chOff x="2532079" y="1194219"/>
              <a:chExt cx="704927" cy="121177"/>
            </a:xfrm>
          </p:grpSpPr>
          <p:grpSp>
            <p:nvGrpSpPr>
              <p:cNvPr id="7438" name="Google Shape;7438;p62"/>
              <p:cNvGrpSpPr/>
              <p:nvPr/>
            </p:nvGrpSpPr>
            <p:grpSpPr>
              <a:xfrm rot="10800000">
                <a:off x="2532079" y="1194319"/>
                <a:ext cx="27175" cy="121077"/>
                <a:chOff x="2070100" y="2563700"/>
                <a:chExt cx="92400" cy="411825"/>
              </a:xfrm>
            </p:grpSpPr>
            <p:cxnSp>
              <p:nvCxnSpPr>
                <p:cNvPr id="7439" name="Google Shape;7439;p6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440" name="Google Shape;7440;p6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41" name="Google Shape;7441;p62"/>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42" name="Google Shape;7442;p62"/>
          <p:cNvGrpSpPr/>
          <p:nvPr/>
        </p:nvGrpSpPr>
        <p:grpSpPr>
          <a:xfrm>
            <a:off x="3499404" y="3665900"/>
            <a:ext cx="1567778" cy="491677"/>
            <a:chOff x="5194708" y="3484366"/>
            <a:chExt cx="3148148" cy="987304"/>
          </a:xfrm>
        </p:grpSpPr>
        <p:grpSp>
          <p:nvGrpSpPr>
            <p:cNvPr id="7443" name="Google Shape;7443;p62"/>
            <p:cNvGrpSpPr/>
            <p:nvPr/>
          </p:nvGrpSpPr>
          <p:grpSpPr>
            <a:xfrm>
              <a:off x="7531521" y="3484366"/>
              <a:ext cx="811335" cy="987304"/>
              <a:chOff x="3379425" y="1617275"/>
              <a:chExt cx="1090650" cy="1327200"/>
            </a:xfrm>
          </p:grpSpPr>
          <p:sp>
            <p:nvSpPr>
              <p:cNvPr id="7444" name="Google Shape;7444;p62"/>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62"/>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62"/>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7" name="Google Shape;7447;p62"/>
            <p:cNvGrpSpPr/>
            <p:nvPr/>
          </p:nvGrpSpPr>
          <p:grpSpPr>
            <a:xfrm>
              <a:off x="6752546" y="3484366"/>
              <a:ext cx="811428" cy="987304"/>
              <a:chOff x="2332275" y="1617275"/>
              <a:chExt cx="1090775" cy="1327200"/>
            </a:xfrm>
          </p:grpSpPr>
          <p:sp>
            <p:nvSpPr>
              <p:cNvPr id="7448" name="Google Shape;7448;p62"/>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62"/>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62"/>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1" name="Google Shape;7451;p62"/>
            <p:cNvGrpSpPr/>
            <p:nvPr/>
          </p:nvGrpSpPr>
          <p:grpSpPr>
            <a:xfrm>
              <a:off x="5973664" y="3484366"/>
              <a:ext cx="811335" cy="987304"/>
              <a:chOff x="1285250" y="1617275"/>
              <a:chExt cx="1090650" cy="1327200"/>
            </a:xfrm>
          </p:grpSpPr>
          <p:sp>
            <p:nvSpPr>
              <p:cNvPr id="7452" name="Google Shape;7452;p62"/>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62"/>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62"/>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5" name="Google Shape;7455;p62"/>
            <p:cNvGrpSpPr/>
            <p:nvPr/>
          </p:nvGrpSpPr>
          <p:grpSpPr>
            <a:xfrm>
              <a:off x="5194708" y="3484366"/>
              <a:ext cx="811409" cy="987304"/>
              <a:chOff x="238125" y="1617275"/>
              <a:chExt cx="1090750" cy="1327200"/>
            </a:xfrm>
          </p:grpSpPr>
          <p:sp>
            <p:nvSpPr>
              <p:cNvPr id="7456" name="Google Shape;7456;p62"/>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62"/>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62"/>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59" name="Google Shape;7459;p62"/>
          <p:cNvGrpSpPr/>
          <p:nvPr/>
        </p:nvGrpSpPr>
        <p:grpSpPr>
          <a:xfrm>
            <a:off x="3460013" y="3146311"/>
            <a:ext cx="1616964" cy="346256"/>
            <a:chOff x="1808063" y="4294338"/>
            <a:chExt cx="3370782" cy="721817"/>
          </a:xfrm>
        </p:grpSpPr>
        <p:sp>
          <p:nvSpPr>
            <p:cNvPr id="7460" name="Google Shape;7460;p62"/>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62"/>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2"/>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2"/>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62"/>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62"/>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62"/>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62"/>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2"/>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62"/>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0" name="Google Shape;7470;p62"/>
          <p:cNvGrpSpPr/>
          <p:nvPr/>
        </p:nvGrpSpPr>
        <p:grpSpPr>
          <a:xfrm>
            <a:off x="738225" y="3432340"/>
            <a:ext cx="1295882" cy="646587"/>
            <a:chOff x="834100" y="3642869"/>
            <a:chExt cx="1259483" cy="628426"/>
          </a:xfrm>
        </p:grpSpPr>
        <p:sp>
          <p:nvSpPr>
            <p:cNvPr id="7471" name="Google Shape;7471;p62"/>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62"/>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62"/>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2"/>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62"/>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62"/>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62"/>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62"/>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62"/>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62"/>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2"/>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62"/>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62"/>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62"/>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62"/>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62"/>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62"/>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62"/>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62"/>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62"/>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62"/>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2"/>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62"/>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62"/>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62"/>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96" name="Google Shape;7496;p62"/>
            <p:cNvGrpSpPr/>
            <p:nvPr/>
          </p:nvGrpSpPr>
          <p:grpSpPr>
            <a:xfrm>
              <a:off x="1360364" y="3847835"/>
              <a:ext cx="208119" cy="224359"/>
              <a:chOff x="1360769" y="3847100"/>
              <a:chExt cx="208119" cy="224359"/>
            </a:xfrm>
          </p:grpSpPr>
          <p:sp>
            <p:nvSpPr>
              <p:cNvPr id="7497" name="Google Shape;7497;p62"/>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62"/>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62"/>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62"/>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62"/>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62"/>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62"/>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62"/>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2"/>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62"/>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62"/>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62"/>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62"/>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62"/>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2"/>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2"/>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2"/>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62"/>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62"/>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62"/>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17" name="Google Shape;7517;p62"/>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2"/>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2"/>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62"/>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62"/>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2"/>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62"/>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62"/>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62"/>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62"/>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62"/>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62"/>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2"/>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2"/>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1" name="Google Shape;7531;p62"/>
          <p:cNvGrpSpPr/>
          <p:nvPr/>
        </p:nvGrpSpPr>
        <p:grpSpPr>
          <a:xfrm rot="5400000">
            <a:off x="5951338" y="3228837"/>
            <a:ext cx="164064" cy="1414916"/>
            <a:chOff x="4428249" y="1369375"/>
            <a:chExt cx="36905" cy="429569"/>
          </a:xfrm>
        </p:grpSpPr>
        <p:sp>
          <p:nvSpPr>
            <p:cNvPr id="7532" name="Google Shape;7532;p62"/>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62"/>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2"/>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62"/>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62"/>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62"/>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62"/>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62"/>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62"/>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62"/>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62"/>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62"/>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62"/>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2"/>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62"/>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62"/>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62"/>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62"/>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62"/>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62"/>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62"/>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62"/>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62"/>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62"/>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62"/>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62"/>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62"/>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62"/>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62"/>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62"/>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62"/>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62"/>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4" name="Google Shape;7564;p62"/>
          <p:cNvGrpSpPr/>
          <p:nvPr/>
        </p:nvGrpSpPr>
        <p:grpSpPr>
          <a:xfrm rot="10800000" flipH="1">
            <a:off x="5323767" y="2817380"/>
            <a:ext cx="1419207" cy="24808"/>
            <a:chOff x="219558" y="4738465"/>
            <a:chExt cx="5852400" cy="102300"/>
          </a:xfrm>
        </p:grpSpPr>
        <p:cxnSp>
          <p:nvCxnSpPr>
            <p:cNvPr id="7565" name="Google Shape;7565;p62"/>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7566" name="Google Shape;7566;p62"/>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62"/>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62"/>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62"/>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62"/>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1" name="Google Shape;7571;p62"/>
          <p:cNvGrpSpPr/>
          <p:nvPr/>
        </p:nvGrpSpPr>
        <p:grpSpPr>
          <a:xfrm>
            <a:off x="5335086" y="3190444"/>
            <a:ext cx="1396570" cy="385016"/>
            <a:chOff x="5286284" y="2966544"/>
            <a:chExt cx="1396570" cy="385016"/>
          </a:xfrm>
        </p:grpSpPr>
        <p:cxnSp>
          <p:nvCxnSpPr>
            <p:cNvPr id="7572" name="Google Shape;7572;p62"/>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7573" name="Google Shape;7573;p62"/>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7574" name="Google Shape;7574;p62"/>
            <p:cNvGrpSpPr/>
            <p:nvPr/>
          </p:nvGrpSpPr>
          <p:grpSpPr>
            <a:xfrm>
              <a:off x="5287688" y="3173364"/>
              <a:ext cx="1395166" cy="74100"/>
              <a:chOff x="5287688" y="3173364"/>
              <a:chExt cx="1395166" cy="74100"/>
            </a:xfrm>
          </p:grpSpPr>
          <p:cxnSp>
            <p:nvCxnSpPr>
              <p:cNvPr id="7575" name="Google Shape;7575;p62"/>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7576" name="Google Shape;7576;p62"/>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7577" name="Google Shape;7577;p62"/>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578" name="Google Shape;7578;p62"/>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579" name="Google Shape;7579;p62"/>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580" name="Google Shape;7580;p62"/>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581" name="Google Shape;7581;p62"/>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582" name="Google Shape;7582;p62"/>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7583" name="Google Shape;7583;p62"/>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7584" name="Google Shape;7584;p62"/>
          <p:cNvGrpSpPr/>
          <p:nvPr/>
        </p:nvGrpSpPr>
        <p:grpSpPr>
          <a:xfrm>
            <a:off x="2021151" y="1609220"/>
            <a:ext cx="1182276" cy="662027"/>
            <a:chOff x="2029517" y="1732295"/>
            <a:chExt cx="1149068" cy="643432"/>
          </a:xfrm>
        </p:grpSpPr>
        <p:grpSp>
          <p:nvGrpSpPr>
            <p:cNvPr id="7585" name="Google Shape;7585;p62"/>
            <p:cNvGrpSpPr/>
            <p:nvPr/>
          </p:nvGrpSpPr>
          <p:grpSpPr>
            <a:xfrm>
              <a:off x="2708660" y="1746937"/>
              <a:ext cx="455427" cy="244429"/>
              <a:chOff x="2700693" y="1746937"/>
              <a:chExt cx="455427" cy="244429"/>
            </a:xfrm>
          </p:grpSpPr>
          <p:grpSp>
            <p:nvGrpSpPr>
              <p:cNvPr id="7586" name="Google Shape;7586;p62"/>
              <p:cNvGrpSpPr/>
              <p:nvPr/>
            </p:nvGrpSpPr>
            <p:grpSpPr>
              <a:xfrm>
                <a:off x="2905682" y="1782817"/>
                <a:ext cx="250438" cy="208549"/>
                <a:chOff x="2905682" y="1782817"/>
                <a:chExt cx="250438" cy="208549"/>
              </a:xfrm>
            </p:grpSpPr>
            <p:cxnSp>
              <p:nvCxnSpPr>
                <p:cNvPr id="7587" name="Google Shape;7587;p62"/>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588" name="Google Shape;7588;p62"/>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9" name="Google Shape;7589;p62"/>
              <p:cNvGrpSpPr/>
              <p:nvPr/>
            </p:nvGrpSpPr>
            <p:grpSpPr>
              <a:xfrm>
                <a:off x="2700693" y="1746937"/>
                <a:ext cx="449967" cy="72374"/>
                <a:chOff x="2700693" y="1746937"/>
                <a:chExt cx="449967" cy="72374"/>
              </a:xfrm>
            </p:grpSpPr>
            <p:cxnSp>
              <p:nvCxnSpPr>
                <p:cNvPr id="7590" name="Google Shape;7590;p62"/>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591" name="Google Shape;7591;p62"/>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92" name="Google Shape;7592;p62"/>
            <p:cNvGrpSpPr/>
            <p:nvPr/>
          </p:nvGrpSpPr>
          <p:grpSpPr>
            <a:xfrm>
              <a:off x="2029517" y="1732295"/>
              <a:ext cx="1149068" cy="643432"/>
              <a:chOff x="2029517" y="1732295"/>
              <a:chExt cx="1149068" cy="643432"/>
            </a:xfrm>
          </p:grpSpPr>
          <p:grpSp>
            <p:nvGrpSpPr>
              <p:cNvPr id="7593" name="Google Shape;7593;p62"/>
              <p:cNvGrpSpPr/>
              <p:nvPr/>
            </p:nvGrpSpPr>
            <p:grpSpPr>
              <a:xfrm>
                <a:off x="2703618" y="2103152"/>
                <a:ext cx="474966" cy="260017"/>
                <a:chOff x="2703618" y="2103152"/>
                <a:chExt cx="474966" cy="260017"/>
              </a:xfrm>
            </p:grpSpPr>
            <p:grpSp>
              <p:nvGrpSpPr>
                <p:cNvPr id="7594" name="Google Shape;7594;p62"/>
                <p:cNvGrpSpPr/>
                <p:nvPr/>
              </p:nvGrpSpPr>
              <p:grpSpPr>
                <a:xfrm>
                  <a:off x="2703618" y="2290640"/>
                  <a:ext cx="450291" cy="72529"/>
                  <a:chOff x="2703618" y="2290640"/>
                  <a:chExt cx="450291" cy="72529"/>
                </a:xfrm>
              </p:grpSpPr>
              <p:cxnSp>
                <p:nvCxnSpPr>
                  <p:cNvPr id="7595" name="Google Shape;7595;p62"/>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596" name="Google Shape;7596;p62"/>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7" name="Google Shape;7597;p62"/>
                <p:cNvGrpSpPr/>
                <p:nvPr/>
              </p:nvGrpSpPr>
              <p:grpSpPr>
                <a:xfrm>
                  <a:off x="2908607" y="2103152"/>
                  <a:ext cx="269977" cy="223538"/>
                  <a:chOff x="2908607" y="2103152"/>
                  <a:chExt cx="269977" cy="223538"/>
                </a:xfrm>
              </p:grpSpPr>
              <p:cxnSp>
                <p:nvCxnSpPr>
                  <p:cNvPr id="7598" name="Google Shape;7598;p62"/>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599" name="Google Shape;7599;p62"/>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00" name="Google Shape;7600;p62"/>
              <p:cNvGrpSpPr/>
              <p:nvPr/>
            </p:nvGrpSpPr>
            <p:grpSpPr>
              <a:xfrm>
                <a:off x="2029517" y="1732295"/>
                <a:ext cx="685827" cy="643432"/>
                <a:chOff x="2029517" y="1732295"/>
                <a:chExt cx="685827" cy="643432"/>
              </a:xfrm>
            </p:grpSpPr>
            <p:sp>
              <p:nvSpPr>
                <p:cNvPr id="7601" name="Google Shape;7601;p62"/>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02" name="Google Shape;7602;p62"/>
                <p:cNvGrpSpPr/>
                <p:nvPr/>
              </p:nvGrpSpPr>
              <p:grpSpPr>
                <a:xfrm>
                  <a:off x="2158948" y="1732295"/>
                  <a:ext cx="556396" cy="333108"/>
                  <a:chOff x="2158948" y="1732295"/>
                  <a:chExt cx="556396" cy="333108"/>
                </a:xfrm>
              </p:grpSpPr>
              <p:cxnSp>
                <p:nvCxnSpPr>
                  <p:cNvPr id="7603" name="Google Shape;7603;p62"/>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604" name="Google Shape;7604;p62"/>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5" name="Google Shape;7605;p62"/>
                <p:cNvGrpSpPr/>
                <p:nvPr/>
              </p:nvGrpSpPr>
              <p:grpSpPr>
                <a:xfrm>
                  <a:off x="2159908" y="2065057"/>
                  <a:ext cx="550884" cy="310670"/>
                  <a:chOff x="2159908" y="2065057"/>
                  <a:chExt cx="550884" cy="310670"/>
                </a:xfrm>
              </p:grpSpPr>
              <p:cxnSp>
                <p:nvCxnSpPr>
                  <p:cNvPr id="7606" name="Google Shape;7606;p62"/>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607" name="Google Shape;7607;p62"/>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7608" name="Google Shape;7608;p62"/>
          <p:cNvGrpSpPr/>
          <p:nvPr/>
        </p:nvGrpSpPr>
        <p:grpSpPr>
          <a:xfrm>
            <a:off x="706400" y="1556833"/>
            <a:ext cx="962651" cy="810058"/>
            <a:chOff x="732462" y="1766083"/>
            <a:chExt cx="962651" cy="810058"/>
          </a:xfrm>
        </p:grpSpPr>
        <p:grpSp>
          <p:nvGrpSpPr>
            <p:cNvPr id="7609" name="Google Shape;7609;p62"/>
            <p:cNvGrpSpPr/>
            <p:nvPr/>
          </p:nvGrpSpPr>
          <p:grpSpPr>
            <a:xfrm>
              <a:off x="732462" y="1908333"/>
              <a:ext cx="339369" cy="524756"/>
              <a:chOff x="844912" y="1819635"/>
              <a:chExt cx="329836" cy="510016"/>
            </a:xfrm>
          </p:grpSpPr>
          <p:sp>
            <p:nvSpPr>
              <p:cNvPr id="7610" name="Google Shape;7610;p62"/>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62"/>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62"/>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2"/>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2"/>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62"/>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6" name="Google Shape;7616;p62"/>
            <p:cNvGrpSpPr/>
            <p:nvPr/>
          </p:nvGrpSpPr>
          <p:grpSpPr>
            <a:xfrm>
              <a:off x="1184858" y="2256650"/>
              <a:ext cx="510255" cy="319491"/>
              <a:chOff x="1284601" y="2158168"/>
              <a:chExt cx="495923" cy="310517"/>
            </a:xfrm>
          </p:grpSpPr>
          <p:sp>
            <p:nvSpPr>
              <p:cNvPr id="7617" name="Google Shape;7617;p62"/>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18" name="Google Shape;7618;p62"/>
              <p:cNvGrpSpPr/>
              <p:nvPr/>
            </p:nvGrpSpPr>
            <p:grpSpPr>
              <a:xfrm>
                <a:off x="1507666" y="2158168"/>
                <a:ext cx="272858" cy="310517"/>
                <a:chOff x="1507666" y="2158168"/>
                <a:chExt cx="272858" cy="310517"/>
              </a:xfrm>
            </p:grpSpPr>
            <p:grpSp>
              <p:nvGrpSpPr>
                <p:cNvPr id="7619" name="Google Shape;7619;p62"/>
                <p:cNvGrpSpPr/>
                <p:nvPr/>
              </p:nvGrpSpPr>
              <p:grpSpPr>
                <a:xfrm>
                  <a:off x="1507666" y="2176104"/>
                  <a:ext cx="166395" cy="273149"/>
                  <a:chOff x="1507666" y="2176104"/>
                  <a:chExt cx="166395" cy="273149"/>
                </a:xfrm>
              </p:grpSpPr>
              <p:sp>
                <p:nvSpPr>
                  <p:cNvPr id="7620" name="Google Shape;7620;p62"/>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62"/>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62"/>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62"/>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62"/>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62"/>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62"/>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27" name="Google Shape;7627;p62"/>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62"/>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29" name="Google Shape;7629;p62"/>
            <p:cNvGrpSpPr/>
            <p:nvPr/>
          </p:nvGrpSpPr>
          <p:grpSpPr>
            <a:xfrm>
              <a:off x="1184858" y="1766083"/>
              <a:ext cx="510255" cy="319491"/>
              <a:chOff x="1284601" y="1681380"/>
              <a:chExt cx="495923" cy="310517"/>
            </a:xfrm>
          </p:grpSpPr>
          <p:sp>
            <p:nvSpPr>
              <p:cNvPr id="7630" name="Google Shape;7630;p62"/>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31" name="Google Shape;7631;p62"/>
              <p:cNvGrpSpPr/>
              <p:nvPr/>
            </p:nvGrpSpPr>
            <p:grpSpPr>
              <a:xfrm>
                <a:off x="1507666" y="1681380"/>
                <a:ext cx="272858" cy="310517"/>
                <a:chOff x="1507666" y="1681380"/>
                <a:chExt cx="272858" cy="310517"/>
              </a:xfrm>
            </p:grpSpPr>
            <p:grpSp>
              <p:nvGrpSpPr>
                <p:cNvPr id="7632" name="Google Shape;7632;p62"/>
                <p:cNvGrpSpPr/>
                <p:nvPr/>
              </p:nvGrpSpPr>
              <p:grpSpPr>
                <a:xfrm>
                  <a:off x="1507666" y="1700120"/>
                  <a:ext cx="166395" cy="272984"/>
                  <a:chOff x="1507666" y="1700120"/>
                  <a:chExt cx="166395" cy="272984"/>
                </a:xfrm>
              </p:grpSpPr>
              <p:sp>
                <p:nvSpPr>
                  <p:cNvPr id="7633" name="Google Shape;7633;p62"/>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62"/>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62"/>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2"/>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62"/>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62"/>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62"/>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40" name="Google Shape;7640;p62"/>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62"/>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642" name="Google Shape;7642;p62"/>
          <p:cNvGrpSpPr/>
          <p:nvPr/>
        </p:nvGrpSpPr>
        <p:grpSpPr>
          <a:xfrm>
            <a:off x="6815341" y="2324262"/>
            <a:ext cx="1622269" cy="552443"/>
            <a:chOff x="6894650" y="2574740"/>
            <a:chExt cx="1445100" cy="492111"/>
          </a:xfrm>
        </p:grpSpPr>
        <p:sp>
          <p:nvSpPr>
            <p:cNvPr id="7643" name="Google Shape;7643;p62"/>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2"/>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62"/>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62"/>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62"/>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48" name="Google Shape;7648;p62"/>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7649" name="Google Shape;7649;p62"/>
          <p:cNvGrpSpPr/>
          <p:nvPr/>
        </p:nvGrpSpPr>
        <p:grpSpPr>
          <a:xfrm>
            <a:off x="6834884" y="3698518"/>
            <a:ext cx="1583206" cy="475705"/>
            <a:chOff x="6953919" y="3907920"/>
            <a:chExt cx="1377300" cy="475705"/>
          </a:xfrm>
        </p:grpSpPr>
        <p:cxnSp>
          <p:nvCxnSpPr>
            <p:cNvPr id="7650" name="Google Shape;7650;p62"/>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651" name="Google Shape;7651;p62"/>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7652" name="Google Shape;7652;p62"/>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653" name="Google Shape;7653;p62"/>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7654" name="Google Shape;7654;p62"/>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7655" name="Google Shape;7655;p62"/>
          <p:cNvGrpSpPr/>
          <p:nvPr/>
        </p:nvGrpSpPr>
        <p:grpSpPr>
          <a:xfrm>
            <a:off x="2338472" y="2459663"/>
            <a:ext cx="836286" cy="824529"/>
            <a:chOff x="2389399" y="2595741"/>
            <a:chExt cx="812796" cy="801369"/>
          </a:xfrm>
        </p:grpSpPr>
        <p:grpSp>
          <p:nvGrpSpPr>
            <p:cNvPr id="7656" name="Google Shape;7656;p62"/>
            <p:cNvGrpSpPr/>
            <p:nvPr/>
          </p:nvGrpSpPr>
          <p:grpSpPr>
            <a:xfrm>
              <a:off x="2492145" y="2881565"/>
              <a:ext cx="607300" cy="229751"/>
              <a:chOff x="2492145" y="2881565"/>
              <a:chExt cx="607300" cy="229751"/>
            </a:xfrm>
          </p:grpSpPr>
          <p:sp>
            <p:nvSpPr>
              <p:cNvPr id="7657" name="Google Shape;7657;p62"/>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2"/>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62"/>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0" name="Google Shape;7660;p62"/>
            <p:cNvGrpSpPr/>
            <p:nvPr/>
          </p:nvGrpSpPr>
          <p:grpSpPr>
            <a:xfrm>
              <a:off x="2389399" y="2595741"/>
              <a:ext cx="812796" cy="296825"/>
              <a:chOff x="2389399" y="2595741"/>
              <a:chExt cx="812796" cy="296825"/>
            </a:xfrm>
          </p:grpSpPr>
          <p:grpSp>
            <p:nvGrpSpPr>
              <p:cNvPr id="7661" name="Google Shape;7661;p62"/>
              <p:cNvGrpSpPr/>
              <p:nvPr/>
            </p:nvGrpSpPr>
            <p:grpSpPr>
              <a:xfrm>
                <a:off x="2389399" y="2595741"/>
                <a:ext cx="363638" cy="296825"/>
                <a:chOff x="2389399" y="2595741"/>
                <a:chExt cx="363638" cy="296825"/>
              </a:xfrm>
            </p:grpSpPr>
            <p:grpSp>
              <p:nvGrpSpPr>
                <p:cNvPr id="7662" name="Google Shape;7662;p62"/>
                <p:cNvGrpSpPr/>
                <p:nvPr/>
              </p:nvGrpSpPr>
              <p:grpSpPr>
                <a:xfrm>
                  <a:off x="2493852" y="2794333"/>
                  <a:ext cx="259185" cy="98232"/>
                  <a:chOff x="2493852" y="2794333"/>
                  <a:chExt cx="259185" cy="98232"/>
                </a:xfrm>
              </p:grpSpPr>
              <p:sp>
                <p:nvSpPr>
                  <p:cNvPr id="7663" name="Google Shape;7663;p62"/>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62"/>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62"/>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6" name="Google Shape;7666;p62"/>
                <p:cNvGrpSpPr/>
                <p:nvPr/>
              </p:nvGrpSpPr>
              <p:grpSpPr>
                <a:xfrm>
                  <a:off x="2389399" y="2595741"/>
                  <a:ext cx="224343" cy="182054"/>
                  <a:chOff x="2389399" y="2595741"/>
                  <a:chExt cx="224343" cy="182054"/>
                </a:xfrm>
              </p:grpSpPr>
              <p:sp>
                <p:nvSpPr>
                  <p:cNvPr id="7667" name="Google Shape;7667;p62"/>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62"/>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69" name="Google Shape;7669;p62"/>
              <p:cNvGrpSpPr/>
              <p:nvPr/>
            </p:nvGrpSpPr>
            <p:grpSpPr>
              <a:xfrm>
                <a:off x="2683630" y="2595741"/>
                <a:ext cx="224334" cy="296825"/>
                <a:chOff x="2683630" y="2595741"/>
                <a:chExt cx="224334" cy="296825"/>
              </a:xfrm>
            </p:grpSpPr>
            <p:grpSp>
              <p:nvGrpSpPr>
                <p:cNvPr id="7670" name="Google Shape;7670;p62"/>
                <p:cNvGrpSpPr/>
                <p:nvPr/>
              </p:nvGrpSpPr>
              <p:grpSpPr>
                <a:xfrm>
                  <a:off x="2788083" y="2794333"/>
                  <a:ext cx="15356" cy="98232"/>
                  <a:chOff x="2788083" y="2794333"/>
                  <a:chExt cx="15356" cy="98232"/>
                </a:xfrm>
              </p:grpSpPr>
              <p:sp>
                <p:nvSpPr>
                  <p:cNvPr id="7671" name="Google Shape;7671;p62"/>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62"/>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62"/>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4" name="Google Shape;7674;p62"/>
                <p:cNvGrpSpPr/>
                <p:nvPr/>
              </p:nvGrpSpPr>
              <p:grpSpPr>
                <a:xfrm>
                  <a:off x="2683630" y="2595741"/>
                  <a:ext cx="224334" cy="182054"/>
                  <a:chOff x="2683630" y="2595741"/>
                  <a:chExt cx="224334" cy="182054"/>
                </a:xfrm>
              </p:grpSpPr>
              <p:sp>
                <p:nvSpPr>
                  <p:cNvPr id="7675" name="Google Shape;7675;p62"/>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62"/>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77" name="Google Shape;7677;p62"/>
              <p:cNvGrpSpPr/>
              <p:nvPr/>
            </p:nvGrpSpPr>
            <p:grpSpPr>
              <a:xfrm>
                <a:off x="2838475" y="2595741"/>
                <a:ext cx="363719" cy="296825"/>
                <a:chOff x="2838475" y="2595741"/>
                <a:chExt cx="363719" cy="296825"/>
              </a:xfrm>
            </p:grpSpPr>
            <p:grpSp>
              <p:nvGrpSpPr>
                <p:cNvPr id="7678" name="Google Shape;7678;p62"/>
                <p:cNvGrpSpPr/>
                <p:nvPr/>
              </p:nvGrpSpPr>
              <p:grpSpPr>
                <a:xfrm>
                  <a:off x="2838475" y="2794333"/>
                  <a:ext cx="259185" cy="98232"/>
                  <a:chOff x="2838475" y="2794333"/>
                  <a:chExt cx="259185" cy="98232"/>
                </a:xfrm>
              </p:grpSpPr>
              <p:sp>
                <p:nvSpPr>
                  <p:cNvPr id="7679" name="Google Shape;7679;p62"/>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62"/>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62"/>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2" name="Google Shape;7682;p62"/>
                <p:cNvGrpSpPr/>
                <p:nvPr/>
              </p:nvGrpSpPr>
              <p:grpSpPr>
                <a:xfrm>
                  <a:off x="2977852" y="2595741"/>
                  <a:ext cx="224343" cy="182054"/>
                  <a:chOff x="2977852" y="2595741"/>
                  <a:chExt cx="224343" cy="182054"/>
                </a:xfrm>
              </p:grpSpPr>
              <p:sp>
                <p:nvSpPr>
                  <p:cNvPr id="7683" name="Google Shape;7683;p62"/>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62"/>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685" name="Google Shape;7685;p62"/>
            <p:cNvGrpSpPr/>
            <p:nvPr/>
          </p:nvGrpSpPr>
          <p:grpSpPr>
            <a:xfrm>
              <a:off x="2389399" y="3100241"/>
              <a:ext cx="812796" cy="296869"/>
              <a:chOff x="2389399" y="3100241"/>
              <a:chExt cx="812796" cy="296869"/>
            </a:xfrm>
          </p:grpSpPr>
          <p:grpSp>
            <p:nvGrpSpPr>
              <p:cNvPr id="7686" name="Google Shape;7686;p62"/>
              <p:cNvGrpSpPr/>
              <p:nvPr/>
            </p:nvGrpSpPr>
            <p:grpSpPr>
              <a:xfrm>
                <a:off x="2683630" y="3100241"/>
                <a:ext cx="224334" cy="296869"/>
                <a:chOff x="2683630" y="3100241"/>
                <a:chExt cx="224334" cy="296869"/>
              </a:xfrm>
            </p:grpSpPr>
            <p:grpSp>
              <p:nvGrpSpPr>
                <p:cNvPr id="7687" name="Google Shape;7687;p62"/>
                <p:cNvGrpSpPr/>
                <p:nvPr/>
              </p:nvGrpSpPr>
              <p:grpSpPr>
                <a:xfrm>
                  <a:off x="2788083" y="3100241"/>
                  <a:ext cx="15356" cy="98237"/>
                  <a:chOff x="2788083" y="3100241"/>
                  <a:chExt cx="15356" cy="98237"/>
                </a:xfrm>
              </p:grpSpPr>
              <p:sp>
                <p:nvSpPr>
                  <p:cNvPr id="7688" name="Google Shape;7688;p62"/>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62"/>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62"/>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1" name="Google Shape;7691;p62"/>
                <p:cNvGrpSpPr/>
                <p:nvPr/>
              </p:nvGrpSpPr>
              <p:grpSpPr>
                <a:xfrm>
                  <a:off x="2683630" y="3215065"/>
                  <a:ext cx="224334" cy="182045"/>
                  <a:chOff x="2683630" y="3215065"/>
                  <a:chExt cx="224334" cy="182045"/>
                </a:xfrm>
              </p:grpSpPr>
              <p:sp>
                <p:nvSpPr>
                  <p:cNvPr id="7692" name="Google Shape;7692;p62"/>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62"/>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94" name="Google Shape;7694;p62"/>
              <p:cNvGrpSpPr/>
              <p:nvPr/>
            </p:nvGrpSpPr>
            <p:grpSpPr>
              <a:xfrm>
                <a:off x="2389399" y="3100241"/>
                <a:ext cx="363638" cy="296869"/>
                <a:chOff x="2389399" y="3100241"/>
                <a:chExt cx="363638" cy="296869"/>
              </a:xfrm>
            </p:grpSpPr>
            <p:grpSp>
              <p:nvGrpSpPr>
                <p:cNvPr id="7695" name="Google Shape;7695;p62"/>
                <p:cNvGrpSpPr/>
                <p:nvPr/>
              </p:nvGrpSpPr>
              <p:grpSpPr>
                <a:xfrm>
                  <a:off x="2493852" y="3100241"/>
                  <a:ext cx="259185" cy="98237"/>
                  <a:chOff x="2493852" y="3100241"/>
                  <a:chExt cx="259185" cy="98237"/>
                </a:xfrm>
              </p:grpSpPr>
              <p:sp>
                <p:nvSpPr>
                  <p:cNvPr id="7696" name="Google Shape;7696;p62"/>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62"/>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62"/>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9" name="Google Shape;7699;p62"/>
                <p:cNvGrpSpPr/>
                <p:nvPr/>
              </p:nvGrpSpPr>
              <p:grpSpPr>
                <a:xfrm>
                  <a:off x="2389399" y="3215065"/>
                  <a:ext cx="224343" cy="182045"/>
                  <a:chOff x="2389399" y="3215065"/>
                  <a:chExt cx="224343" cy="182045"/>
                </a:xfrm>
              </p:grpSpPr>
              <p:sp>
                <p:nvSpPr>
                  <p:cNvPr id="7700" name="Google Shape;7700;p62"/>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2"/>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02" name="Google Shape;7702;p62"/>
              <p:cNvGrpSpPr/>
              <p:nvPr/>
            </p:nvGrpSpPr>
            <p:grpSpPr>
              <a:xfrm>
                <a:off x="2838475" y="3100241"/>
                <a:ext cx="363719" cy="296869"/>
                <a:chOff x="2838475" y="3100241"/>
                <a:chExt cx="363719" cy="296869"/>
              </a:xfrm>
            </p:grpSpPr>
            <p:grpSp>
              <p:nvGrpSpPr>
                <p:cNvPr id="7703" name="Google Shape;7703;p62"/>
                <p:cNvGrpSpPr/>
                <p:nvPr/>
              </p:nvGrpSpPr>
              <p:grpSpPr>
                <a:xfrm>
                  <a:off x="2838475" y="3100241"/>
                  <a:ext cx="259185" cy="98237"/>
                  <a:chOff x="2838475" y="3100241"/>
                  <a:chExt cx="259185" cy="98237"/>
                </a:xfrm>
              </p:grpSpPr>
              <p:sp>
                <p:nvSpPr>
                  <p:cNvPr id="7704" name="Google Shape;7704;p62"/>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62"/>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2"/>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7" name="Google Shape;7707;p62"/>
                <p:cNvGrpSpPr/>
                <p:nvPr/>
              </p:nvGrpSpPr>
              <p:grpSpPr>
                <a:xfrm>
                  <a:off x="2977852" y="3215065"/>
                  <a:ext cx="224343" cy="182045"/>
                  <a:chOff x="2977852" y="3215065"/>
                  <a:chExt cx="224343" cy="182045"/>
                </a:xfrm>
              </p:grpSpPr>
              <p:sp>
                <p:nvSpPr>
                  <p:cNvPr id="7708" name="Google Shape;7708;p62"/>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62"/>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0">
  <p:cSld>
    <p:spTree>
      <p:nvGrpSpPr>
        <p:cNvPr id="1" name="Shape 7713"/>
        <p:cNvGrpSpPr/>
        <p:nvPr/>
      </p:nvGrpSpPr>
      <p:grpSpPr>
        <a:xfrm>
          <a:off x="0" y="0"/>
          <a:ext cx="0" cy="0"/>
          <a:chOff x="0" y="0"/>
          <a:chExt cx="0" cy="0"/>
        </a:xfrm>
      </p:grpSpPr>
      <p:grpSp>
        <p:nvGrpSpPr>
          <p:cNvPr id="7714" name="Google Shape;7714;p63"/>
          <p:cNvGrpSpPr/>
          <p:nvPr/>
        </p:nvGrpSpPr>
        <p:grpSpPr>
          <a:xfrm>
            <a:off x="702075" y="3155925"/>
            <a:ext cx="2390414" cy="1024800"/>
            <a:chOff x="728925" y="3296613"/>
            <a:chExt cx="2390414" cy="1024800"/>
          </a:xfrm>
        </p:grpSpPr>
        <p:grpSp>
          <p:nvGrpSpPr>
            <p:cNvPr id="7715" name="Google Shape;7715;p63"/>
            <p:cNvGrpSpPr/>
            <p:nvPr/>
          </p:nvGrpSpPr>
          <p:grpSpPr>
            <a:xfrm>
              <a:off x="728925" y="3619800"/>
              <a:ext cx="2390414" cy="500893"/>
              <a:chOff x="728925" y="3619800"/>
              <a:chExt cx="2390414" cy="500893"/>
            </a:xfrm>
          </p:grpSpPr>
          <p:sp>
            <p:nvSpPr>
              <p:cNvPr id="7716" name="Google Shape;7716;p63"/>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717" name="Google Shape;7717;p63"/>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718" name="Google Shape;7718;p63"/>
            <p:cNvGrpSpPr/>
            <p:nvPr/>
          </p:nvGrpSpPr>
          <p:grpSpPr>
            <a:xfrm>
              <a:off x="1348050" y="3296613"/>
              <a:ext cx="1706152" cy="1024800"/>
              <a:chOff x="1348050" y="3296613"/>
              <a:chExt cx="1706152" cy="1024800"/>
            </a:xfrm>
          </p:grpSpPr>
          <p:sp>
            <p:nvSpPr>
              <p:cNvPr id="7719" name="Google Shape;7719;p63"/>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720" name="Google Shape;7720;p63"/>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721" name="Google Shape;7721;p63"/>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722" name="Google Shape;7722;p63"/>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723" name="Google Shape;7723;p63"/>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724" name="Google Shape;7724;p63"/>
            <p:cNvGrpSpPr/>
            <p:nvPr/>
          </p:nvGrpSpPr>
          <p:grpSpPr>
            <a:xfrm>
              <a:off x="1455707" y="3654858"/>
              <a:ext cx="1491150" cy="417657"/>
              <a:chOff x="1455707" y="3654858"/>
              <a:chExt cx="1491150" cy="417657"/>
            </a:xfrm>
          </p:grpSpPr>
          <p:sp>
            <p:nvSpPr>
              <p:cNvPr id="7725" name="Google Shape;7725;p63"/>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3"/>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3"/>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3"/>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63"/>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63"/>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63"/>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63"/>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3"/>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3"/>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63"/>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63"/>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3"/>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3"/>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3"/>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63"/>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63"/>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63"/>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3"/>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63"/>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745" name="Google Shape;7745;p63"/>
          <p:cNvGraphicFramePr/>
          <p:nvPr/>
        </p:nvGraphicFramePr>
        <p:xfrm>
          <a:off x="5937775" y="2153837"/>
          <a:ext cx="2504100" cy="864780"/>
        </p:xfrm>
        <a:graphic>
          <a:graphicData uri="http://schemas.openxmlformats.org/drawingml/2006/table">
            <a:tbl>
              <a:tblPr>
                <a:noFill/>
                <a:tableStyleId>{83A2AC75-B2B2-4EE4-BFF5-344B11C732F1}</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7746" name="Google Shape;7746;p63"/>
          <p:cNvGrpSpPr/>
          <p:nvPr/>
        </p:nvGrpSpPr>
        <p:grpSpPr>
          <a:xfrm>
            <a:off x="710451" y="981601"/>
            <a:ext cx="2396505" cy="976502"/>
            <a:chOff x="749309" y="1112739"/>
            <a:chExt cx="2371603" cy="976502"/>
          </a:xfrm>
        </p:grpSpPr>
        <p:grpSp>
          <p:nvGrpSpPr>
            <p:cNvPr id="7747" name="Google Shape;7747;p63"/>
            <p:cNvGrpSpPr/>
            <p:nvPr/>
          </p:nvGrpSpPr>
          <p:grpSpPr>
            <a:xfrm>
              <a:off x="1092126" y="1112739"/>
              <a:ext cx="2028786" cy="975464"/>
              <a:chOff x="1092126" y="1112739"/>
              <a:chExt cx="2028786" cy="975464"/>
            </a:xfrm>
          </p:grpSpPr>
          <p:sp>
            <p:nvSpPr>
              <p:cNvPr id="7748" name="Google Shape;7748;p63"/>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63"/>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63"/>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3"/>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3"/>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63"/>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3"/>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63"/>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63"/>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3"/>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3"/>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63"/>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3"/>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3"/>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3"/>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63"/>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63"/>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63"/>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63"/>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63"/>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63"/>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3"/>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3"/>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3"/>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2" name="Google Shape;7772;p63"/>
            <p:cNvGrpSpPr/>
            <p:nvPr/>
          </p:nvGrpSpPr>
          <p:grpSpPr>
            <a:xfrm>
              <a:off x="749309" y="1112739"/>
              <a:ext cx="314700" cy="975464"/>
              <a:chOff x="749309" y="1112739"/>
              <a:chExt cx="314700" cy="975464"/>
            </a:xfrm>
          </p:grpSpPr>
          <p:sp>
            <p:nvSpPr>
              <p:cNvPr id="7773" name="Google Shape;7773;p63"/>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63"/>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3"/>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3"/>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77" name="Google Shape;7777;p63"/>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63"/>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63"/>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63"/>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7781" name="Google Shape;7781;p63"/>
          <p:cNvGraphicFramePr/>
          <p:nvPr/>
        </p:nvGraphicFramePr>
        <p:xfrm>
          <a:off x="5937800" y="981587"/>
          <a:ext cx="2504100" cy="976500"/>
        </p:xfrm>
        <a:graphic>
          <a:graphicData uri="http://schemas.openxmlformats.org/drawingml/2006/table">
            <a:tbl>
              <a:tblPr>
                <a:noFill/>
                <a:tableStyleId>{83A2AC75-B2B2-4EE4-BFF5-344B11C732F1}</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7782" name="Google Shape;7782;p63"/>
          <p:cNvGraphicFramePr/>
          <p:nvPr/>
        </p:nvGraphicFramePr>
        <p:xfrm>
          <a:off x="3358663" y="2153837"/>
          <a:ext cx="2363400" cy="868575"/>
        </p:xfrm>
        <a:graphic>
          <a:graphicData uri="http://schemas.openxmlformats.org/drawingml/2006/table">
            <a:tbl>
              <a:tblPr>
                <a:noFill/>
                <a:tableStyleId>{83A2AC75-B2B2-4EE4-BFF5-344B11C732F1}</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783" name="Google Shape;7783;p63"/>
          <p:cNvGrpSpPr/>
          <p:nvPr/>
        </p:nvGrpSpPr>
        <p:grpSpPr>
          <a:xfrm>
            <a:off x="3360649" y="3144798"/>
            <a:ext cx="2363377" cy="1047062"/>
            <a:chOff x="3358399" y="3285485"/>
            <a:chExt cx="2363377" cy="1047062"/>
          </a:xfrm>
        </p:grpSpPr>
        <p:grpSp>
          <p:nvGrpSpPr>
            <p:cNvPr id="7784" name="Google Shape;7784;p63"/>
            <p:cNvGrpSpPr/>
            <p:nvPr/>
          </p:nvGrpSpPr>
          <p:grpSpPr>
            <a:xfrm>
              <a:off x="3358412" y="3285485"/>
              <a:ext cx="2363244" cy="139500"/>
              <a:chOff x="3358412" y="3285485"/>
              <a:chExt cx="2363244" cy="139500"/>
            </a:xfrm>
          </p:grpSpPr>
          <p:sp>
            <p:nvSpPr>
              <p:cNvPr id="7785" name="Google Shape;7785;p63"/>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63"/>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63"/>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63"/>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63"/>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0" name="Google Shape;7790;p63"/>
            <p:cNvGrpSpPr/>
            <p:nvPr/>
          </p:nvGrpSpPr>
          <p:grpSpPr>
            <a:xfrm>
              <a:off x="3358412" y="3466996"/>
              <a:ext cx="2363244" cy="139500"/>
              <a:chOff x="3358412" y="3466996"/>
              <a:chExt cx="2363244" cy="139500"/>
            </a:xfrm>
          </p:grpSpPr>
          <p:sp>
            <p:nvSpPr>
              <p:cNvPr id="7791" name="Google Shape;7791;p63"/>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3"/>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63"/>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3"/>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3"/>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6" name="Google Shape;7796;p63"/>
            <p:cNvGrpSpPr/>
            <p:nvPr/>
          </p:nvGrpSpPr>
          <p:grpSpPr>
            <a:xfrm>
              <a:off x="3358412" y="3648507"/>
              <a:ext cx="2363244" cy="139500"/>
              <a:chOff x="3358412" y="3648507"/>
              <a:chExt cx="2363244" cy="139500"/>
            </a:xfrm>
          </p:grpSpPr>
          <p:sp>
            <p:nvSpPr>
              <p:cNvPr id="7797" name="Google Shape;7797;p63"/>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63"/>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3"/>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63"/>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63"/>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2" name="Google Shape;7802;p63"/>
            <p:cNvGrpSpPr/>
            <p:nvPr/>
          </p:nvGrpSpPr>
          <p:grpSpPr>
            <a:xfrm>
              <a:off x="3358412" y="3830018"/>
              <a:ext cx="2363244" cy="139500"/>
              <a:chOff x="3358412" y="3830018"/>
              <a:chExt cx="2363244" cy="139500"/>
            </a:xfrm>
          </p:grpSpPr>
          <p:sp>
            <p:nvSpPr>
              <p:cNvPr id="7803" name="Google Shape;7803;p63"/>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3"/>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3"/>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3"/>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3"/>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8" name="Google Shape;7808;p63"/>
            <p:cNvGrpSpPr/>
            <p:nvPr/>
          </p:nvGrpSpPr>
          <p:grpSpPr>
            <a:xfrm>
              <a:off x="3358399" y="4011514"/>
              <a:ext cx="2363377" cy="139537"/>
              <a:chOff x="3294800" y="4134603"/>
              <a:chExt cx="2638876" cy="152400"/>
            </a:xfrm>
          </p:grpSpPr>
          <p:sp>
            <p:nvSpPr>
              <p:cNvPr id="7809" name="Google Shape;7809;p63"/>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63"/>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63"/>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63"/>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63"/>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4" name="Google Shape;7814;p63"/>
            <p:cNvGrpSpPr/>
            <p:nvPr/>
          </p:nvGrpSpPr>
          <p:grpSpPr>
            <a:xfrm>
              <a:off x="3358399" y="4193010"/>
              <a:ext cx="2363377" cy="139537"/>
              <a:chOff x="3294800" y="4134603"/>
              <a:chExt cx="2638876" cy="152400"/>
            </a:xfrm>
          </p:grpSpPr>
          <p:sp>
            <p:nvSpPr>
              <p:cNvPr id="7815" name="Google Shape;7815;p63"/>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3"/>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3"/>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63"/>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63"/>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820" name="Google Shape;7820;p63"/>
          <p:cNvGraphicFramePr/>
          <p:nvPr/>
        </p:nvGraphicFramePr>
        <p:xfrm>
          <a:off x="711450" y="2153837"/>
          <a:ext cx="2369800" cy="889350"/>
        </p:xfrm>
        <a:graphic>
          <a:graphicData uri="http://schemas.openxmlformats.org/drawingml/2006/table">
            <a:tbl>
              <a:tblPr>
                <a:noFill/>
                <a:tableStyleId>{83A2AC75-B2B2-4EE4-BFF5-344B11C732F1}</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821" name="Google Shape;7821;p63"/>
          <p:cNvGrpSpPr/>
          <p:nvPr/>
        </p:nvGrpSpPr>
        <p:grpSpPr>
          <a:xfrm>
            <a:off x="4161119" y="2557652"/>
            <a:ext cx="1302095" cy="60959"/>
            <a:chOff x="3558802" y="4011427"/>
            <a:chExt cx="1866000" cy="111300"/>
          </a:xfrm>
        </p:grpSpPr>
        <p:sp>
          <p:nvSpPr>
            <p:cNvPr id="7822" name="Google Shape;7822;p63"/>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3"/>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4" name="Google Shape;7824;p63"/>
          <p:cNvGrpSpPr/>
          <p:nvPr/>
        </p:nvGrpSpPr>
        <p:grpSpPr>
          <a:xfrm>
            <a:off x="4706607" y="2839811"/>
            <a:ext cx="914340" cy="60959"/>
            <a:chOff x="3558802" y="4011427"/>
            <a:chExt cx="1866000" cy="111300"/>
          </a:xfrm>
        </p:grpSpPr>
        <p:sp>
          <p:nvSpPr>
            <p:cNvPr id="7825" name="Google Shape;7825;p63"/>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63"/>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7" name="Google Shape;7827;p63"/>
          <p:cNvGrpSpPr/>
          <p:nvPr/>
        </p:nvGrpSpPr>
        <p:grpSpPr>
          <a:xfrm>
            <a:off x="5874449" y="3167609"/>
            <a:ext cx="2519825" cy="1001454"/>
            <a:chOff x="1906114" y="789980"/>
            <a:chExt cx="1487676" cy="606868"/>
          </a:xfrm>
        </p:grpSpPr>
        <p:cxnSp>
          <p:nvCxnSpPr>
            <p:cNvPr id="7828" name="Google Shape;7828;p63"/>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829" name="Google Shape;7829;p63"/>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830" name="Google Shape;7830;p63"/>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7831" name="Google Shape;7831;p63"/>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7832" name="Google Shape;7832;p63"/>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7833" name="Google Shape;7833;p63"/>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7834" name="Google Shape;7834;p63"/>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7835" name="Google Shape;7835;p63"/>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63"/>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63"/>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63"/>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63"/>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63"/>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63"/>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7842" name="Google Shape;7842;p63"/>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7843" name="Google Shape;7843;p63"/>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7844" name="Google Shape;7844;p63"/>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5" name="Google Shape;7845;p63"/>
          <p:cNvGrpSpPr/>
          <p:nvPr/>
        </p:nvGrpSpPr>
        <p:grpSpPr>
          <a:xfrm>
            <a:off x="3355812" y="951645"/>
            <a:ext cx="2363393" cy="1005865"/>
            <a:chOff x="3292400" y="1193188"/>
            <a:chExt cx="2615240" cy="1131075"/>
          </a:xfrm>
        </p:grpSpPr>
        <p:sp>
          <p:nvSpPr>
            <p:cNvPr id="7846" name="Google Shape;7846;p63"/>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847" name="Google Shape;7847;p63"/>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848" name="Google Shape;7848;p63"/>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7849" name="Google Shape;7849;p63"/>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7850" name="Google Shape;7850;p63"/>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7851" name="Google Shape;7851;p63"/>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7852" name="Google Shape;7852;p63"/>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7853" name="Google Shape;7853;p63"/>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7854" name="Google Shape;7854;p63"/>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7855" name="Google Shape;7855;p63"/>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7856" name="Google Shape;7856;p63"/>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857" name="Google Shape;7857;p63"/>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7858" name="Google Shape;7858;p63"/>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859" name="Google Shape;7859;p63"/>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7860" name="Google Shape;7860;p63"/>
            <p:cNvGrpSpPr/>
            <p:nvPr/>
          </p:nvGrpSpPr>
          <p:grpSpPr>
            <a:xfrm>
              <a:off x="3748438" y="1378608"/>
              <a:ext cx="2159202" cy="903971"/>
              <a:chOff x="1683525" y="2179850"/>
              <a:chExt cx="4519050" cy="2134525"/>
            </a:xfrm>
          </p:grpSpPr>
          <p:sp>
            <p:nvSpPr>
              <p:cNvPr id="7861" name="Google Shape;7861;p63"/>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862" name="Google Shape;7862;p63"/>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863" name="Google Shape;7863;p63"/>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864" name="Google Shape;7864;p63"/>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865" name="Google Shape;7865;p63"/>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866" name="Google Shape;7866;p63"/>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867" name="Google Shape;7867;p63"/>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868" name="Google Shape;7868;p63"/>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869" name="Google Shape;7869;p63"/>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870" name="Google Shape;7870;p63"/>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871" name="Google Shape;7871;p63"/>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7872" name="Google Shape;7872;p63"/>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0">
  <p:cSld>
    <p:spTree>
      <p:nvGrpSpPr>
        <p:cNvPr id="1" name="Shape 7876"/>
        <p:cNvGrpSpPr/>
        <p:nvPr/>
      </p:nvGrpSpPr>
      <p:grpSpPr>
        <a:xfrm>
          <a:off x="0" y="0"/>
          <a:ext cx="0" cy="0"/>
          <a:chOff x="0" y="0"/>
          <a:chExt cx="0" cy="0"/>
        </a:xfrm>
      </p:grpSpPr>
      <p:grpSp>
        <p:nvGrpSpPr>
          <p:cNvPr id="7877" name="Google Shape;7877;p64"/>
          <p:cNvGrpSpPr/>
          <p:nvPr/>
        </p:nvGrpSpPr>
        <p:grpSpPr>
          <a:xfrm>
            <a:off x="4796684" y="970929"/>
            <a:ext cx="745431" cy="718863"/>
            <a:chOff x="4249973" y="1201875"/>
            <a:chExt cx="1958568" cy="1888762"/>
          </a:xfrm>
        </p:grpSpPr>
        <p:sp>
          <p:nvSpPr>
            <p:cNvPr id="7878" name="Google Shape;7878;p64"/>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79" name="Google Shape;7879;p64"/>
            <p:cNvGrpSpPr/>
            <p:nvPr/>
          </p:nvGrpSpPr>
          <p:grpSpPr>
            <a:xfrm>
              <a:off x="5853086" y="1789142"/>
              <a:ext cx="355454" cy="1048099"/>
              <a:chOff x="5576108" y="2016725"/>
              <a:chExt cx="565200" cy="1666560"/>
            </a:xfrm>
          </p:grpSpPr>
          <p:sp>
            <p:nvSpPr>
              <p:cNvPr id="7880" name="Google Shape;7880;p64"/>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881" name="Google Shape;7881;p64"/>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2" name="Google Shape;7882;p64"/>
            <p:cNvGrpSpPr/>
            <p:nvPr/>
          </p:nvGrpSpPr>
          <p:grpSpPr>
            <a:xfrm>
              <a:off x="4869455" y="2691676"/>
              <a:ext cx="1013897" cy="398961"/>
              <a:chOff x="4012057" y="3451825"/>
              <a:chExt cx="1612175" cy="634379"/>
            </a:xfrm>
          </p:grpSpPr>
          <p:sp>
            <p:nvSpPr>
              <p:cNvPr id="7883" name="Google Shape;7883;p64"/>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884" name="Google Shape;7884;p64"/>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5" name="Google Shape;7885;p64"/>
            <p:cNvGrpSpPr/>
            <p:nvPr/>
          </p:nvGrpSpPr>
          <p:grpSpPr>
            <a:xfrm>
              <a:off x="4276937" y="2155961"/>
              <a:ext cx="651965" cy="891358"/>
              <a:chOff x="3069908" y="2599997"/>
              <a:chExt cx="1036675" cy="1417328"/>
            </a:xfrm>
          </p:grpSpPr>
          <p:sp>
            <p:nvSpPr>
              <p:cNvPr id="7886" name="Google Shape;7886;p64"/>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887" name="Google Shape;7887;p64"/>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8" name="Google Shape;7888;p64"/>
            <p:cNvGrpSpPr/>
            <p:nvPr/>
          </p:nvGrpSpPr>
          <p:grpSpPr>
            <a:xfrm>
              <a:off x="5054918" y="1201875"/>
              <a:ext cx="999548" cy="602711"/>
              <a:chOff x="4306958" y="1082925"/>
              <a:chExt cx="1589359" cy="958358"/>
            </a:xfrm>
          </p:grpSpPr>
          <p:sp>
            <p:nvSpPr>
              <p:cNvPr id="7889" name="Google Shape;7889;p64"/>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890" name="Google Shape;7890;p64"/>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1" name="Google Shape;7891;p64"/>
            <p:cNvGrpSpPr/>
            <p:nvPr/>
          </p:nvGrpSpPr>
          <p:grpSpPr>
            <a:xfrm>
              <a:off x="4249973" y="1303451"/>
              <a:ext cx="799317" cy="841334"/>
              <a:chOff x="3027033" y="1244439"/>
              <a:chExt cx="1270977" cy="1337786"/>
            </a:xfrm>
          </p:grpSpPr>
          <p:sp>
            <p:nvSpPr>
              <p:cNvPr id="7892" name="Google Shape;7892;p64"/>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893" name="Google Shape;7893;p64"/>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94" name="Google Shape;7894;p64"/>
          <p:cNvGrpSpPr/>
          <p:nvPr/>
        </p:nvGrpSpPr>
        <p:grpSpPr>
          <a:xfrm>
            <a:off x="713057" y="1849378"/>
            <a:ext cx="761767" cy="729896"/>
            <a:chOff x="2657744" y="2337745"/>
            <a:chExt cx="832987" cy="798137"/>
          </a:xfrm>
        </p:grpSpPr>
        <p:sp>
          <p:nvSpPr>
            <p:cNvPr id="7895" name="Google Shape;7895;p64"/>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64"/>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64"/>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4"/>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4"/>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4"/>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1" name="Google Shape;7901;p64"/>
          <p:cNvGrpSpPr/>
          <p:nvPr/>
        </p:nvGrpSpPr>
        <p:grpSpPr>
          <a:xfrm>
            <a:off x="3224022" y="1852584"/>
            <a:ext cx="685569" cy="723586"/>
            <a:chOff x="3398134" y="2057755"/>
            <a:chExt cx="704087" cy="743130"/>
          </a:xfrm>
        </p:grpSpPr>
        <p:grpSp>
          <p:nvGrpSpPr>
            <p:cNvPr id="7902" name="Google Shape;7902;p64"/>
            <p:cNvGrpSpPr/>
            <p:nvPr/>
          </p:nvGrpSpPr>
          <p:grpSpPr>
            <a:xfrm>
              <a:off x="3398134" y="2290183"/>
              <a:ext cx="315300" cy="219900"/>
              <a:chOff x="3398134" y="2290183"/>
              <a:chExt cx="315300" cy="219900"/>
            </a:xfrm>
          </p:grpSpPr>
          <p:sp>
            <p:nvSpPr>
              <p:cNvPr id="7903" name="Google Shape;7903;p64"/>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904" name="Google Shape;7904;p64"/>
              <p:cNvCxnSpPr>
                <a:stCxn id="7903"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7905" name="Google Shape;7905;p64"/>
            <p:cNvGrpSpPr/>
            <p:nvPr/>
          </p:nvGrpSpPr>
          <p:grpSpPr>
            <a:xfrm>
              <a:off x="3547823" y="2467358"/>
              <a:ext cx="219900" cy="333527"/>
              <a:chOff x="3547823" y="2467358"/>
              <a:chExt cx="219900" cy="333527"/>
            </a:xfrm>
          </p:grpSpPr>
          <p:sp>
            <p:nvSpPr>
              <p:cNvPr id="7906" name="Google Shape;7906;p64"/>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907" name="Google Shape;7907;p64"/>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7908" name="Google Shape;7908;p64"/>
            <p:cNvGrpSpPr/>
            <p:nvPr/>
          </p:nvGrpSpPr>
          <p:grpSpPr>
            <a:xfrm>
              <a:off x="3734138" y="2467358"/>
              <a:ext cx="219900" cy="333527"/>
              <a:chOff x="3734138" y="2467358"/>
              <a:chExt cx="219900" cy="333527"/>
            </a:xfrm>
          </p:grpSpPr>
          <p:sp>
            <p:nvSpPr>
              <p:cNvPr id="7909" name="Google Shape;7909;p64"/>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910" name="Google Shape;7910;p64"/>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7911" name="Google Shape;7911;p64"/>
            <p:cNvGrpSpPr/>
            <p:nvPr/>
          </p:nvGrpSpPr>
          <p:grpSpPr>
            <a:xfrm>
              <a:off x="3787560" y="2288011"/>
              <a:ext cx="314661" cy="219900"/>
              <a:chOff x="3787560" y="2288011"/>
              <a:chExt cx="314661" cy="219900"/>
            </a:xfrm>
          </p:grpSpPr>
          <p:sp>
            <p:nvSpPr>
              <p:cNvPr id="7912" name="Google Shape;7912;p64"/>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913" name="Google Shape;7913;p64"/>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7914" name="Google Shape;7914;p64"/>
            <p:cNvGrpSpPr/>
            <p:nvPr/>
          </p:nvGrpSpPr>
          <p:grpSpPr>
            <a:xfrm>
              <a:off x="3637290" y="2057755"/>
              <a:ext cx="219900" cy="335499"/>
              <a:chOff x="3637290" y="2057755"/>
              <a:chExt cx="219900" cy="335499"/>
            </a:xfrm>
          </p:grpSpPr>
          <p:sp>
            <p:nvSpPr>
              <p:cNvPr id="7915" name="Google Shape;7915;p64"/>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916" name="Google Shape;7916;p64"/>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7917" name="Google Shape;7917;p64"/>
          <p:cNvGrpSpPr/>
          <p:nvPr/>
        </p:nvGrpSpPr>
        <p:grpSpPr>
          <a:xfrm>
            <a:off x="4899244" y="1859280"/>
            <a:ext cx="710153" cy="710153"/>
            <a:chOff x="5007123" y="2079403"/>
            <a:chExt cx="687600" cy="687600"/>
          </a:xfrm>
        </p:grpSpPr>
        <p:sp>
          <p:nvSpPr>
            <p:cNvPr id="7918" name="Google Shape;7918;p64"/>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4"/>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4"/>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4"/>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2" name="Google Shape;7922;p64"/>
          <p:cNvGrpSpPr/>
          <p:nvPr/>
        </p:nvGrpSpPr>
        <p:grpSpPr>
          <a:xfrm>
            <a:off x="5708681" y="1853787"/>
            <a:ext cx="720998" cy="721183"/>
            <a:chOff x="5797446" y="2063053"/>
            <a:chExt cx="698100" cy="698280"/>
          </a:xfrm>
        </p:grpSpPr>
        <p:sp>
          <p:nvSpPr>
            <p:cNvPr id="7923" name="Google Shape;7923;p64"/>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4"/>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64"/>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4"/>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7" name="Google Shape;7927;p64"/>
          <p:cNvGrpSpPr/>
          <p:nvPr/>
        </p:nvGrpSpPr>
        <p:grpSpPr>
          <a:xfrm>
            <a:off x="8153828" y="3499392"/>
            <a:ext cx="280585" cy="673164"/>
            <a:chOff x="8075075" y="3754290"/>
            <a:chExt cx="255612" cy="613194"/>
          </a:xfrm>
        </p:grpSpPr>
        <p:grpSp>
          <p:nvGrpSpPr>
            <p:cNvPr id="7928" name="Google Shape;7928;p64"/>
            <p:cNvGrpSpPr/>
            <p:nvPr/>
          </p:nvGrpSpPr>
          <p:grpSpPr>
            <a:xfrm>
              <a:off x="8075075" y="3754290"/>
              <a:ext cx="255612" cy="613194"/>
              <a:chOff x="8075075" y="3754290"/>
              <a:chExt cx="255612" cy="613194"/>
            </a:xfrm>
          </p:grpSpPr>
          <p:sp>
            <p:nvSpPr>
              <p:cNvPr id="7929" name="Google Shape;7929;p64"/>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64"/>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31" name="Google Shape;7931;p64"/>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2" name="Google Shape;7932;p64"/>
          <p:cNvGrpSpPr/>
          <p:nvPr/>
        </p:nvGrpSpPr>
        <p:grpSpPr>
          <a:xfrm>
            <a:off x="5270887" y="3488188"/>
            <a:ext cx="470352" cy="683745"/>
            <a:chOff x="1697726" y="3244179"/>
            <a:chExt cx="788124" cy="1146069"/>
          </a:xfrm>
        </p:grpSpPr>
        <p:sp>
          <p:nvSpPr>
            <p:cNvPr id="7933" name="Google Shape;7933;p64"/>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64"/>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35" name="Google Shape;7935;p64"/>
          <p:cNvSpPr/>
          <p:nvPr/>
        </p:nvSpPr>
        <p:spPr>
          <a:xfrm>
            <a:off x="8128351" y="340219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36" name="Google Shape;7936;p64"/>
          <p:cNvGrpSpPr/>
          <p:nvPr/>
        </p:nvGrpSpPr>
        <p:grpSpPr>
          <a:xfrm>
            <a:off x="5892037" y="3499390"/>
            <a:ext cx="293891" cy="293845"/>
            <a:chOff x="6134814" y="3754290"/>
            <a:chExt cx="293891" cy="293845"/>
          </a:xfrm>
        </p:grpSpPr>
        <p:sp>
          <p:nvSpPr>
            <p:cNvPr id="7937" name="Google Shape;7937;p64"/>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4"/>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9" name="Google Shape;7939;p64"/>
          <p:cNvGrpSpPr/>
          <p:nvPr/>
        </p:nvGrpSpPr>
        <p:grpSpPr>
          <a:xfrm>
            <a:off x="5892037" y="3878061"/>
            <a:ext cx="293891" cy="293891"/>
            <a:chOff x="6134814" y="4086186"/>
            <a:chExt cx="293891" cy="293891"/>
          </a:xfrm>
        </p:grpSpPr>
        <p:sp>
          <p:nvSpPr>
            <p:cNvPr id="7940" name="Google Shape;7940;p64"/>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64"/>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42" name="Google Shape;7942;p64"/>
          <p:cNvSpPr/>
          <p:nvPr/>
        </p:nvSpPr>
        <p:spPr>
          <a:xfrm>
            <a:off x="6930464" y="349858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4"/>
          <p:cNvSpPr/>
          <p:nvPr/>
        </p:nvSpPr>
        <p:spPr>
          <a:xfrm rot="10800000">
            <a:off x="6336727" y="349632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44" name="Google Shape;7944;p64"/>
          <p:cNvGrpSpPr/>
          <p:nvPr/>
        </p:nvGrpSpPr>
        <p:grpSpPr>
          <a:xfrm>
            <a:off x="7817013" y="2706754"/>
            <a:ext cx="622883" cy="621944"/>
            <a:chOff x="1187048" y="238125"/>
            <a:chExt cx="5256397" cy="5248476"/>
          </a:xfrm>
        </p:grpSpPr>
        <p:sp>
          <p:nvSpPr>
            <p:cNvPr id="7945" name="Google Shape;7945;p64"/>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64"/>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64"/>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4"/>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9" name="Google Shape;7949;p64"/>
          <p:cNvGrpSpPr/>
          <p:nvPr/>
        </p:nvGrpSpPr>
        <p:grpSpPr>
          <a:xfrm>
            <a:off x="2274118" y="2716363"/>
            <a:ext cx="1310987" cy="612407"/>
            <a:chOff x="238125" y="1188750"/>
            <a:chExt cx="7140450" cy="3335550"/>
          </a:xfrm>
        </p:grpSpPr>
        <p:sp>
          <p:nvSpPr>
            <p:cNvPr id="7950" name="Google Shape;7950;p64"/>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64"/>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4"/>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64"/>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64"/>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5" name="Google Shape;7955;p64"/>
          <p:cNvGrpSpPr/>
          <p:nvPr/>
        </p:nvGrpSpPr>
        <p:grpSpPr>
          <a:xfrm>
            <a:off x="6599990" y="2706917"/>
            <a:ext cx="1110299" cy="621702"/>
            <a:chOff x="238125" y="1335475"/>
            <a:chExt cx="5418735" cy="3034175"/>
          </a:xfrm>
        </p:grpSpPr>
        <p:sp>
          <p:nvSpPr>
            <p:cNvPr id="7956" name="Google Shape;7956;p64"/>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64"/>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4"/>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9" name="Google Shape;7959;p64"/>
          <p:cNvGrpSpPr/>
          <p:nvPr/>
        </p:nvGrpSpPr>
        <p:grpSpPr>
          <a:xfrm>
            <a:off x="5417649" y="2703814"/>
            <a:ext cx="1074451" cy="627181"/>
            <a:chOff x="5359127" y="2910889"/>
            <a:chExt cx="1097723" cy="640831"/>
          </a:xfrm>
        </p:grpSpPr>
        <p:grpSp>
          <p:nvGrpSpPr>
            <p:cNvPr id="7960" name="Google Shape;7960;p64"/>
            <p:cNvGrpSpPr/>
            <p:nvPr/>
          </p:nvGrpSpPr>
          <p:grpSpPr>
            <a:xfrm>
              <a:off x="5929791" y="3263088"/>
              <a:ext cx="527060" cy="287097"/>
              <a:chOff x="5929791" y="3263088"/>
              <a:chExt cx="527060" cy="287097"/>
            </a:xfrm>
          </p:grpSpPr>
          <p:sp>
            <p:nvSpPr>
              <p:cNvPr id="7961" name="Google Shape;7961;p64"/>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962" name="Google Shape;7962;p64"/>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963" name="Google Shape;7963;p64"/>
            <p:cNvGrpSpPr/>
            <p:nvPr/>
          </p:nvGrpSpPr>
          <p:grpSpPr>
            <a:xfrm>
              <a:off x="5359127" y="3263089"/>
              <a:ext cx="526428" cy="288631"/>
              <a:chOff x="5359127" y="3263089"/>
              <a:chExt cx="526428" cy="288631"/>
            </a:xfrm>
          </p:grpSpPr>
          <p:sp>
            <p:nvSpPr>
              <p:cNvPr id="7964" name="Google Shape;7964;p64"/>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965" name="Google Shape;7965;p64"/>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966" name="Google Shape;7966;p64"/>
            <p:cNvGrpSpPr/>
            <p:nvPr/>
          </p:nvGrpSpPr>
          <p:grpSpPr>
            <a:xfrm>
              <a:off x="5551525" y="2910889"/>
              <a:ext cx="520901" cy="610283"/>
              <a:chOff x="5551525" y="2910889"/>
              <a:chExt cx="520901" cy="610283"/>
            </a:xfrm>
          </p:grpSpPr>
          <p:sp>
            <p:nvSpPr>
              <p:cNvPr id="7967" name="Google Shape;7967;p64"/>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968" name="Google Shape;7968;p64"/>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969" name="Google Shape;7969;p64"/>
            <p:cNvGrpSpPr/>
            <p:nvPr/>
          </p:nvGrpSpPr>
          <p:grpSpPr>
            <a:xfrm>
              <a:off x="5743962" y="2919100"/>
              <a:ext cx="623674" cy="284502"/>
              <a:chOff x="5743962" y="2919100"/>
              <a:chExt cx="623674" cy="284502"/>
            </a:xfrm>
          </p:grpSpPr>
          <p:sp>
            <p:nvSpPr>
              <p:cNvPr id="7970" name="Google Shape;7970;p64"/>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971" name="Google Shape;7971;p64"/>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972" name="Google Shape;7972;p64"/>
          <p:cNvGrpSpPr/>
          <p:nvPr/>
        </p:nvGrpSpPr>
        <p:grpSpPr>
          <a:xfrm>
            <a:off x="7568863" y="1854526"/>
            <a:ext cx="874976" cy="719600"/>
            <a:chOff x="7608988" y="2093194"/>
            <a:chExt cx="817276" cy="672147"/>
          </a:xfrm>
        </p:grpSpPr>
        <p:cxnSp>
          <p:nvCxnSpPr>
            <p:cNvPr id="7973" name="Google Shape;7973;p64"/>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974" name="Google Shape;7974;p64"/>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975" name="Google Shape;7975;p64"/>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976" name="Google Shape;7976;p64"/>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977" name="Google Shape;7977;p64"/>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978" name="Google Shape;7978;p64"/>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979" name="Google Shape;7979;p64"/>
            <p:cNvGrpSpPr/>
            <p:nvPr/>
          </p:nvGrpSpPr>
          <p:grpSpPr>
            <a:xfrm>
              <a:off x="7721175" y="2093194"/>
              <a:ext cx="599587" cy="623846"/>
              <a:chOff x="7721175" y="2093194"/>
              <a:chExt cx="599587" cy="623846"/>
            </a:xfrm>
          </p:grpSpPr>
          <p:grpSp>
            <p:nvGrpSpPr>
              <p:cNvPr id="7980" name="Google Shape;7980;p64"/>
              <p:cNvGrpSpPr/>
              <p:nvPr/>
            </p:nvGrpSpPr>
            <p:grpSpPr>
              <a:xfrm>
                <a:off x="7721175" y="2093194"/>
                <a:ext cx="291605" cy="623846"/>
                <a:chOff x="9405575" y="2061418"/>
                <a:chExt cx="291605" cy="623846"/>
              </a:xfrm>
            </p:grpSpPr>
            <p:sp>
              <p:nvSpPr>
                <p:cNvPr id="7981" name="Google Shape;7981;p64"/>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4"/>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4"/>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64"/>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64"/>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64"/>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4"/>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8" name="Google Shape;7988;p64"/>
              <p:cNvGrpSpPr/>
              <p:nvPr/>
            </p:nvGrpSpPr>
            <p:grpSpPr>
              <a:xfrm flipH="1">
                <a:off x="8029157" y="2093194"/>
                <a:ext cx="291605" cy="623846"/>
                <a:chOff x="9405575" y="2061418"/>
                <a:chExt cx="291605" cy="623846"/>
              </a:xfrm>
            </p:grpSpPr>
            <p:sp>
              <p:nvSpPr>
                <p:cNvPr id="7989" name="Google Shape;7989;p64"/>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64"/>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64"/>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64"/>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64"/>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4"/>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4"/>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996" name="Google Shape;7996;p64"/>
          <p:cNvGrpSpPr/>
          <p:nvPr/>
        </p:nvGrpSpPr>
        <p:grpSpPr>
          <a:xfrm>
            <a:off x="4013299" y="970929"/>
            <a:ext cx="712557" cy="785901"/>
            <a:chOff x="4206459" y="1191441"/>
            <a:chExt cx="712557" cy="785901"/>
          </a:xfrm>
        </p:grpSpPr>
        <p:sp>
          <p:nvSpPr>
            <p:cNvPr id="7997" name="Google Shape;7997;p64"/>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64"/>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4"/>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64"/>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01" name="Google Shape;8001;p64"/>
            <p:cNvGrpSpPr/>
            <p:nvPr/>
          </p:nvGrpSpPr>
          <p:grpSpPr>
            <a:xfrm>
              <a:off x="4644280" y="1290523"/>
              <a:ext cx="143716" cy="29463"/>
              <a:chOff x="4644280" y="1290523"/>
              <a:chExt cx="143716" cy="29463"/>
            </a:xfrm>
          </p:grpSpPr>
          <p:sp>
            <p:nvSpPr>
              <p:cNvPr id="8002" name="Google Shape;8002;p64"/>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64"/>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4"/>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4"/>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6" name="Google Shape;8006;p64"/>
            <p:cNvGrpSpPr/>
            <p:nvPr/>
          </p:nvGrpSpPr>
          <p:grpSpPr>
            <a:xfrm>
              <a:off x="4356567" y="1191441"/>
              <a:ext cx="143690" cy="29488"/>
              <a:chOff x="4356567" y="1191441"/>
              <a:chExt cx="143690" cy="29488"/>
            </a:xfrm>
          </p:grpSpPr>
          <p:sp>
            <p:nvSpPr>
              <p:cNvPr id="8007" name="Google Shape;8007;p64"/>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64"/>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4"/>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4"/>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1" name="Google Shape;8011;p64"/>
            <p:cNvGrpSpPr/>
            <p:nvPr/>
          </p:nvGrpSpPr>
          <p:grpSpPr>
            <a:xfrm>
              <a:off x="4339009" y="1863727"/>
              <a:ext cx="143703" cy="29476"/>
              <a:chOff x="4339009" y="1863727"/>
              <a:chExt cx="143703" cy="29476"/>
            </a:xfrm>
          </p:grpSpPr>
          <p:sp>
            <p:nvSpPr>
              <p:cNvPr id="8012" name="Google Shape;8012;p64"/>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64"/>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64"/>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64"/>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6" name="Google Shape;8016;p64"/>
            <p:cNvGrpSpPr/>
            <p:nvPr/>
          </p:nvGrpSpPr>
          <p:grpSpPr>
            <a:xfrm>
              <a:off x="4206459" y="1607315"/>
              <a:ext cx="29539" cy="142899"/>
              <a:chOff x="4206459" y="1607315"/>
              <a:chExt cx="29539" cy="142899"/>
            </a:xfrm>
          </p:grpSpPr>
          <p:sp>
            <p:nvSpPr>
              <p:cNvPr id="8017" name="Google Shape;8017;p64"/>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4"/>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64"/>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64"/>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21" name="Google Shape;8021;p64"/>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64"/>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64"/>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64"/>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25" name="Google Shape;8025;p64"/>
            <p:cNvGrpSpPr/>
            <p:nvPr/>
          </p:nvGrpSpPr>
          <p:grpSpPr>
            <a:xfrm>
              <a:off x="4889463" y="1423737"/>
              <a:ext cx="29552" cy="142899"/>
              <a:chOff x="4889463" y="1423737"/>
              <a:chExt cx="29552" cy="142899"/>
            </a:xfrm>
          </p:grpSpPr>
          <p:sp>
            <p:nvSpPr>
              <p:cNvPr id="8026" name="Google Shape;8026;p64"/>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64"/>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64"/>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64"/>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0" name="Google Shape;8030;p64"/>
            <p:cNvGrpSpPr/>
            <p:nvPr/>
          </p:nvGrpSpPr>
          <p:grpSpPr>
            <a:xfrm>
              <a:off x="4771663" y="1876896"/>
              <a:ext cx="108651" cy="100447"/>
              <a:chOff x="4771663" y="1876896"/>
              <a:chExt cx="108651" cy="100447"/>
            </a:xfrm>
          </p:grpSpPr>
          <p:sp>
            <p:nvSpPr>
              <p:cNvPr id="8031" name="Google Shape;8031;p64"/>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64"/>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4"/>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4"/>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35" name="Google Shape;8035;p64"/>
          <p:cNvGrpSpPr/>
          <p:nvPr/>
        </p:nvGrpSpPr>
        <p:grpSpPr>
          <a:xfrm>
            <a:off x="4008774" y="1854151"/>
            <a:ext cx="791287" cy="720350"/>
            <a:chOff x="267375" y="1071875"/>
            <a:chExt cx="470500" cy="428550"/>
          </a:xfrm>
        </p:grpSpPr>
        <p:sp>
          <p:nvSpPr>
            <p:cNvPr id="8036" name="Google Shape;8036;p64"/>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64"/>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64"/>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64"/>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4"/>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64"/>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64"/>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64"/>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4" name="Google Shape;8044;p64"/>
          <p:cNvGrpSpPr/>
          <p:nvPr/>
        </p:nvGrpSpPr>
        <p:grpSpPr>
          <a:xfrm>
            <a:off x="709269" y="3498781"/>
            <a:ext cx="1408444" cy="673166"/>
            <a:chOff x="712664" y="3693287"/>
            <a:chExt cx="1460738" cy="698160"/>
          </a:xfrm>
        </p:grpSpPr>
        <p:grpSp>
          <p:nvGrpSpPr>
            <p:cNvPr id="8045" name="Google Shape;8045;p64"/>
            <p:cNvGrpSpPr/>
            <p:nvPr/>
          </p:nvGrpSpPr>
          <p:grpSpPr>
            <a:xfrm>
              <a:off x="1380079" y="4133090"/>
              <a:ext cx="234048" cy="258099"/>
              <a:chOff x="1380079" y="4133090"/>
              <a:chExt cx="234048" cy="258099"/>
            </a:xfrm>
          </p:grpSpPr>
          <p:sp>
            <p:nvSpPr>
              <p:cNvPr id="8046" name="Google Shape;8046;p64"/>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4"/>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4"/>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9" name="Google Shape;8049;p64"/>
            <p:cNvGrpSpPr/>
            <p:nvPr/>
          </p:nvGrpSpPr>
          <p:grpSpPr>
            <a:xfrm>
              <a:off x="884610" y="3864082"/>
              <a:ext cx="1118566" cy="527275"/>
              <a:chOff x="890961" y="3865463"/>
              <a:chExt cx="1115221" cy="525698"/>
            </a:xfrm>
          </p:grpSpPr>
          <p:sp>
            <p:nvSpPr>
              <p:cNvPr id="8050" name="Google Shape;8050;p64"/>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64"/>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64"/>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3" name="Google Shape;8053;p64"/>
            <p:cNvGrpSpPr/>
            <p:nvPr/>
          </p:nvGrpSpPr>
          <p:grpSpPr>
            <a:xfrm>
              <a:off x="712664" y="3693287"/>
              <a:ext cx="1460738" cy="698160"/>
              <a:chOff x="712664" y="3693025"/>
              <a:chExt cx="1460738" cy="698160"/>
            </a:xfrm>
          </p:grpSpPr>
          <p:sp>
            <p:nvSpPr>
              <p:cNvPr id="8054" name="Google Shape;8054;p64"/>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64"/>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64"/>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64"/>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64"/>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64"/>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60" name="Google Shape;8060;p64"/>
          <p:cNvGrpSpPr/>
          <p:nvPr/>
        </p:nvGrpSpPr>
        <p:grpSpPr>
          <a:xfrm>
            <a:off x="3146985" y="970929"/>
            <a:ext cx="795485" cy="738831"/>
            <a:chOff x="3348603" y="1236445"/>
            <a:chExt cx="749256" cy="695894"/>
          </a:xfrm>
        </p:grpSpPr>
        <p:grpSp>
          <p:nvGrpSpPr>
            <p:cNvPr id="8061" name="Google Shape;8061;p64"/>
            <p:cNvGrpSpPr/>
            <p:nvPr/>
          </p:nvGrpSpPr>
          <p:grpSpPr>
            <a:xfrm>
              <a:off x="3583779" y="1236445"/>
              <a:ext cx="293795" cy="285811"/>
              <a:chOff x="3750225" y="1774000"/>
              <a:chExt cx="149575" cy="145525"/>
            </a:xfrm>
          </p:grpSpPr>
          <p:sp>
            <p:nvSpPr>
              <p:cNvPr id="8062" name="Google Shape;8062;p64"/>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64"/>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4" name="Google Shape;8064;p64"/>
            <p:cNvGrpSpPr/>
            <p:nvPr/>
          </p:nvGrpSpPr>
          <p:grpSpPr>
            <a:xfrm>
              <a:off x="3775534" y="1462599"/>
              <a:ext cx="322325" cy="285958"/>
              <a:chOff x="3847850" y="1889150"/>
              <a:chExt cx="164100" cy="145600"/>
            </a:xfrm>
          </p:grpSpPr>
          <p:sp>
            <p:nvSpPr>
              <p:cNvPr id="8065" name="Google Shape;8065;p64"/>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64"/>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7" name="Google Shape;8067;p64"/>
            <p:cNvGrpSpPr/>
            <p:nvPr/>
          </p:nvGrpSpPr>
          <p:grpSpPr>
            <a:xfrm>
              <a:off x="3545329" y="1646528"/>
              <a:ext cx="293746" cy="285811"/>
              <a:chOff x="3730650" y="1982800"/>
              <a:chExt cx="149550" cy="145525"/>
            </a:xfrm>
          </p:grpSpPr>
          <p:sp>
            <p:nvSpPr>
              <p:cNvPr id="8068" name="Google Shape;8068;p64"/>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64"/>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0" name="Google Shape;8070;p64"/>
            <p:cNvGrpSpPr/>
            <p:nvPr/>
          </p:nvGrpSpPr>
          <p:grpSpPr>
            <a:xfrm>
              <a:off x="3348603" y="1415046"/>
              <a:ext cx="294384" cy="284387"/>
              <a:chOff x="3630494" y="1864938"/>
              <a:chExt cx="149875" cy="144800"/>
            </a:xfrm>
          </p:grpSpPr>
          <p:sp>
            <p:nvSpPr>
              <p:cNvPr id="8071" name="Google Shape;8071;p64"/>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64"/>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73" name="Google Shape;8073;p64"/>
          <p:cNvGrpSpPr/>
          <p:nvPr/>
        </p:nvGrpSpPr>
        <p:grpSpPr>
          <a:xfrm>
            <a:off x="2268512" y="3493825"/>
            <a:ext cx="1324924" cy="678083"/>
            <a:chOff x="2413923" y="3711366"/>
            <a:chExt cx="1374117" cy="703260"/>
          </a:xfrm>
        </p:grpSpPr>
        <p:grpSp>
          <p:nvGrpSpPr>
            <p:cNvPr id="8074" name="Google Shape;8074;p64"/>
            <p:cNvGrpSpPr/>
            <p:nvPr/>
          </p:nvGrpSpPr>
          <p:grpSpPr>
            <a:xfrm>
              <a:off x="2413923" y="3711366"/>
              <a:ext cx="1374117" cy="703260"/>
              <a:chOff x="2413923" y="3711366"/>
              <a:chExt cx="1374117" cy="703260"/>
            </a:xfrm>
          </p:grpSpPr>
          <p:sp>
            <p:nvSpPr>
              <p:cNvPr id="8075" name="Google Shape;8075;p64"/>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76" name="Google Shape;8076;p64"/>
              <p:cNvGrpSpPr/>
              <p:nvPr/>
            </p:nvGrpSpPr>
            <p:grpSpPr>
              <a:xfrm>
                <a:off x="2600284" y="3808654"/>
                <a:ext cx="234506" cy="138009"/>
                <a:chOff x="2600284" y="3808654"/>
                <a:chExt cx="234506" cy="138009"/>
              </a:xfrm>
            </p:grpSpPr>
            <p:sp>
              <p:nvSpPr>
                <p:cNvPr id="8077" name="Google Shape;8077;p64"/>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78" name="Google Shape;8078;p64"/>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079" name="Google Shape;8079;p64"/>
              <p:cNvGrpSpPr/>
              <p:nvPr/>
            </p:nvGrpSpPr>
            <p:grpSpPr>
              <a:xfrm>
                <a:off x="3359659" y="3805664"/>
                <a:ext cx="232294" cy="141000"/>
                <a:chOff x="3359659" y="3805664"/>
                <a:chExt cx="232294" cy="141000"/>
              </a:xfrm>
            </p:grpSpPr>
            <p:sp>
              <p:nvSpPr>
                <p:cNvPr id="8080" name="Google Shape;8080;p64"/>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81" name="Google Shape;8081;p64"/>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082" name="Google Shape;8082;p64"/>
              <p:cNvGrpSpPr/>
              <p:nvPr/>
            </p:nvGrpSpPr>
            <p:grpSpPr>
              <a:xfrm>
                <a:off x="3067316" y="3711366"/>
                <a:ext cx="66900" cy="166809"/>
                <a:chOff x="3067316" y="3711366"/>
                <a:chExt cx="66900" cy="166809"/>
              </a:xfrm>
            </p:grpSpPr>
            <p:sp>
              <p:nvSpPr>
                <p:cNvPr id="8083" name="Google Shape;8083;p64"/>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84" name="Google Shape;8084;p64"/>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085" name="Google Shape;8085;p64"/>
              <p:cNvGrpSpPr/>
              <p:nvPr/>
            </p:nvGrpSpPr>
            <p:grpSpPr>
              <a:xfrm>
                <a:off x="2413923" y="4058666"/>
                <a:ext cx="224119" cy="66900"/>
                <a:chOff x="2413923" y="4058666"/>
                <a:chExt cx="224119" cy="66900"/>
              </a:xfrm>
            </p:grpSpPr>
            <p:sp>
              <p:nvSpPr>
                <p:cNvPr id="8086" name="Google Shape;8086;p64"/>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87" name="Google Shape;8087;p64"/>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088" name="Google Shape;8088;p64"/>
              <p:cNvGrpSpPr/>
              <p:nvPr/>
            </p:nvGrpSpPr>
            <p:grpSpPr>
              <a:xfrm>
                <a:off x="3564643" y="4058666"/>
                <a:ext cx="223397" cy="66900"/>
                <a:chOff x="3564643" y="4058666"/>
                <a:chExt cx="223397" cy="66900"/>
              </a:xfrm>
            </p:grpSpPr>
            <p:sp>
              <p:nvSpPr>
                <p:cNvPr id="8089" name="Google Shape;8089;p64"/>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90" name="Google Shape;8090;p64"/>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091" name="Google Shape;8091;p64"/>
            <p:cNvGrpSpPr/>
            <p:nvPr/>
          </p:nvGrpSpPr>
          <p:grpSpPr>
            <a:xfrm>
              <a:off x="2633353" y="3965763"/>
              <a:ext cx="933975" cy="445687"/>
              <a:chOff x="2633353" y="3965763"/>
              <a:chExt cx="933975" cy="445687"/>
            </a:xfrm>
          </p:grpSpPr>
          <p:sp>
            <p:nvSpPr>
              <p:cNvPr id="8092" name="Google Shape;8092;p64"/>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64"/>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94" name="Google Shape;8094;p64"/>
          <p:cNvGrpSpPr/>
          <p:nvPr/>
        </p:nvGrpSpPr>
        <p:grpSpPr>
          <a:xfrm>
            <a:off x="6392784" y="1044372"/>
            <a:ext cx="1131087" cy="587383"/>
            <a:chOff x="238125" y="999450"/>
            <a:chExt cx="7140700" cy="3708225"/>
          </a:xfrm>
        </p:grpSpPr>
        <p:sp>
          <p:nvSpPr>
            <p:cNvPr id="8095" name="Google Shape;8095;p64"/>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64"/>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64"/>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64"/>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64"/>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64"/>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64"/>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64"/>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64"/>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4" name="Google Shape;8104;p64"/>
          <p:cNvGrpSpPr/>
          <p:nvPr/>
        </p:nvGrpSpPr>
        <p:grpSpPr>
          <a:xfrm>
            <a:off x="3744234" y="3493867"/>
            <a:ext cx="1375854" cy="678131"/>
            <a:chOff x="3913765" y="3641905"/>
            <a:chExt cx="1522805" cy="750560"/>
          </a:xfrm>
        </p:grpSpPr>
        <p:grpSp>
          <p:nvGrpSpPr>
            <p:cNvPr id="8105" name="Google Shape;8105;p64"/>
            <p:cNvGrpSpPr/>
            <p:nvPr/>
          </p:nvGrpSpPr>
          <p:grpSpPr>
            <a:xfrm>
              <a:off x="3913765" y="3997002"/>
              <a:ext cx="1522805" cy="395463"/>
              <a:chOff x="3913765" y="3997002"/>
              <a:chExt cx="1522805" cy="395463"/>
            </a:xfrm>
          </p:grpSpPr>
          <p:grpSp>
            <p:nvGrpSpPr>
              <p:cNvPr id="8106" name="Google Shape;8106;p64"/>
              <p:cNvGrpSpPr/>
              <p:nvPr/>
            </p:nvGrpSpPr>
            <p:grpSpPr>
              <a:xfrm>
                <a:off x="3913765" y="4138659"/>
                <a:ext cx="507602" cy="253806"/>
                <a:chOff x="3913765" y="4138659"/>
                <a:chExt cx="507602" cy="253806"/>
              </a:xfrm>
            </p:grpSpPr>
            <p:sp>
              <p:nvSpPr>
                <p:cNvPr id="8107" name="Google Shape;8107;p64"/>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64"/>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109" name="Google Shape;8109;p64"/>
              <p:cNvGrpSpPr/>
              <p:nvPr/>
            </p:nvGrpSpPr>
            <p:grpSpPr>
              <a:xfrm>
                <a:off x="4421361" y="3997002"/>
                <a:ext cx="507618" cy="395463"/>
                <a:chOff x="4421361" y="3997002"/>
                <a:chExt cx="507618" cy="395463"/>
              </a:xfrm>
            </p:grpSpPr>
            <p:sp>
              <p:nvSpPr>
                <p:cNvPr id="8110" name="Google Shape;8110;p64"/>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64"/>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2" name="Google Shape;8112;p64"/>
              <p:cNvGrpSpPr/>
              <p:nvPr/>
            </p:nvGrpSpPr>
            <p:grpSpPr>
              <a:xfrm>
                <a:off x="4928973" y="4189418"/>
                <a:ext cx="507596" cy="203047"/>
                <a:chOff x="4928973" y="4189418"/>
                <a:chExt cx="507596" cy="203047"/>
              </a:xfrm>
            </p:grpSpPr>
            <p:sp>
              <p:nvSpPr>
                <p:cNvPr id="8113" name="Google Shape;8113;p64"/>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4"/>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15" name="Google Shape;8115;p64"/>
            <p:cNvGrpSpPr/>
            <p:nvPr/>
          </p:nvGrpSpPr>
          <p:grpSpPr>
            <a:xfrm>
              <a:off x="4482186" y="3641905"/>
              <a:ext cx="397605" cy="349784"/>
              <a:chOff x="2906375" y="1159725"/>
              <a:chExt cx="1860575" cy="1636800"/>
            </a:xfrm>
          </p:grpSpPr>
          <p:sp>
            <p:nvSpPr>
              <p:cNvPr id="8116" name="Google Shape;8116;p64"/>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4"/>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4"/>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64"/>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20" name="Google Shape;8120;p64"/>
          <p:cNvGrpSpPr/>
          <p:nvPr/>
        </p:nvGrpSpPr>
        <p:grpSpPr>
          <a:xfrm>
            <a:off x="6528943" y="1853793"/>
            <a:ext cx="940737" cy="721067"/>
            <a:chOff x="6599718" y="2068734"/>
            <a:chExt cx="940737" cy="721067"/>
          </a:xfrm>
        </p:grpSpPr>
        <p:sp>
          <p:nvSpPr>
            <p:cNvPr id="8121" name="Google Shape;8121;p64"/>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64"/>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64"/>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64"/>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64"/>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4"/>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27" name="Google Shape;8127;p64"/>
            <p:cNvGrpSpPr/>
            <p:nvPr/>
          </p:nvGrpSpPr>
          <p:grpSpPr>
            <a:xfrm>
              <a:off x="6836957" y="2068734"/>
              <a:ext cx="461892" cy="721067"/>
              <a:chOff x="6836957" y="2068734"/>
              <a:chExt cx="461892" cy="721067"/>
            </a:xfrm>
          </p:grpSpPr>
          <p:sp>
            <p:nvSpPr>
              <p:cNvPr id="8128" name="Google Shape;8128;p64"/>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64"/>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4"/>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4"/>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4"/>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64"/>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4" name="Google Shape;8134;p64"/>
              <p:cNvGrpSpPr/>
              <p:nvPr/>
            </p:nvGrpSpPr>
            <p:grpSpPr>
              <a:xfrm>
                <a:off x="6836957" y="2068734"/>
                <a:ext cx="461892" cy="721067"/>
                <a:chOff x="6836957" y="2068734"/>
                <a:chExt cx="461892" cy="721067"/>
              </a:xfrm>
            </p:grpSpPr>
            <p:sp>
              <p:nvSpPr>
                <p:cNvPr id="8135" name="Google Shape;8135;p64"/>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64"/>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64"/>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64"/>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64"/>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64"/>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4"/>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142" name="Google Shape;8142;p64"/>
          <p:cNvGrpSpPr/>
          <p:nvPr/>
        </p:nvGrpSpPr>
        <p:grpSpPr>
          <a:xfrm>
            <a:off x="2412262" y="1858139"/>
            <a:ext cx="712577" cy="712374"/>
            <a:chOff x="2559249" y="2069323"/>
            <a:chExt cx="685566" cy="685634"/>
          </a:xfrm>
        </p:grpSpPr>
        <p:sp>
          <p:nvSpPr>
            <p:cNvPr id="8143" name="Google Shape;8143;p64"/>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64"/>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64"/>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64"/>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64"/>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4"/>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64"/>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4"/>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4"/>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4"/>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4"/>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4"/>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64"/>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6" name="Google Shape;8156;p64"/>
          <p:cNvGrpSpPr/>
          <p:nvPr/>
        </p:nvGrpSpPr>
        <p:grpSpPr>
          <a:xfrm>
            <a:off x="7594699" y="970929"/>
            <a:ext cx="845645" cy="711911"/>
            <a:chOff x="951975" y="315800"/>
            <a:chExt cx="5860325" cy="4933550"/>
          </a:xfrm>
        </p:grpSpPr>
        <p:sp>
          <p:nvSpPr>
            <p:cNvPr id="8157" name="Google Shape;8157;p64"/>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4"/>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4"/>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4"/>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64"/>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64"/>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4"/>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64"/>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5" name="Google Shape;8165;p64"/>
          <p:cNvGrpSpPr/>
          <p:nvPr/>
        </p:nvGrpSpPr>
        <p:grpSpPr>
          <a:xfrm>
            <a:off x="3691828" y="2707037"/>
            <a:ext cx="1617932" cy="621724"/>
            <a:chOff x="3862800" y="3038525"/>
            <a:chExt cx="1329006" cy="510698"/>
          </a:xfrm>
        </p:grpSpPr>
        <p:sp>
          <p:nvSpPr>
            <p:cNvPr id="8166" name="Google Shape;8166;p64"/>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64"/>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68" name="Google Shape;8168;p64"/>
            <p:cNvGrpSpPr/>
            <p:nvPr/>
          </p:nvGrpSpPr>
          <p:grpSpPr>
            <a:xfrm>
              <a:off x="3967075" y="3040337"/>
              <a:ext cx="1019927" cy="402126"/>
              <a:chOff x="3967075" y="3040337"/>
              <a:chExt cx="1019927" cy="402126"/>
            </a:xfrm>
          </p:grpSpPr>
          <p:sp>
            <p:nvSpPr>
              <p:cNvPr id="8169" name="Google Shape;8169;p64"/>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4"/>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1" name="Google Shape;8171;p64"/>
            <p:cNvGrpSpPr/>
            <p:nvPr/>
          </p:nvGrpSpPr>
          <p:grpSpPr>
            <a:xfrm>
              <a:off x="4186700" y="3040337"/>
              <a:ext cx="390475" cy="183289"/>
              <a:chOff x="4186700" y="3040337"/>
              <a:chExt cx="390475" cy="183289"/>
            </a:xfrm>
          </p:grpSpPr>
          <p:sp>
            <p:nvSpPr>
              <p:cNvPr id="8172" name="Google Shape;8172;p64"/>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64"/>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4" name="Google Shape;8174;p64"/>
            <p:cNvGrpSpPr/>
            <p:nvPr/>
          </p:nvGrpSpPr>
          <p:grpSpPr>
            <a:xfrm>
              <a:off x="4073727" y="3040337"/>
              <a:ext cx="697794" cy="296263"/>
              <a:chOff x="4073727" y="3040337"/>
              <a:chExt cx="697794" cy="296263"/>
            </a:xfrm>
          </p:grpSpPr>
          <p:sp>
            <p:nvSpPr>
              <p:cNvPr id="8175" name="Google Shape;8175;p64"/>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64"/>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7" name="Google Shape;8177;p64"/>
            <p:cNvGrpSpPr/>
            <p:nvPr/>
          </p:nvGrpSpPr>
          <p:grpSpPr>
            <a:xfrm>
              <a:off x="3862800" y="3038525"/>
              <a:ext cx="1329006" cy="510698"/>
              <a:chOff x="3862800" y="3038525"/>
              <a:chExt cx="1329006" cy="510698"/>
            </a:xfrm>
          </p:grpSpPr>
          <p:sp>
            <p:nvSpPr>
              <p:cNvPr id="8178" name="Google Shape;8178;p64"/>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4"/>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80" name="Google Shape;8180;p64"/>
          <p:cNvGrpSpPr/>
          <p:nvPr/>
        </p:nvGrpSpPr>
        <p:grpSpPr>
          <a:xfrm>
            <a:off x="700150" y="970929"/>
            <a:ext cx="883205" cy="775176"/>
            <a:chOff x="649648" y="271400"/>
            <a:chExt cx="6215377" cy="5455143"/>
          </a:xfrm>
        </p:grpSpPr>
        <p:sp>
          <p:nvSpPr>
            <p:cNvPr id="8181" name="Google Shape;8181;p64"/>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64"/>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64"/>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64"/>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64"/>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64"/>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4"/>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64"/>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64"/>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64"/>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64"/>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64"/>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3" name="Google Shape;8193;p64"/>
          <p:cNvGrpSpPr/>
          <p:nvPr/>
        </p:nvGrpSpPr>
        <p:grpSpPr>
          <a:xfrm>
            <a:off x="2308452" y="970929"/>
            <a:ext cx="767704" cy="815489"/>
            <a:chOff x="2499700" y="1135950"/>
            <a:chExt cx="732402" cy="777990"/>
          </a:xfrm>
        </p:grpSpPr>
        <p:grpSp>
          <p:nvGrpSpPr>
            <p:cNvPr id="8194" name="Google Shape;8194;p64"/>
            <p:cNvGrpSpPr/>
            <p:nvPr/>
          </p:nvGrpSpPr>
          <p:grpSpPr>
            <a:xfrm>
              <a:off x="2499700" y="1135950"/>
              <a:ext cx="732402" cy="694705"/>
              <a:chOff x="2499700" y="1135950"/>
              <a:chExt cx="732402" cy="694705"/>
            </a:xfrm>
          </p:grpSpPr>
          <p:sp>
            <p:nvSpPr>
              <p:cNvPr id="8195" name="Google Shape;8195;p64"/>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64"/>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64"/>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4"/>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64"/>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64"/>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4"/>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4"/>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4"/>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64"/>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64"/>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64"/>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64"/>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4"/>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4"/>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64"/>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64"/>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64"/>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4"/>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4"/>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64"/>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64"/>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64"/>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4"/>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4"/>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4"/>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4"/>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2" name="Google Shape;8222;p64"/>
            <p:cNvGrpSpPr/>
            <p:nvPr/>
          </p:nvGrpSpPr>
          <p:grpSpPr>
            <a:xfrm>
              <a:off x="2517909" y="1188726"/>
              <a:ext cx="702702" cy="725214"/>
              <a:chOff x="2517909" y="1188726"/>
              <a:chExt cx="702702" cy="725214"/>
            </a:xfrm>
          </p:grpSpPr>
          <p:sp>
            <p:nvSpPr>
              <p:cNvPr id="8223" name="Google Shape;8223;p64"/>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64"/>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64"/>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64"/>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4"/>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28" name="Google Shape;8228;p64"/>
          <p:cNvGrpSpPr/>
          <p:nvPr/>
        </p:nvGrpSpPr>
        <p:grpSpPr>
          <a:xfrm>
            <a:off x="1654184" y="970929"/>
            <a:ext cx="583439" cy="870229"/>
            <a:chOff x="1716825" y="1121550"/>
            <a:chExt cx="622800" cy="928938"/>
          </a:xfrm>
        </p:grpSpPr>
        <p:grpSp>
          <p:nvGrpSpPr>
            <p:cNvPr id="8229" name="Google Shape;8229;p64"/>
            <p:cNvGrpSpPr/>
            <p:nvPr/>
          </p:nvGrpSpPr>
          <p:grpSpPr>
            <a:xfrm>
              <a:off x="1716825" y="1121550"/>
              <a:ext cx="622800" cy="928938"/>
              <a:chOff x="1716825" y="1121550"/>
              <a:chExt cx="622800" cy="928938"/>
            </a:xfrm>
          </p:grpSpPr>
          <p:cxnSp>
            <p:nvCxnSpPr>
              <p:cNvPr id="8230" name="Google Shape;8230;p64"/>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231" name="Google Shape;8231;p64"/>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2" name="Google Shape;8232;p64"/>
            <p:cNvGrpSpPr/>
            <p:nvPr/>
          </p:nvGrpSpPr>
          <p:grpSpPr>
            <a:xfrm>
              <a:off x="1768050" y="1172775"/>
              <a:ext cx="520200" cy="832000"/>
              <a:chOff x="1768050" y="1172775"/>
              <a:chExt cx="520200" cy="832000"/>
            </a:xfrm>
          </p:grpSpPr>
          <p:cxnSp>
            <p:nvCxnSpPr>
              <p:cNvPr id="8233" name="Google Shape;8233;p64"/>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234" name="Google Shape;8234;p64"/>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5" name="Google Shape;8235;p64"/>
            <p:cNvGrpSpPr/>
            <p:nvPr/>
          </p:nvGrpSpPr>
          <p:grpSpPr>
            <a:xfrm>
              <a:off x="1820100" y="1225475"/>
              <a:ext cx="416400" cy="729575"/>
              <a:chOff x="1820100" y="1225475"/>
              <a:chExt cx="416400" cy="729575"/>
            </a:xfrm>
          </p:grpSpPr>
          <p:cxnSp>
            <p:nvCxnSpPr>
              <p:cNvPr id="8236" name="Google Shape;8236;p64"/>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237" name="Google Shape;8237;p64"/>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8" name="Google Shape;8238;p64"/>
            <p:cNvGrpSpPr/>
            <p:nvPr/>
          </p:nvGrpSpPr>
          <p:grpSpPr>
            <a:xfrm>
              <a:off x="1874250" y="1278825"/>
              <a:ext cx="308100" cy="605275"/>
              <a:chOff x="1874250" y="1278825"/>
              <a:chExt cx="308100" cy="605275"/>
            </a:xfrm>
          </p:grpSpPr>
          <p:cxnSp>
            <p:nvCxnSpPr>
              <p:cNvPr id="8239" name="Google Shape;8239;p64"/>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240" name="Google Shape;8240;p64"/>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41" name="Google Shape;8241;p64"/>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2" name="Google Shape;8242;p64"/>
          <p:cNvGrpSpPr/>
          <p:nvPr/>
        </p:nvGrpSpPr>
        <p:grpSpPr>
          <a:xfrm>
            <a:off x="1574007" y="1857250"/>
            <a:ext cx="739072" cy="714152"/>
            <a:chOff x="4334725" y="1355875"/>
            <a:chExt cx="3106650" cy="3001900"/>
          </a:xfrm>
        </p:grpSpPr>
        <p:grpSp>
          <p:nvGrpSpPr>
            <p:cNvPr id="8243" name="Google Shape;8243;p64"/>
            <p:cNvGrpSpPr/>
            <p:nvPr/>
          </p:nvGrpSpPr>
          <p:grpSpPr>
            <a:xfrm>
              <a:off x="4516050" y="1724875"/>
              <a:ext cx="2693725" cy="2632900"/>
              <a:chOff x="4516050" y="1724875"/>
              <a:chExt cx="2693725" cy="2632900"/>
            </a:xfrm>
          </p:grpSpPr>
          <p:sp>
            <p:nvSpPr>
              <p:cNvPr id="8244" name="Google Shape;8244;p64"/>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64"/>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4"/>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7" name="Google Shape;8247;p64"/>
            <p:cNvGrpSpPr/>
            <p:nvPr/>
          </p:nvGrpSpPr>
          <p:grpSpPr>
            <a:xfrm>
              <a:off x="4334725" y="1355875"/>
              <a:ext cx="3106650" cy="2709650"/>
              <a:chOff x="4334725" y="1355875"/>
              <a:chExt cx="3106650" cy="2709650"/>
            </a:xfrm>
          </p:grpSpPr>
          <p:sp>
            <p:nvSpPr>
              <p:cNvPr id="8248" name="Google Shape;8248;p64"/>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64"/>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64"/>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51" name="Google Shape;8251;p64"/>
          <p:cNvGrpSpPr/>
          <p:nvPr/>
        </p:nvGrpSpPr>
        <p:grpSpPr>
          <a:xfrm>
            <a:off x="7690956" y="3488021"/>
            <a:ext cx="312074" cy="684173"/>
            <a:chOff x="7645573" y="3754300"/>
            <a:chExt cx="293855" cy="644170"/>
          </a:xfrm>
        </p:grpSpPr>
        <p:sp>
          <p:nvSpPr>
            <p:cNvPr id="8252" name="Google Shape;8252;p64"/>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64"/>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4" name="Google Shape;8254;p64"/>
          <p:cNvGrpSpPr/>
          <p:nvPr/>
        </p:nvGrpSpPr>
        <p:grpSpPr>
          <a:xfrm>
            <a:off x="5612944" y="970929"/>
            <a:ext cx="709011" cy="739359"/>
            <a:chOff x="5830645" y="1256617"/>
            <a:chExt cx="530340" cy="553040"/>
          </a:xfrm>
        </p:grpSpPr>
        <p:grpSp>
          <p:nvGrpSpPr>
            <p:cNvPr id="8255" name="Google Shape;8255;p64"/>
            <p:cNvGrpSpPr/>
            <p:nvPr/>
          </p:nvGrpSpPr>
          <p:grpSpPr>
            <a:xfrm>
              <a:off x="5830645" y="1256617"/>
              <a:ext cx="259743" cy="269909"/>
              <a:chOff x="5830645" y="1256617"/>
              <a:chExt cx="259743" cy="269909"/>
            </a:xfrm>
          </p:grpSpPr>
          <p:sp>
            <p:nvSpPr>
              <p:cNvPr id="8256" name="Google Shape;8256;p64"/>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64"/>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8" name="Google Shape;8258;p64"/>
            <p:cNvGrpSpPr/>
            <p:nvPr/>
          </p:nvGrpSpPr>
          <p:grpSpPr>
            <a:xfrm>
              <a:off x="6101293" y="1256617"/>
              <a:ext cx="259692" cy="269909"/>
              <a:chOff x="6101293" y="1256617"/>
              <a:chExt cx="259692" cy="269909"/>
            </a:xfrm>
          </p:grpSpPr>
          <p:sp>
            <p:nvSpPr>
              <p:cNvPr id="8259" name="Google Shape;8259;p64"/>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64"/>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1" name="Google Shape;8261;p64"/>
            <p:cNvGrpSpPr/>
            <p:nvPr/>
          </p:nvGrpSpPr>
          <p:grpSpPr>
            <a:xfrm>
              <a:off x="5830645" y="1539749"/>
              <a:ext cx="259692" cy="269909"/>
              <a:chOff x="5830645" y="1539749"/>
              <a:chExt cx="259692" cy="269909"/>
            </a:xfrm>
          </p:grpSpPr>
          <p:sp>
            <p:nvSpPr>
              <p:cNvPr id="8262" name="Google Shape;8262;p64"/>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64"/>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4" name="Google Shape;8264;p64"/>
            <p:cNvGrpSpPr/>
            <p:nvPr/>
          </p:nvGrpSpPr>
          <p:grpSpPr>
            <a:xfrm>
              <a:off x="6101293" y="1539749"/>
              <a:ext cx="259692" cy="269909"/>
              <a:chOff x="6101293" y="1539749"/>
              <a:chExt cx="259692" cy="269909"/>
            </a:xfrm>
          </p:grpSpPr>
          <p:sp>
            <p:nvSpPr>
              <p:cNvPr id="8265" name="Google Shape;8265;p64"/>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64"/>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67" name="Google Shape;8267;p64"/>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8" name="Google Shape;8268;p64"/>
          <p:cNvGrpSpPr/>
          <p:nvPr/>
        </p:nvGrpSpPr>
        <p:grpSpPr>
          <a:xfrm>
            <a:off x="714438" y="2707044"/>
            <a:ext cx="1452955" cy="621360"/>
            <a:chOff x="732422" y="2990152"/>
            <a:chExt cx="1337773" cy="572102"/>
          </a:xfrm>
        </p:grpSpPr>
        <p:sp>
          <p:nvSpPr>
            <p:cNvPr id="8269" name="Google Shape;8269;p64"/>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64"/>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64"/>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64"/>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64"/>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64"/>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0">
  <p:cSld>
    <p:spTree>
      <p:nvGrpSpPr>
        <p:cNvPr id="1" name="Shape 8278"/>
        <p:cNvGrpSpPr/>
        <p:nvPr/>
      </p:nvGrpSpPr>
      <p:grpSpPr>
        <a:xfrm>
          <a:off x="0" y="0"/>
          <a:ext cx="0" cy="0"/>
          <a:chOff x="0" y="0"/>
          <a:chExt cx="0" cy="0"/>
        </a:xfrm>
      </p:grpSpPr>
      <p:grpSp>
        <p:nvGrpSpPr>
          <p:cNvPr id="8279" name="Google Shape;8279;p65"/>
          <p:cNvGrpSpPr/>
          <p:nvPr/>
        </p:nvGrpSpPr>
        <p:grpSpPr>
          <a:xfrm>
            <a:off x="708575" y="965865"/>
            <a:ext cx="1636117" cy="1526144"/>
            <a:chOff x="729238" y="1179665"/>
            <a:chExt cx="1636117" cy="1526144"/>
          </a:xfrm>
        </p:grpSpPr>
        <p:grpSp>
          <p:nvGrpSpPr>
            <p:cNvPr id="8280" name="Google Shape;8280;p65"/>
            <p:cNvGrpSpPr/>
            <p:nvPr/>
          </p:nvGrpSpPr>
          <p:grpSpPr>
            <a:xfrm>
              <a:off x="729238" y="1179665"/>
              <a:ext cx="80700" cy="1526144"/>
              <a:chOff x="729238" y="1179665"/>
              <a:chExt cx="80700" cy="1526144"/>
            </a:xfrm>
          </p:grpSpPr>
          <p:sp>
            <p:nvSpPr>
              <p:cNvPr id="8281" name="Google Shape;8281;p65"/>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5"/>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65"/>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65"/>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5"/>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65"/>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65"/>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65"/>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65"/>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65"/>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1" name="Google Shape;8291;p65"/>
            <p:cNvGrpSpPr/>
            <p:nvPr/>
          </p:nvGrpSpPr>
          <p:grpSpPr>
            <a:xfrm>
              <a:off x="903098" y="1179665"/>
              <a:ext cx="80700" cy="1526144"/>
              <a:chOff x="903098" y="1179665"/>
              <a:chExt cx="80700" cy="1526144"/>
            </a:xfrm>
          </p:grpSpPr>
          <p:sp>
            <p:nvSpPr>
              <p:cNvPr id="8292" name="Google Shape;8292;p65"/>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65"/>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65"/>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5"/>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5"/>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65"/>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5"/>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5"/>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5"/>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5"/>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2" name="Google Shape;8302;p65"/>
            <p:cNvGrpSpPr/>
            <p:nvPr/>
          </p:nvGrpSpPr>
          <p:grpSpPr>
            <a:xfrm>
              <a:off x="1076958" y="1179665"/>
              <a:ext cx="80700" cy="1526144"/>
              <a:chOff x="1076958" y="1179665"/>
              <a:chExt cx="80700" cy="1526144"/>
            </a:xfrm>
          </p:grpSpPr>
          <p:sp>
            <p:nvSpPr>
              <p:cNvPr id="8303" name="Google Shape;8303;p65"/>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65"/>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65"/>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65"/>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65"/>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65"/>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5"/>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65"/>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65"/>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5"/>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3" name="Google Shape;8313;p65"/>
            <p:cNvGrpSpPr/>
            <p:nvPr/>
          </p:nvGrpSpPr>
          <p:grpSpPr>
            <a:xfrm>
              <a:off x="1247707" y="1179665"/>
              <a:ext cx="80700" cy="1526144"/>
              <a:chOff x="1247707" y="1179665"/>
              <a:chExt cx="80700" cy="1526144"/>
            </a:xfrm>
          </p:grpSpPr>
          <p:sp>
            <p:nvSpPr>
              <p:cNvPr id="8314" name="Google Shape;8314;p65"/>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65"/>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65"/>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65"/>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65"/>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65"/>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65"/>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65"/>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5"/>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65"/>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4" name="Google Shape;8324;p65"/>
            <p:cNvGrpSpPr/>
            <p:nvPr/>
          </p:nvGrpSpPr>
          <p:grpSpPr>
            <a:xfrm>
              <a:off x="1421567" y="1179665"/>
              <a:ext cx="80700" cy="1526144"/>
              <a:chOff x="1421567" y="1179665"/>
              <a:chExt cx="80700" cy="1526144"/>
            </a:xfrm>
          </p:grpSpPr>
          <p:sp>
            <p:nvSpPr>
              <p:cNvPr id="8325" name="Google Shape;8325;p65"/>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65"/>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65"/>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65"/>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65"/>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65"/>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65"/>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5"/>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5"/>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65"/>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5" name="Google Shape;8335;p65"/>
            <p:cNvGrpSpPr/>
            <p:nvPr/>
          </p:nvGrpSpPr>
          <p:grpSpPr>
            <a:xfrm>
              <a:off x="1592327" y="1179665"/>
              <a:ext cx="80700" cy="1526144"/>
              <a:chOff x="1592327" y="1179665"/>
              <a:chExt cx="80700" cy="1526144"/>
            </a:xfrm>
          </p:grpSpPr>
          <p:sp>
            <p:nvSpPr>
              <p:cNvPr id="8336" name="Google Shape;8336;p65"/>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65"/>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65"/>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65"/>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65"/>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65"/>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65"/>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65"/>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65"/>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65"/>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6" name="Google Shape;8346;p65"/>
            <p:cNvGrpSpPr/>
            <p:nvPr/>
          </p:nvGrpSpPr>
          <p:grpSpPr>
            <a:xfrm>
              <a:off x="1766187" y="1179665"/>
              <a:ext cx="80700" cy="1526144"/>
              <a:chOff x="1766187" y="1179665"/>
              <a:chExt cx="80700" cy="1526144"/>
            </a:xfrm>
          </p:grpSpPr>
          <p:sp>
            <p:nvSpPr>
              <p:cNvPr id="8347" name="Google Shape;8347;p65"/>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65"/>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5"/>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65"/>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65"/>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5"/>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65"/>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65"/>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5"/>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5"/>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7" name="Google Shape;8357;p65"/>
            <p:cNvGrpSpPr/>
            <p:nvPr/>
          </p:nvGrpSpPr>
          <p:grpSpPr>
            <a:xfrm>
              <a:off x="1936935" y="1179665"/>
              <a:ext cx="80700" cy="1526144"/>
              <a:chOff x="1936935" y="1179665"/>
              <a:chExt cx="80700" cy="1526144"/>
            </a:xfrm>
          </p:grpSpPr>
          <p:sp>
            <p:nvSpPr>
              <p:cNvPr id="8358" name="Google Shape;8358;p65"/>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65"/>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65"/>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65"/>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65"/>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65"/>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65"/>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65"/>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5"/>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65"/>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8" name="Google Shape;8368;p65"/>
            <p:cNvGrpSpPr/>
            <p:nvPr/>
          </p:nvGrpSpPr>
          <p:grpSpPr>
            <a:xfrm>
              <a:off x="2110795" y="1179665"/>
              <a:ext cx="80700" cy="1526144"/>
              <a:chOff x="2110795" y="1179665"/>
              <a:chExt cx="80700" cy="1526144"/>
            </a:xfrm>
          </p:grpSpPr>
          <p:sp>
            <p:nvSpPr>
              <p:cNvPr id="8369" name="Google Shape;8369;p65"/>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65"/>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65"/>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65"/>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5"/>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5"/>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65"/>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65"/>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65"/>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65"/>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9" name="Google Shape;8379;p65"/>
            <p:cNvGrpSpPr/>
            <p:nvPr/>
          </p:nvGrpSpPr>
          <p:grpSpPr>
            <a:xfrm>
              <a:off x="2284655" y="1179665"/>
              <a:ext cx="80700" cy="1526144"/>
              <a:chOff x="2284655" y="1179665"/>
              <a:chExt cx="80700" cy="1526144"/>
            </a:xfrm>
          </p:grpSpPr>
          <p:sp>
            <p:nvSpPr>
              <p:cNvPr id="8380" name="Google Shape;8380;p65"/>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65"/>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65"/>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65"/>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65"/>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65"/>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65"/>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65"/>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65"/>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65"/>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90" name="Google Shape;8390;p65"/>
          <p:cNvGrpSpPr/>
          <p:nvPr/>
        </p:nvGrpSpPr>
        <p:grpSpPr>
          <a:xfrm>
            <a:off x="2603242" y="985003"/>
            <a:ext cx="1364248" cy="1102133"/>
            <a:chOff x="2623904" y="1198803"/>
            <a:chExt cx="1364248" cy="1102133"/>
          </a:xfrm>
        </p:grpSpPr>
        <p:grpSp>
          <p:nvGrpSpPr>
            <p:cNvPr id="8391" name="Google Shape;8391;p65"/>
            <p:cNvGrpSpPr/>
            <p:nvPr/>
          </p:nvGrpSpPr>
          <p:grpSpPr>
            <a:xfrm>
              <a:off x="2623907" y="1198803"/>
              <a:ext cx="1364245" cy="273000"/>
              <a:chOff x="2623907" y="1198803"/>
              <a:chExt cx="1364245" cy="273000"/>
            </a:xfrm>
          </p:grpSpPr>
          <p:sp>
            <p:nvSpPr>
              <p:cNvPr id="8392" name="Google Shape;8392;p65"/>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65"/>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5"/>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65"/>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65"/>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7" name="Google Shape;8397;p65"/>
            <p:cNvGrpSpPr/>
            <p:nvPr/>
          </p:nvGrpSpPr>
          <p:grpSpPr>
            <a:xfrm>
              <a:off x="2623904" y="1476964"/>
              <a:ext cx="1364245" cy="273000"/>
              <a:chOff x="2623904" y="1476964"/>
              <a:chExt cx="1364245" cy="273000"/>
            </a:xfrm>
          </p:grpSpPr>
          <p:sp>
            <p:nvSpPr>
              <p:cNvPr id="8398" name="Google Shape;8398;p65"/>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65"/>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5"/>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65"/>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65"/>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3" name="Google Shape;8403;p65"/>
            <p:cNvGrpSpPr/>
            <p:nvPr/>
          </p:nvGrpSpPr>
          <p:grpSpPr>
            <a:xfrm>
              <a:off x="2623907" y="1749775"/>
              <a:ext cx="1364245" cy="273000"/>
              <a:chOff x="2623907" y="1749775"/>
              <a:chExt cx="1364245" cy="273000"/>
            </a:xfrm>
          </p:grpSpPr>
          <p:sp>
            <p:nvSpPr>
              <p:cNvPr id="8404" name="Google Shape;8404;p65"/>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5"/>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5"/>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5"/>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65"/>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9" name="Google Shape;8409;p65"/>
            <p:cNvGrpSpPr/>
            <p:nvPr/>
          </p:nvGrpSpPr>
          <p:grpSpPr>
            <a:xfrm>
              <a:off x="2623904" y="2027936"/>
              <a:ext cx="1364245" cy="273000"/>
              <a:chOff x="2623904" y="2027936"/>
              <a:chExt cx="1364245" cy="273000"/>
            </a:xfrm>
          </p:grpSpPr>
          <p:sp>
            <p:nvSpPr>
              <p:cNvPr id="8410" name="Google Shape;8410;p65"/>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5"/>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5"/>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5"/>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5"/>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15" name="Google Shape;8415;p65"/>
          <p:cNvGrpSpPr/>
          <p:nvPr/>
        </p:nvGrpSpPr>
        <p:grpSpPr>
          <a:xfrm>
            <a:off x="2592703" y="2444186"/>
            <a:ext cx="1387541" cy="159124"/>
            <a:chOff x="3200660" y="2180272"/>
            <a:chExt cx="2563824" cy="378237"/>
          </a:xfrm>
        </p:grpSpPr>
        <p:sp>
          <p:nvSpPr>
            <p:cNvPr id="8416" name="Google Shape;8416;p65"/>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5"/>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65"/>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5"/>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5"/>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5"/>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5"/>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65"/>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65"/>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65"/>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5"/>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5"/>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5"/>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65"/>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5"/>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5"/>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65"/>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65"/>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4" name="Google Shape;8434;p65"/>
          <p:cNvGrpSpPr/>
          <p:nvPr/>
        </p:nvGrpSpPr>
        <p:grpSpPr>
          <a:xfrm>
            <a:off x="2589227" y="2722011"/>
            <a:ext cx="1390502" cy="159625"/>
            <a:chOff x="3530150" y="2790075"/>
            <a:chExt cx="1962600" cy="225300"/>
          </a:xfrm>
        </p:grpSpPr>
        <p:sp>
          <p:nvSpPr>
            <p:cNvPr id="8435" name="Google Shape;8435;p65"/>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5"/>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7" name="Google Shape;8437;p65"/>
          <p:cNvGrpSpPr/>
          <p:nvPr/>
        </p:nvGrpSpPr>
        <p:grpSpPr>
          <a:xfrm>
            <a:off x="2589880" y="3000337"/>
            <a:ext cx="1411629" cy="153761"/>
            <a:chOff x="3558802" y="4011427"/>
            <a:chExt cx="1866000" cy="111300"/>
          </a:xfrm>
        </p:grpSpPr>
        <p:sp>
          <p:nvSpPr>
            <p:cNvPr id="8438" name="Google Shape;8438;p65"/>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5"/>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0" name="Google Shape;8440;p65"/>
          <p:cNvGrpSpPr/>
          <p:nvPr/>
        </p:nvGrpSpPr>
        <p:grpSpPr>
          <a:xfrm>
            <a:off x="2589573" y="2205736"/>
            <a:ext cx="1383503" cy="119749"/>
            <a:chOff x="3465975" y="2270276"/>
            <a:chExt cx="1986364" cy="171929"/>
          </a:xfrm>
        </p:grpSpPr>
        <p:sp>
          <p:nvSpPr>
            <p:cNvPr id="8441" name="Google Shape;8441;p65"/>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65"/>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65"/>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5"/>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5"/>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5"/>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65"/>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5"/>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9" name="Google Shape;8449;p65"/>
          <p:cNvGrpSpPr/>
          <p:nvPr/>
        </p:nvGrpSpPr>
        <p:grpSpPr>
          <a:xfrm>
            <a:off x="2600580" y="3569387"/>
            <a:ext cx="1369531" cy="195460"/>
            <a:chOff x="723300" y="4253549"/>
            <a:chExt cx="2276482" cy="324900"/>
          </a:xfrm>
        </p:grpSpPr>
        <p:sp>
          <p:nvSpPr>
            <p:cNvPr id="8450" name="Google Shape;8450;p65"/>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5"/>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5"/>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65"/>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5"/>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5" name="Google Shape;8455;p65"/>
          <p:cNvGrpSpPr/>
          <p:nvPr/>
        </p:nvGrpSpPr>
        <p:grpSpPr>
          <a:xfrm>
            <a:off x="2590141" y="3270567"/>
            <a:ext cx="1389066" cy="180119"/>
            <a:chOff x="705948" y="3788465"/>
            <a:chExt cx="2308953" cy="299400"/>
          </a:xfrm>
        </p:grpSpPr>
        <p:sp>
          <p:nvSpPr>
            <p:cNvPr id="8456" name="Google Shape;8456;p65"/>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65"/>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5"/>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5"/>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65"/>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1" name="Google Shape;8461;p65"/>
          <p:cNvGrpSpPr/>
          <p:nvPr/>
        </p:nvGrpSpPr>
        <p:grpSpPr>
          <a:xfrm>
            <a:off x="2638078" y="3883547"/>
            <a:ext cx="1304609" cy="294074"/>
            <a:chOff x="2658741" y="4097347"/>
            <a:chExt cx="1304609" cy="294074"/>
          </a:xfrm>
        </p:grpSpPr>
        <p:grpSp>
          <p:nvGrpSpPr>
            <p:cNvPr id="8462" name="Google Shape;8462;p65"/>
            <p:cNvGrpSpPr/>
            <p:nvPr/>
          </p:nvGrpSpPr>
          <p:grpSpPr>
            <a:xfrm>
              <a:off x="2658741" y="4097347"/>
              <a:ext cx="118572" cy="294074"/>
              <a:chOff x="3343310" y="4475555"/>
              <a:chExt cx="127717" cy="316753"/>
            </a:xfrm>
          </p:grpSpPr>
          <p:sp>
            <p:nvSpPr>
              <p:cNvPr id="8463" name="Google Shape;8463;p6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5" name="Google Shape;8465;p65"/>
            <p:cNvGrpSpPr/>
            <p:nvPr/>
          </p:nvGrpSpPr>
          <p:grpSpPr>
            <a:xfrm>
              <a:off x="3815519" y="4098388"/>
              <a:ext cx="147831" cy="291991"/>
              <a:chOff x="3527539" y="4476677"/>
              <a:chExt cx="159232" cy="314510"/>
            </a:xfrm>
          </p:grpSpPr>
          <p:sp>
            <p:nvSpPr>
              <p:cNvPr id="8466" name="Google Shape;8466;p6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8" name="Google Shape;8468;p65"/>
            <p:cNvGrpSpPr/>
            <p:nvPr/>
          </p:nvGrpSpPr>
          <p:grpSpPr>
            <a:xfrm>
              <a:off x="3511696" y="4098388"/>
              <a:ext cx="147831" cy="291991"/>
              <a:chOff x="3527539" y="4476677"/>
              <a:chExt cx="159232" cy="314510"/>
            </a:xfrm>
          </p:grpSpPr>
          <p:sp>
            <p:nvSpPr>
              <p:cNvPr id="8469" name="Google Shape;8469;p6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6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1" name="Google Shape;8471;p65"/>
            <p:cNvGrpSpPr/>
            <p:nvPr/>
          </p:nvGrpSpPr>
          <p:grpSpPr>
            <a:xfrm>
              <a:off x="3207874" y="4098388"/>
              <a:ext cx="147831" cy="291991"/>
              <a:chOff x="3527539" y="4476677"/>
              <a:chExt cx="159232" cy="314510"/>
            </a:xfrm>
          </p:grpSpPr>
          <p:sp>
            <p:nvSpPr>
              <p:cNvPr id="8472" name="Google Shape;8472;p6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4" name="Google Shape;8474;p65"/>
            <p:cNvGrpSpPr/>
            <p:nvPr/>
          </p:nvGrpSpPr>
          <p:grpSpPr>
            <a:xfrm>
              <a:off x="2933305" y="4097347"/>
              <a:ext cx="118572" cy="294074"/>
              <a:chOff x="3343310" y="4475555"/>
              <a:chExt cx="127717" cy="316753"/>
            </a:xfrm>
          </p:grpSpPr>
          <p:sp>
            <p:nvSpPr>
              <p:cNvPr id="8475" name="Google Shape;8475;p6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6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77" name="Google Shape;8477;p65"/>
          <p:cNvGrpSpPr/>
          <p:nvPr/>
        </p:nvGrpSpPr>
        <p:grpSpPr>
          <a:xfrm>
            <a:off x="4256908" y="1866669"/>
            <a:ext cx="1433821" cy="191501"/>
            <a:chOff x="4273350" y="2080469"/>
            <a:chExt cx="1433821" cy="191501"/>
          </a:xfrm>
        </p:grpSpPr>
        <p:grpSp>
          <p:nvGrpSpPr>
            <p:cNvPr id="8478" name="Google Shape;8478;p65"/>
            <p:cNvGrpSpPr/>
            <p:nvPr/>
          </p:nvGrpSpPr>
          <p:grpSpPr>
            <a:xfrm>
              <a:off x="4273350" y="2080469"/>
              <a:ext cx="1433821" cy="0"/>
              <a:chOff x="5224975" y="2962250"/>
              <a:chExt cx="1544400" cy="0"/>
            </a:xfrm>
          </p:grpSpPr>
          <p:cxnSp>
            <p:nvCxnSpPr>
              <p:cNvPr id="8479" name="Google Shape;8479;p65"/>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480" name="Google Shape;8480;p65"/>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481" name="Google Shape;8481;p65"/>
            <p:cNvGrpSpPr/>
            <p:nvPr/>
          </p:nvGrpSpPr>
          <p:grpSpPr>
            <a:xfrm>
              <a:off x="4273350" y="2271969"/>
              <a:ext cx="1433821" cy="0"/>
              <a:chOff x="5224975" y="2962250"/>
              <a:chExt cx="1544400" cy="0"/>
            </a:xfrm>
          </p:grpSpPr>
          <p:cxnSp>
            <p:nvCxnSpPr>
              <p:cNvPr id="8482" name="Google Shape;8482;p65"/>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483" name="Google Shape;8483;p65"/>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484" name="Google Shape;8484;p65"/>
          <p:cNvGrpSpPr/>
          <p:nvPr/>
        </p:nvGrpSpPr>
        <p:grpSpPr>
          <a:xfrm>
            <a:off x="4258463" y="969236"/>
            <a:ext cx="1430711" cy="743389"/>
            <a:chOff x="5159450" y="1919950"/>
            <a:chExt cx="1541050" cy="862500"/>
          </a:xfrm>
        </p:grpSpPr>
        <p:sp>
          <p:nvSpPr>
            <p:cNvPr id="8485" name="Google Shape;8485;p65"/>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8486" name="Google Shape;8486;p65"/>
            <p:cNvGrpSpPr/>
            <p:nvPr/>
          </p:nvGrpSpPr>
          <p:grpSpPr>
            <a:xfrm>
              <a:off x="5159450" y="1919950"/>
              <a:ext cx="1541050" cy="862500"/>
              <a:chOff x="5159450" y="1919950"/>
              <a:chExt cx="1541050" cy="862500"/>
            </a:xfrm>
          </p:grpSpPr>
          <p:cxnSp>
            <p:nvCxnSpPr>
              <p:cNvPr id="8487" name="Google Shape;8487;p65"/>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488" name="Google Shape;8488;p65"/>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489" name="Google Shape;8489;p65"/>
          <p:cNvGrpSpPr/>
          <p:nvPr/>
        </p:nvGrpSpPr>
        <p:grpSpPr>
          <a:xfrm>
            <a:off x="4248577" y="2192564"/>
            <a:ext cx="1450484" cy="1052087"/>
            <a:chOff x="5230575" y="1554475"/>
            <a:chExt cx="2137150" cy="1550150"/>
          </a:xfrm>
        </p:grpSpPr>
        <p:sp>
          <p:nvSpPr>
            <p:cNvPr id="8490" name="Google Shape;8490;p65"/>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5"/>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5"/>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65"/>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65"/>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65"/>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5"/>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65"/>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5"/>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5"/>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65"/>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65"/>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65"/>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3" name="Google Shape;8503;p65"/>
          <p:cNvGrpSpPr/>
          <p:nvPr/>
        </p:nvGrpSpPr>
        <p:grpSpPr>
          <a:xfrm rot="10800000">
            <a:off x="4265127" y="3284753"/>
            <a:ext cx="1417383" cy="887946"/>
            <a:chOff x="5645403" y="2920021"/>
            <a:chExt cx="2650800" cy="2180614"/>
          </a:xfrm>
        </p:grpSpPr>
        <p:sp>
          <p:nvSpPr>
            <p:cNvPr id="8504" name="Google Shape;8504;p65"/>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05" name="Google Shape;8505;p65"/>
            <p:cNvCxnSpPr>
              <a:stCxn id="850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506" name="Google Shape;8506;p65"/>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07" name="Google Shape;8507;p65"/>
            <p:cNvCxnSpPr>
              <a:endCxn id="8506"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8508" name="Google Shape;8508;p65"/>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09" name="Google Shape;8509;p65"/>
            <p:cNvCxnSpPr>
              <a:stCxn id="8508"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510" name="Google Shape;8510;p65"/>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11" name="Google Shape;8511;p65"/>
            <p:cNvCxnSpPr>
              <a:endCxn id="851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512" name="Google Shape;8512;p65"/>
          <p:cNvGrpSpPr/>
          <p:nvPr/>
        </p:nvGrpSpPr>
        <p:grpSpPr>
          <a:xfrm>
            <a:off x="7365487" y="2188108"/>
            <a:ext cx="1071743" cy="1021579"/>
            <a:chOff x="7189833" y="2022667"/>
            <a:chExt cx="1251159" cy="1192597"/>
          </a:xfrm>
        </p:grpSpPr>
        <p:sp>
          <p:nvSpPr>
            <p:cNvPr id="8513" name="Google Shape;8513;p65"/>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65"/>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65"/>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65"/>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7" name="Google Shape;8517;p65"/>
          <p:cNvGrpSpPr/>
          <p:nvPr/>
        </p:nvGrpSpPr>
        <p:grpSpPr>
          <a:xfrm>
            <a:off x="706758" y="2614515"/>
            <a:ext cx="1695374" cy="1560837"/>
            <a:chOff x="727421" y="2828315"/>
            <a:chExt cx="1695374" cy="1560837"/>
          </a:xfrm>
        </p:grpSpPr>
        <p:grpSp>
          <p:nvGrpSpPr>
            <p:cNvPr id="8518" name="Google Shape;8518;p65"/>
            <p:cNvGrpSpPr/>
            <p:nvPr/>
          </p:nvGrpSpPr>
          <p:grpSpPr>
            <a:xfrm>
              <a:off x="819108" y="2882501"/>
              <a:ext cx="103104" cy="1426186"/>
              <a:chOff x="4674013" y="3100904"/>
              <a:chExt cx="122758" cy="1698043"/>
            </a:xfrm>
          </p:grpSpPr>
          <p:sp>
            <p:nvSpPr>
              <p:cNvPr id="8519" name="Google Shape;8519;p65"/>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65"/>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65"/>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5"/>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5"/>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5"/>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5"/>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6" name="Google Shape;8526;p65"/>
            <p:cNvGrpSpPr/>
            <p:nvPr/>
          </p:nvGrpSpPr>
          <p:grpSpPr>
            <a:xfrm>
              <a:off x="1062475" y="2882501"/>
              <a:ext cx="103104" cy="1426186"/>
              <a:chOff x="4940438" y="3100904"/>
              <a:chExt cx="122758" cy="1698043"/>
            </a:xfrm>
          </p:grpSpPr>
          <p:sp>
            <p:nvSpPr>
              <p:cNvPr id="8527" name="Google Shape;8527;p65"/>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65"/>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65"/>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65"/>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5"/>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65"/>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5"/>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4" name="Google Shape;8534;p65"/>
            <p:cNvGrpSpPr/>
            <p:nvPr/>
          </p:nvGrpSpPr>
          <p:grpSpPr>
            <a:xfrm>
              <a:off x="1299324" y="2882501"/>
              <a:ext cx="103104" cy="1426186"/>
              <a:chOff x="5206863" y="3100904"/>
              <a:chExt cx="122758" cy="1698043"/>
            </a:xfrm>
          </p:grpSpPr>
          <p:sp>
            <p:nvSpPr>
              <p:cNvPr id="8535" name="Google Shape;8535;p6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6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6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6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2" name="Google Shape;8542;p65"/>
            <p:cNvGrpSpPr/>
            <p:nvPr/>
          </p:nvGrpSpPr>
          <p:grpSpPr>
            <a:xfrm>
              <a:off x="1786057" y="2882501"/>
              <a:ext cx="103104" cy="1426186"/>
              <a:chOff x="6006138" y="3143629"/>
              <a:chExt cx="122758" cy="1698043"/>
            </a:xfrm>
          </p:grpSpPr>
          <p:sp>
            <p:nvSpPr>
              <p:cNvPr id="8543" name="Google Shape;8543;p6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6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6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6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6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0" name="Google Shape;8550;p65"/>
            <p:cNvGrpSpPr/>
            <p:nvPr/>
          </p:nvGrpSpPr>
          <p:grpSpPr>
            <a:xfrm>
              <a:off x="2029422" y="2882501"/>
              <a:ext cx="103104" cy="1426186"/>
              <a:chOff x="6805413" y="3100904"/>
              <a:chExt cx="122758" cy="1698043"/>
            </a:xfrm>
          </p:grpSpPr>
          <p:sp>
            <p:nvSpPr>
              <p:cNvPr id="8551" name="Google Shape;8551;p65"/>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5"/>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5"/>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5"/>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5"/>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5"/>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5"/>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8" name="Google Shape;8558;p65"/>
            <p:cNvGrpSpPr/>
            <p:nvPr/>
          </p:nvGrpSpPr>
          <p:grpSpPr>
            <a:xfrm>
              <a:off x="727421" y="2828315"/>
              <a:ext cx="1695374" cy="1560837"/>
              <a:chOff x="734799" y="2782450"/>
              <a:chExt cx="1571100" cy="1577400"/>
            </a:xfrm>
          </p:grpSpPr>
          <p:cxnSp>
            <p:nvCxnSpPr>
              <p:cNvPr id="8559" name="Google Shape;8559;p65"/>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560" name="Google Shape;8560;p65"/>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561" name="Google Shape;8561;p65"/>
            <p:cNvGrpSpPr/>
            <p:nvPr/>
          </p:nvGrpSpPr>
          <p:grpSpPr>
            <a:xfrm>
              <a:off x="2272795" y="2882501"/>
              <a:ext cx="103104" cy="1426186"/>
              <a:chOff x="5206863" y="3100904"/>
              <a:chExt cx="122758" cy="1698043"/>
            </a:xfrm>
          </p:grpSpPr>
          <p:sp>
            <p:nvSpPr>
              <p:cNvPr id="8562" name="Google Shape;8562;p6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6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6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9" name="Google Shape;8569;p65"/>
            <p:cNvGrpSpPr/>
            <p:nvPr/>
          </p:nvGrpSpPr>
          <p:grpSpPr>
            <a:xfrm>
              <a:off x="1542694" y="2882501"/>
              <a:ext cx="103104" cy="1426186"/>
              <a:chOff x="6006138" y="3143629"/>
              <a:chExt cx="122758" cy="1698043"/>
            </a:xfrm>
          </p:grpSpPr>
          <p:sp>
            <p:nvSpPr>
              <p:cNvPr id="8570" name="Google Shape;8570;p6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6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6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6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6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77" name="Google Shape;8577;p65"/>
          <p:cNvGrpSpPr/>
          <p:nvPr/>
        </p:nvGrpSpPr>
        <p:grpSpPr>
          <a:xfrm>
            <a:off x="5915338" y="2192087"/>
            <a:ext cx="1248543" cy="1025319"/>
            <a:chOff x="5183758" y="1210600"/>
            <a:chExt cx="3605380" cy="2960783"/>
          </a:xfrm>
        </p:grpSpPr>
        <p:sp>
          <p:nvSpPr>
            <p:cNvPr id="8578" name="Google Shape;8578;p65"/>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5"/>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5"/>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5"/>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82" name="Google Shape;8582;p65"/>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8583" name="Google Shape;8583;p65"/>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8584" name="Google Shape;8584;p65"/>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8585" name="Google Shape;8585;p65"/>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8586" name="Google Shape;8586;p65"/>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7" name="Google Shape;8587;p65"/>
          <p:cNvGrpSpPr/>
          <p:nvPr/>
        </p:nvGrpSpPr>
        <p:grpSpPr>
          <a:xfrm>
            <a:off x="5772399" y="3330404"/>
            <a:ext cx="2664831" cy="843440"/>
            <a:chOff x="5916567" y="1099697"/>
            <a:chExt cx="2556683" cy="809211"/>
          </a:xfrm>
        </p:grpSpPr>
        <p:sp>
          <p:nvSpPr>
            <p:cNvPr id="8588" name="Google Shape;8588;p65"/>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65"/>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5"/>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65"/>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65"/>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65"/>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65"/>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65"/>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6" name="Google Shape;8596;p65"/>
          <p:cNvGrpSpPr/>
          <p:nvPr/>
        </p:nvGrpSpPr>
        <p:grpSpPr>
          <a:xfrm>
            <a:off x="5879940" y="979263"/>
            <a:ext cx="1299851" cy="1023338"/>
            <a:chOff x="5900602" y="1193063"/>
            <a:chExt cx="1299851" cy="1023338"/>
          </a:xfrm>
        </p:grpSpPr>
        <p:grpSp>
          <p:nvGrpSpPr>
            <p:cNvPr id="8597" name="Google Shape;8597;p65"/>
            <p:cNvGrpSpPr/>
            <p:nvPr/>
          </p:nvGrpSpPr>
          <p:grpSpPr>
            <a:xfrm>
              <a:off x="6743564" y="1193063"/>
              <a:ext cx="456889" cy="700379"/>
              <a:chOff x="6743564" y="1193063"/>
              <a:chExt cx="456889" cy="700379"/>
            </a:xfrm>
          </p:grpSpPr>
          <p:grpSp>
            <p:nvGrpSpPr>
              <p:cNvPr id="8598" name="Google Shape;8598;p65"/>
              <p:cNvGrpSpPr/>
              <p:nvPr/>
            </p:nvGrpSpPr>
            <p:grpSpPr>
              <a:xfrm>
                <a:off x="6743564" y="1690731"/>
                <a:ext cx="214402" cy="202710"/>
                <a:chOff x="6743564" y="1690731"/>
                <a:chExt cx="214402" cy="202710"/>
              </a:xfrm>
            </p:grpSpPr>
            <p:sp>
              <p:nvSpPr>
                <p:cNvPr id="8599" name="Google Shape;8599;p65"/>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65"/>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1" name="Google Shape;8601;p65"/>
              <p:cNvGrpSpPr/>
              <p:nvPr/>
            </p:nvGrpSpPr>
            <p:grpSpPr>
              <a:xfrm>
                <a:off x="6915505" y="1193063"/>
                <a:ext cx="284947" cy="589637"/>
                <a:chOff x="6915505" y="1193063"/>
                <a:chExt cx="284947" cy="589637"/>
              </a:xfrm>
            </p:grpSpPr>
            <p:sp>
              <p:nvSpPr>
                <p:cNvPr id="8602" name="Google Shape;8602;p65"/>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03" name="Google Shape;8603;p65"/>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8604" name="Google Shape;8604;p65"/>
            <p:cNvGrpSpPr/>
            <p:nvPr/>
          </p:nvGrpSpPr>
          <p:grpSpPr>
            <a:xfrm>
              <a:off x="6520337" y="1193063"/>
              <a:ext cx="341815" cy="801589"/>
              <a:chOff x="6520337" y="1193063"/>
              <a:chExt cx="341815" cy="801589"/>
            </a:xfrm>
          </p:grpSpPr>
          <p:grpSp>
            <p:nvGrpSpPr>
              <p:cNvPr id="8605" name="Google Shape;8605;p65"/>
              <p:cNvGrpSpPr/>
              <p:nvPr/>
            </p:nvGrpSpPr>
            <p:grpSpPr>
              <a:xfrm>
                <a:off x="6520337" y="1589527"/>
                <a:ext cx="213950" cy="405125"/>
                <a:chOff x="6520337" y="1589527"/>
                <a:chExt cx="213950" cy="405125"/>
              </a:xfrm>
            </p:grpSpPr>
            <p:sp>
              <p:nvSpPr>
                <p:cNvPr id="8606" name="Google Shape;8606;p65"/>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65"/>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8" name="Google Shape;8608;p65"/>
              <p:cNvGrpSpPr/>
              <p:nvPr/>
            </p:nvGrpSpPr>
            <p:grpSpPr>
              <a:xfrm>
                <a:off x="6577204" y="1193063"/>
                <a:ext cx="284947" cy="453562"/>
                <a:chOff x="6577204" y="1193063"/>
                <a:chExt cx="284947" cy="453562"/>
              </a:xfrm>
            </p:grpSpPr>
            <p:sp>
              <p:nvSpPr>
                <p:cNvPr id="8609" name="Google Shape;8609;p65"/>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10" name="Google Shape;8610;p65"/>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8611" name="Google Shape;8611;p65"/>
            <p:cNvGrpSpPr/>
            <p:nvPr/>
          </p:nvGrpSpPr>
          <p:grpSpPr>
            <a:xfrm>
              <a:off x="6238903" y="1193063"/>
              <a:ext cx="300475" cy="901782"/>
              <a:chOff x="6238903" y="1193063"/>
              <a:chExt cx="300475" cy="901782"/>
            </a:xfrm>
          </p:grpSpPr>
          <p:grpSp>
            <p:nvGrpSpPr>
              <p:cNvPr id="8612" name="Google Shape;8612;p65"/>
              <p:cNvGrpSpPr/>
              <p:nvPr/>
            </p:nvGrpSpPr>
            <p:grpSpPr>
              <a:xfrm>
                <a:off x="6290865" y="1489315"/>
                <a:ext cx="248514" cy="605530"/>
                <a:chOff x="6290865" y="1489315"/>
                <a:chExt cx="248514" cy="605530"/>
              </a:xfrm>
            </p:grpSpPr>
            <p:sp>
              <p:nvSpPr>
                <p:cNvPr id="8613" name="Google Shape;8613;p65"/>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5"/>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5" name="Google Shape;8615;p65"/>
              <p:cNvGrpSpPr/>
              <p:nvPr/>
            </p:nvGrpSpPr>
            <p:grpSpPr>
              <a:xfrm>
                <a:off x="6238903" y="1193063"/>
                <a:ext cx="284947" cy="327512"/>
                <a:chOff x="6238903" y="1193063"/>
                <a:chExt cx="284947" cy="327512"/>
              </a:xfrm>
            </p:grpSpPr>
            <p:sp>
              <p:nvSpPr>
                <p:cNvPr id="8616" name="Google Shape;8616;p65"/>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17" name="Google Shape;8617;p65"/>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8618" name="Google Shape;8618;p65"/>
            <p:cNvGrpSpPr/>
            <p:nvPr/>
          </p:nvGrpSpPr>
          <p:grpSpPr>
            <a:xfrm>
              <a:off x="5900602" y="1193063"/>
              <a:ext cx="444345" cy="1023338"/>
              <a:chOff x="5900602" y="1193063"/>
              <a:chExt cx="444345" cy="1023338"/>
            </a:xfrm>
          </p:grpSpPr>
          <p:grpSp>
            <p:nvGrpSpPr>
              <p:cNvPr id="8619" name="Google Shape;8619;p65"/>
              <p:cNvGrpSpPr/>
              <p:nvPr/>
            </p:nvGrpSpPr>
            <p:grpSpPr>
              <a:xfrm>
                <a:off x="6046501" y="1367785"/>
                <a:ext cx="298446" cy="848616"/>
                <a:chOff x="6046501" y="1367785"/>
                <a:chExt cx="298446" cy="848616"/>
              </a:xfrm>
            </p:grpSpPr>
            <p:sp>
              <p:nvSpPr>
                <p:cNvPr id="8620" name="Google Shape;8620;p65"/>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65"/>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2" name="Google Shape;8622;p65"/>
              <p:cNvGrpSpPr/>
              <p:nvPr/>
            </p:nvGrpSpPr>
            <p:grpSpPr>
              <a:xfrm>
                <a:off x="5900602" y="1193063"/>
                <a:ext cx="284947" cy="182312"/>
                <a:chOff x="5900602" y="1193063"/>
                <a:chExt cx="284947" cy="182312"/>
              </a:xfrm>
            </p:grpSpPr>
            <p:sp>
              <p:nvSpPr>
                <p:cNvPr id="8623" name="Google Shape;8623;p65"/>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24" name="Google Shape;8624;p65"/>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8625" name="Google Shape;8625;p65"/>
          <p:cNvGrpSpPr/>
          <p:nvPr/>
        </p:nvGrpSpPr>
        <p:grpSpPr>
          <a:xfrm>
            <a:off x="7217822" y="979408"/>
            <a:ext cx="1219413" cy="1051365"/>
            <a:chOff x="7287122" y="1165658"/>
            <a:chExt cx="1219413" cy="1051365"/>
          </a:xfrm>
        </p:grpSpPr>
        <p:grpSp>
          <p:nvGrpSpPr>
            <p:cNvPr id="8626" name="Google Shape;8626;p65"/>
            <p:cNvGrpSpPr/>
            <p:nvPr/>
          </p:nvGrpSpPr>
          <p:grpSpPr>
            <a:xfrm>
              <a:off x="7287122" y="1969723"/>
              <a:ext cx="1219413" cy="247300"/>
              <a:chOff x="7287122" y="1969723"/>
              <a:chExt cx="1219413" cy="247300"/>
            </a:xfrm>
          </p:grpSpPr>
          <p:sp>
            <p:nvSpPr>
              <p:cNvPr id="8627" name="Google Shape;8627;p65"/>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8" name="Google Shape;8628;p65"/>
              <p:cNvGrpSpPr/>
              <p:nvPr/>
            </p:nvGrpSpPr>
            <p:grpSpPr>
              <a:xfrm>
                <a:off x="7287122" y="2063892"/>
                <a:ext cx="1151753" cy="73428"/>
                <a:chOff x="7287122" y="2063892"/>
                <a:chExt cx="1151753" cy="73428"/>
              </a:xfrm>
            </p:grpSpPr>
            <p:sp>
              <p:nvSpPr>
                <p:cNvPr id="8629" name="Google Shape;8629;p65"/>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30" name="Google Shape;8630;p65"/>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8631" name="Google Shape;8631;p65"/>
            <p:cNvGrpSpPr/>
            <p:nvPr/>
          </p:nvGrpSpPr>
          <p:grpSpPr>
            <a:xfrm>
              <a:off x="7287122" y="1712201"/>
              <a:ext cx="1219403" cy="246767"/>
              <a:chOff x="7287122" y="1712201"/>
              <a:chExt cx="1219403" cy="246767"/>
            </a:xfrm>
          </p:grpSpPr>
          <p:sp>
            <p:nvSpPr>
              <p:cNvPr id="8632" name="Google Shape;8632;p65"/>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33" name="Google Shape;8633;p65"/>
              <p:cNvGrpSpPr/>
              <p:nvPr/>
            </p:nvGrpSpPr>
            <p:grpSpPr>
              <a:xfrm>
                <a:off x="7287122" y="1842861"/>
                <a:ext cx="1005303" cy="73419"/>
                <a:chOff x="7287122" y="1842861"/>
                <a:chExt cx="1005303" cy="73419"/>
              </a:xfrm>
            </p:grpSpPr>
            <p:sp>
              <p:nvSpPr>
                <p:cNvPr id="8634" name="Google Shape;8634;p65"/>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35" name="Google Shape;8635;p65"/>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8636" name="Google Shape;8636;p65"/>
            <p:cNvGrpSpPr/>
            <p:nvPr/>
          </p:nvGrpSpPr>
          <p:grpSpPr>
            <a:xfrm>
              <a:off x="7287122" y="1447520"/>
              <a:ext cx="1219403" cy="286667"/>
              <a:chOff x="7287122" y="1447520"/>
              <a:chExt cx="1219403" cy="286667"/>
            </a:xfrm>
          </p:grpSpPr>
          <p:sp>
            <p:nvSpPr>
              <p:cNvPr id="8637" name="Google Shape;8637;p65"/>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38" name="Google Shape;8638;p65"/>
              <p:cNvGrpSpPr/>
              <p:nvPr/>
            </p:nvGrpSpPr>
            <p:grpSpPr>
              <a:xfrm>
                <a:off x="7287122" y="1581977"/>
                <a:ext cx="852803" cy="73428"/>
                <a:chOff x="7287122" y="1581977"/>
                <a:chExt cx="852803" cy="73428"/>
              </a:xfrm>
            </p:grpSpPr>
            <p:sp>
              <p:nvSpPr>
                <p:cNvPr id="8639" name="Google Shape;8639;p65"/>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40" name="Google Shape;8640;p65"/>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8641" name="Google Shape;8641;p65"/>
            <p:cNvGrpSpPr/>
            <p:nvPr/>
          </p:nvGrpSpPr>
          <p:grpSpPr>
            <a:xfrm>
              <a:off x="7287122" y="1165658"/>
              <a:ext cx="1219403" cy="344253"/>
              <a:chOff x="7287122" y="1165658"/>
              <a:chExt cx="1219403" cy="344253"/>
            </a:xfrm>
          </p:grpSpPr>
          <p:sp>
            <p:nvSpPr>
              <p:cNvPr id="8642" name="Google Shape;8642;p65"/>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3" name="Google Shape;8643;p65"/>
              <p:cNvGrpSpPr/>
              <p:nvPr/>
            </p:nvGrpSpPr>
            <p:grpSpPr>
              <a:xfrm>
                <a:off x="7287122" y="1341025"/>
                <a:ext cx="695703" cy="73419"/>
                <a:chOff x="7287122" y="1341025"/>
                <a:chExt cx="695703" cy="73419"/>
              </a:xfrm>
            </p:grpSpPr>
            <p:sp>
              <p:nvSpPr>
                <p:cNvPr id="8644" name="Google Shape;8644;p65"/>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45" name="Google Shape;8645;p65"/>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8649"/>
        <p:cNvGrpSpPr/>
        <p:nvPr/>
      </p:nvGrpSpPr>
      <p:grpSpPr>
        <a:xfrm>
          <a:off x="0" y="0"/>
          <a:ext cx="0" cy="0"/>
          <a:chOff x="0" y="0"/>
          <a:chExt cx="0" cy="0"/>
        </a:xfrm>
      </p:grpSpPr>
      <p:sp>
        <p:nvSpPr>
          <p:cNvPr id="8650" name="Google Shape;8650;p66"/>
          <p:cNvSpPr txBox="1">
            <a:spLocks noGrp="1"/>
          </p:cNvSpPr>
          <p:nvPr>
            <p:ph type="body" idx="4294967295"/>
          </p:nvPr>
        </p:nvSpPr>
        <p:spPr>
          <a:xfrm>
            <a:off x="828875" y="1176707"/>
            <a:ext cx="7525800" cy="761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chemeClr val="hlink"/>
                </a:solidFill>
                <a:uFill>
                  <a:noFill/>
                </a:uFill>
                <a:latin typeface="Arial"/>
                <a:ea typeface="Arial"/>
                <a:cs typeface="Arial"/>
                <a:sym typeface="Arial"/>
                <a:hlinkClick r:id="rId3"/>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651" name="Google Shape;8651;p66"/>
          <p:cNvGrpSpPr/>
          <p:nvPr/>
        </p:nvGrpSpPr>
        <p:grpSpPr>
          <a:xfrm>
            <a:off x="845855" y="2307733"/>
            <a:ext cx="340168" cy="298978"/>
            <a:chOff x="892750" y="267400"/>
            <a:chExt cx="483125" cy="424625"/>
          </a:xfrm>
        </p:grpSpPr>
        <p:sp>
          <p:nvSpPr>
            <p:cNvPr id="8652" name="Google Shape;8652;p66"/>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53" name="Google Shape;8653;p66"/>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54" name="Google Shape;8654;p66"/>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55" name="Google Shape;8655;p66"/>
          <p:cNvGrpSpPr/>
          <p:nvPr/>
        </p:nvGrpSpPr>
        <p:grpSpPr>
          <a:xfrm>
            <a:off x="1284289" y="2287121"/>
            <a:ext cx="298996" cy="340204"/>
            <a:chOff x="1516475" y="238075"/>
            <a:chExt cx="424650" cy="483175"/>
          </a:xfrm>
        </p:grpSpPr>
        <p:sp>
          <p:nvSpPr>
            <p:cNvPr id="8656" name="Google Shape;8656;p66"/>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57" name="Google Shape;8657;p66"/>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58" name="Google Shape;8658;p66"/>
          <p:cNvGrpSpPr/>
          <p:nvPr/>
        </p:nvGrpSpPr>
        <p:grpSpPr>
          <a:xfrm>
            <a:off x="1677380" y="2367520"/>
            <a:ext cx="341488" cy="179405"/>
            <a:chOff x="2080675" y="352325"/>
            <a:chExt cx="485000" cy="254800"/>
          </a:xfrm>
        </p:grpSpPr>
        <p:sp>
          <p:nvSpPr>
            <p:cNvPr id="8659" name="Google Shape;8659;p66"/>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0" name="Google Shape;8660;p66"/>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61" name="Google Shape;8661;p66"/>
          <p:cNvGrpSpPr/>
          <p:nvPr/>
        </p:nvGrpSpPr>
        <p:grpSpPr>
          <a:xfrm>
            <a:off x="2126559" y="2287138"/>
            <a:ext cx="298996" cy="340168"/>
            <a:chOff x="2705375" y="238125"/>
            <a:chExt cx="424650" cy="483125"/>
          </a:xfrm>
        </p:grpSpPr>
        <p:sp>
          <p:nvSpPr>
            <p:cNvPr id="8662" name="Google Shape;8662;p66"/>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3" name="Google Shape;8663;p66"/>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4" name="Google Shape;8664;p66"/>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5" name="Google Shape;8665;p66"/>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66" name="Google Shape;8666;p66"/>
          <p:cNvGrpSpPr/>
          <p:nvPr/>
        </p:nvGrpSpPr>
        <p:grpSpPr>
          <a:xfrm>
            <a:off x="2542700" y="2287455"/>
            <a:ext cx="301161" cy="339535"/>
            <a:chOff x="3299850" y="238575"/>
            <a:chExt cx="427725" cy="482225"/>
          </a:xfrm>
        </p:grpSpPr>
        <p:sp>
          <p:nvSpPr>
            <p:cNvPr id="8667" name="Google Shape;8667;p66"/>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8" name="Google Shape;8668;p66"/>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9" name="Google Shape;8669;p66"/>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0" name="Google Shape;8670;p66"/>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1" name="Google Shape;8671;p66"/>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72" name="Google Shape;8672;p66"/>
          <p:cNvGrpSpPr/>
          <p:nvPr/>
        </p:nvGrpSpPr>
        <p:grpSpPr>
          <a:xfrm>
            <a:off x="2929622" y="2287138"/>
            <a:ext cx="352455" cy="340168"/>
            <a:chOff x="3857225" y="238125"/>
            <a:chExt cx="500575" cy="483125"/>
          </a:xfrm>
        </p:grpSpPr>
        <p:sp>
          <p:nvSpPr>
            <p:cNvPr id="8673" name="Google Shape;8673;p66"/>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4" name="Google Shape;8674;p66"/>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5" name="Google Shape;8675;p66"/>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6" name="Google Shape;8676;p66"/>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7" name="Google Shape;8677;p66"/>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8" name="Google Shape;8678;p66"/>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9" name="Google Shape;8679;p66"/>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680" name="Google Shape;8680;p66"/>
          <p:cNvSpPr/>
          <p:nvPr/>
        </p:nvSpPr>
        <p:spPr>
          <a:xfrm>
            <a:off x="3347096"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681" name="Google Shape;8681;p66"/>
          <p:cNvGrpSpPr/>
          <p:nvPr/>
        </p:nvGrpSpPr>
        <p:grpSpPr>
          <a:xfrm>
            <a:off x="3776398" y="2287165"/>
            <a:ext cx="340186" cy="340116"/>
            <a:chOff x="5053900" y="238200"/>
            <a:chExt cx="483150" cy="483050"/>
          </a:xfrm>
        </p:grpSpPr>
        <p:sp>
          <p:nvSpPr>
            <p:cNvPr id="8682" name="Google Shape;8682;p66"/>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83" name="Google Shape;8683;p66"/>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84" name="Google Shape;8684;p66"/>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85" name="Google Shape;8685;p66"/>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86" name="Google Shape;8686;p66"/>
          <p:cNvGrpSpPr/>
          <p:nvPr/>
        </p:nvGrpSpPr>
        <p:grpSpPr>
          <a:xfrm>
            <a:off x="4190348" y="2287138"/>
            <a:ext cx="340168" cy="340168"/>
            <a:chOff x="5648375" y="238125"/>
            <a:chExt cx="483125" cy="483125"/>
          </a:xfrm>
        </p:grpSpPr>
        <p:sp>
          <p:nvSpPr>
            <p:cNvPr id="8687" name="Google Shape;8687;p66"/>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88" name="Google Shape;8688;p66"/>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89" name="Google Shape;8689;p66"/>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90" name="Google Shape;8690;p66"/>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91" name="Google Shape;8691;p66"/>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92" name="Google Shape;8692;p66"/>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93" name="Google Shape;8693;p66"/>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94" name="Google Shape;8694;p66"/>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95" name="Google Shape;8695;p66"/>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96" name="Google Shape;8696;p66"/>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97" name="Google Shape;8697;p66"/>
          <p:cNvGrpSpPr/>
          <p:nvPr/>
        </p:nvGrpSpPr>
        <p:grpSpPr>
          <a:xfrm>
            <a:off x="4607035" y="2287138"/>
            <a:ext cx="340168" cy="340168"/>
            <a:chOff x="6242825" y="238125"/>
            <a:chExt cx="483125" cy="483125"/>
          </a:xfrm>
        </p:grpSpPr>
        <p:sp>
          <p:nvSpPr>
            <p:cNvPr id="8698" name="Google Shape;8698;p66"/>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99" name="Google Shape;8699;p66"/>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00" name="Google Shape;8700;p66"/>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01" name="Google Shape;8701;p66"/>
          <p:cNvGrpSpPr/>
          <p:nvPr/>
        </p:nvGrpSpPr>
        <p:grpSpPr>
          <a:xfrm>
            <a:off x="844156" y="2727362"/>
            <a:ext cx="343566" cy="298943"/>
            <a:chOff x="889275" y="861850"/>
            <a:chExt cx="487950" cy="424575"/>
          </a:xfrm>
        </p:grpSpPr>
        <p:sp>
          <p:nvSpPr>
            <p:cNvPr id="8702" name="Google Shape;8702;p66"/>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03" name="Google Shape;8703;p66"/>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04" name="Google Shape;8704;p66"/>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05" name="Google Shape;8705;p66"/>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06" name="Google Shape;8706;p66"/>
          <p:cNvSpPr/>
          <p:nvPr/>
        </p:nvSpPr>
        <p:spPr>
          <a:xfrm>
            <a:off x="1282125"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07" name="Google Shape;8707;p66"/>
          <p:cNvSpPr/>
          <p:nvPr/>
        </p:nvSpPr>
        <p:spPr>
          <a:xfrm>
            <a:off x="1677131"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08" name="Google Shape;8708;p66"/>
          <p:cNvGrpSpPr/>
          <p:nvPr/>
        </p:nvGrpSpPr>
        <p:grpSpPr>
          <a:xfrm>
            <a:off x="2105973" y="2706749"/>
            <a:ext cx="340168" cy="340168"/>
            <a:chOff x="2676100" y="832575"/>
            <a:chExt cx="483125" cy="483125"/>
          </a:xfrm>
        </p:grpSpPr>
        <p:sp>
          <p:nvSpPr>
            <p:cNvPr id="8709" name="Google Shape;8709;p66"/>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10" name="Google Shape;8710;p66"/>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11" name="Google Shape;8711;p66"/>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12" name="Google Shape;8712;p66"/>
          <p:cNvGrpSpPr/>
          <p:nvPr/>
        </p:nvGrpSpPr>
        <p:grpSpPr>
          <a:xfrm>
            <a:off x="2517477" y="2706749"/>
            <a:ext cx="351610" cy="340168"/>
            <a:chOff x="3270550" y="832575"/>
            <a:chExt cx="499375" cy="483125"/>
          </a:xfrm>
        </p:grpSpPr>
        <p:sp>
          <p:nvSpPr>
            <p:cNvPr id="8713" name="Google Shape;8713;p66"/>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14" name="Google Shape;8714;p66"/>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15" name="Google Shape;8715;p66"/>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16" name="Google Shape;8716;p66"/>
          <p:cNvGrpSpPr/>
          <p:nvPr/>
        </p:nvGrpSpPr>
        <p:grpSpPr>
          <a:xfrm>
            <a:off x="2935756" y="2717381"/>
            <a:ext cx="340186" cy="318904"/>
            <a:chOff x="3865000" y="847675"/>
            <a:chExt cx="483150" cy="452925"/>
          </a:xfrm>
        </p:grpSpPr>
        <p:sp>
          <p:nvSpPr>
            <p:cNvPr id="8717" name="Google Shape;8717;p66"/>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18" name="Google Shape;8718;p66"/>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19" name="Google Shape;8719;p66"/>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20" name="Google Shape;8720;p66"/>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21" name="Google Shape;8721;p66"/>
          <p:cNvGrpSpPr/>
          <p:nvPr/>
        </p:nvGrpSpPr>
        <p:grpSpPr>
          <a:xfrm>
            <a:off x="3351439" y="2727300"/>
            <a:ext cx="344798" cy="299066"/>
            <a:chOff x="4452900" y="861750"/>
            <a:chExt cx="489700" cy="424750"/>
          </a:xfrm>
        </p:grpSpPr>
        <p:sp>
          <p:nvSpPr>
            <p:cNvPr id="8722" name="Google Shape;8722;p66"/>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23" name="Google Shape;8723;p66"/>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24" name="Google Shape;8724;p66"/>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25" name="Google Shape;8725;p66"/>
          <p:cNvGrpSpPr/>
          <p:nvPr/>
        </p:nvGrpSpPr>
        <p:grpSpPr>
          <a:xfrm>
            <a:off x="3768671" y="2706758"/>
            <a:ext cx="355641" cy="340151"/>
            <a:chOff x="5049750" y="832600"/>
            <a:chExt cx="505100" cy="483100"/>
          </a:xfrm>
        </p:grpSpPr>
        <p:sp>
          <p:nvSpPr>
            <p:cNvPr id="8726" name="Google Shape;8726;p66"/>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27" name="Google Shape;8727;p66"/>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28" name="Google Shape;8728;p66"/>
          <p:cNvSpPr/>
          <p:nvPr/>
        </p:nvSpPr>
        <p:spPr>
          <a:xfrm>
            <a:off x="4188930"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29" name="Google Shape;8729;p66"/>
          <p:cNvGrpSpPr/>
          <p:nvPr/>
        </p:nvGrpSpPr>
        <p:grpSpPr>
          <a:xfrm>
            <a:off x="4627621" y="2706749"/>
            <a:ext cx="298996" cy="340168"/>
            <a:chOff x="6272100" y="832575"/>
            <a:chExt cx="424650" cy="483125"/>
          </a:xfrm>
        </p:grpSpPr>
        <p:sp>
          <p:nvSpPr>
            <p:cNvPr id="8730" name="Google Shape;8730;p66"/>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1" name="Google Shape;8731;p66"/>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32" name="Google Shape;8732;p66"/>
          <p:cNvGrpSpPr/>
          <p:nvPr/>
        </p:nvGrpSpPr>
        <p:grpSpPr>
          <a:xfrm>
            <a:off x="845828" y="3125798"/>
            <a:ext cx="340221" cy="340186"/>
            <a:chOff x="893650" y="1428000"/>
            <a:chExt cx="483200" cy="483150"/>
          </a:xfrm>
        </p:grpSpPr>
        <p:sp>
          <p:nvSpPr>
            <p:cNvPr id="8733" name="Google Shape;8733;p66"/>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4" name="Google Shape;8734;p66"/>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5" name="Google Shape;8735;p66"/>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6" name="Google Shape;8736;p66"/>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37" name="Google Shape;8737;p66"/>
          <p:cNvSpPr/>
          <p:nvPr/>
        </p:nvSpPr>
        <p:spPr>
          <a:xfrm>
            <a:off x="1263531"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8" name="Google Shape;8738;p66"/>
          <p:cNvSpPr/>
          <p:nvPr/>
        </p:nvSpPr>
        <p:spPr>
          <a:xfrm>
            <a:off x="1671076"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39" name="Google Shape;8739;p66"/>
          <p:cNvGrpSpPr/>
          <p:nvPr/>
        </p:nvGrpSpPr>
        <p:grpSpPr>
          <a:xfrm>
            <a:off x="2099646" y="3146463"/>
            <a:ext cx="352825" cy="298855"/>
            <a:chOff x="2676100" y="1456375"/>
            <a:chExt cx="501100" cy="424450"/>
          </a:xfrm>
        </p:grpSpPr>
        <p:sp>
          <p:nvSpPr>
            <p:cNvPr id="8740" name="Google Shape;8740;p66"/>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41" name="Google Shape;8741;p66"/>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42" name="Google Shape;8742;p66"/>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43" name="Google Shape;8743;p66"/>
          <p:cNvGrpSpPr/>
          <p:nvPr/>
        </p:nvGrpSpPr>
        <p:grpSpPr>
          <a:xfrm>
            <a:off x="2523170" y="3125806"/>
            <a:ext cx="340221" cy="340168"/>
            <a:chOff x="3270475" y="1427025"/>
            <a:chExt cx="483200" cy="483125"/>
          </a:xfrm>
        </p:grpSpPr>
        <p:sp>
          <p:nvSpPr>
            <p:cNvPr id="8744" name="Google Shape;8744;p66"/>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45" name="Google Shape;8745;p66"/>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46" name="Google Shape;8746;p66"/>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47" name="Google Shape;8747;p66"/>
          <p:cNvGrpSpPr/>
          <p:nvPr/>
        </p:nvGrpSpPr>
        <p:grpSpPr>
          <a:xfrm>
            <a:off x="2934083" y="3125780"/>
            <a:ext cx="343530" cy="340221"/>
            <a:chOff x="3860250" y="1427025"/>
            <a:chExt cx="487900" cy="483200"/>
          </a:xfrm>
        </p:grpSpPr>
        <p:sp>
          <p:nvSpPr>
            <p:cNvPr id="8748" name="Google Shape;8748;p66"/>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49" name="Google Shape;8749;p66"/>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0" name="Google Shape;8750;p66"/>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51" name="Google Shape;8751;p66"/>
          <p:cNvSpPr/>
          <p:nvPr/>
        </p:nvSpPr>
        <p:spPr>
          <a:xfrm>
            <a:off x="3353203"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2" name="Google Shape;8752;p66"/>
          <p:cNvSpPr/>
          <p:nvPr/>
        </p:nvSpPr>
        <p:spPr>
          <a:xfrm>
            <a:off x="3774142"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53" name="Google Shape;8753;p66"/>
          <p:cNvGrpSpPr/>
          <p:nvPr/>
        </p:nvGrpSpPr>
        <p:grpSpPr>
          <a:xfrm>
            <a:off x="4190322" y="3125806"/>
            <a:ext cx="340221" cy="340168"/>
            <a:chOff x="5648375" y="1427025"/>
            <a:chExt cx="483200" cy="483125"/>
          </a:xfrm>
        </p:grpSpPr>
        <p:sp>
          <p:nvSpPr>
            <p:cNvPr id="8754" name="Google Shape;8754;p66"/>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5" name="Google Shape;8755;p66"/>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56" name="Google Shape;8756;p66"/>
          <p:cNvGrpSpPr/>
          <p:nvPr/>
        </p:nvGrpSpPr>
        <p:grpSpPr>
          <a:xfrm>
            <a:off x="4604808" y="3125789"/>
            <a:ext cx="344622" cy="340204"/>
            <a:chOff x="6238300" y="1426975"/>
            <a:chExt cx="489450" cy="483175"/>
          </a:xfrm>
        </p:grpSpPr>
        <p:sp>
          <p:nvSpPr>
            <p:cNvPr id="8757" name="Google Shape;8757;p66"/>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8" name="Google Shape;8758;p66"/>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9" name="Google Shape;8759;p66"/>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60" name="Google Shape;8760;p66"/>
          <p:cNvSpPr/>
          <p:nvPr/>
        </p:nvSpPr>
        <p:spPr>
          <a:xfrm>
            <a:off x="865437"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61" name="Google Shape;8761;p66"/>
          <p:cNvGrpSpPr/>
          <p:nvPr/>
        </p:nvGrpSpPr>
        <p:grpSpPr>
          <a:xfrm>
            <a:off x="1263703" y="3544794"/>
            <a:ext cx="340168" cy="340186"/>
            <a:chOff x="1487200" y="2021475"/>
            <a:chExt cx="483125" cy="483150"/>
          </a:xfrm>
        </p:grpSpPr>
        <p:sp>
          <p:nvSpPr>
            <p:cNvPr id="8762" name="Google Shape;8762;p66"/>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63" name="Google Shape;8763;p66"/>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64" name="Google Shape;8764;p66"/>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65" name="Google Shape;8765;p66"/>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66" name="Google Shape;8766;p66"/>
          <p:cNvGrpSpPr/>
          <p:nvPr/>
        </p:nvGrpSpPr>
        <p:grpSpPr>
          <a:xfrm>
            <a:off x="1678040" y="3565398"/>
            <a:ext cx="340168" cy="298978"/>
            <a:chOff x="2081650" y="2050750"/>
            <a:chExt cx="483125" cy="424625"/>
          </a:xfrm>
        </p:grpSpPr>
        <p:sp>
          <p:nvSpPr>
            <p:cNvPr id="8767" name="Google Shape;8767;p66"/>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68" name="Google Shape;8768;p66"/>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69" name="Google Shape;8769;p66"/>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70" name="Google Shape;8770;p66"/>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71" name="Google Shape;8771;p66"/>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72" name="Google Shape;8772;p66"/>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73" name="Google Shape;8773;p66"/>
          <p:cNvGrpSpPr/>
          <p:nvPr/>
        </p:nvGrpSpPr>
        <p:grpSpPr>
          <a:xfrm>
            <a:off x="2105973" y="3588721"/>
            <a:ext cx="340168" cy="252332"/>
            <a:chOff x="2676100" y="2083800"/>
            <a:chExt cx="483125" cy="358375"/>
          </a:xfrm>
        </p:grpSpPr>
        <p:sp>
          <p:nvSpPr>
            <p:cNvPr id="8774" name="Google Shape;8774;p66"/>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75" name="Google Shape;8775;p66"/>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76" name="Google Shape;8776;p66"/>
          <p:cNvGrpSpPr/>
          <p:nvPr/>
        </p:nvGrpSpPr>
        <p:grpSpPr>
          <a:xfrm>
            <a:off x="2531487" y="3554766"/>
            <a:ext cx="323587" cy="320242"/>
            <a:chOff x="3282325" y="2035675"/>
            <a:chExt cx="459575" cy="454825"/>
          </a:xfrm>
        </p:grpSpPr>
        <p:sp>
          <p:nvSpPr>
            <p:cNvPr id="8777" name="Google Shape;8777;p66"/>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78" name="Google Shape;8778;p66"/>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79" name="Google Shape;8779;p66"/>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0" name="Google Shape;8780;p66"/>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81" name="Google Shape;8781;p66"/>
          <p:cNvSpPr/>
          <p:nvPr/>
        </p:nvSpPr>
        <p:spPr>
          <a:xfrm>
            <a:off x="2940184"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2" name="Google Shape;8782;p66"/>
          <p:cNvSpPr/>
          <p:nvPr/>
        </p:nvSpPr>
        <p:spPr>
          <a:xfrm>
            <a:off x="3373188"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83" name="Google Shape;8783;p66"/>
          <p:cNvGrpSpPr/>
          <p:nvPr/>
        </p:nvGrpSpPr>
        <p:grpSpPr>
          <a:xfrm>
            <a:off x="3776187" y="3544803"/>
            <a:ext cx="340608" cy="340168"/>
            <a:chOff x="5053900" y="2021500"/>
            <a:chExt cx="483750" cy="483125"/>
          </a:xfrm>
        </p:grpSpPr>
        <p:sp>
          <p:nvSpPr>
            <p:cNvPr id="8784" name="Google Shape;8784;p66"/>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5" name="Google Shape;8785;p66"/>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6" name="Google Shape;8786;p66"/>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7" name="Google Shape;8787;p66"/>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8" name="Google Shape;8788;p66"/>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9" name="Google Shape;8789;p66"/>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90" name="Google Shape;8790;p66"/>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91" name="Google Shape;8791;p66"/>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92" name="Google Shape;8792;p66"/>
          <p:cNvSpPr/>
          <p:nvPr/>
        </p:nvSpPr>
        <p:spPr>
          <a:xfrm>
            <a:off x="4249525"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93" name="Google Shape;8793;p66"/>
          <p:cNvGrpSpPr/>
          <p:nvPr/>
        </p:nvGrpSpPr>
        <p:grpSpPr>
          <a:xfrm>
            <a:off x="4601286" y="3547971"/>
            <a:ext cx="351663" cy="333831"/>
            <a:chOff x="6222125" y="2025975"/>
            <a:chExt cx="499450" cy="474125"/>
          </a:xfrm>
        </p:grpSpPr>
        <p:sp>
          <p:nvSpPr>
            <p:cNvPr id="8794" name="Google Shape;8794;p66"/>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95" name="Google Shape;8795;p66"/>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96" name="Google Shape;8796;p66"/>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97" name="Google Shape;8797;p66"/>
          <p:cNvGrpSpPr/>
          <p:nvPr/>
        </p:nvGrpSpPr>
        <p:grpSpPr>
          <a:xfrm>
            <a:off x="5058848" y="2364541"/>
            <a:ext cx="335504" cy="185953"/>
            <a:chOff x="896050" y="2725450"/>
            <a:chExt cx="476500" cy="264100"/>
          </a:xfrm>
        </p:grpSpPr>
        <p:sp>
          <p:nvSpPr>
            <p:cNvPr id="8798" name="Google Shape;8798;p66"/>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99" name="Google Shape;8799;p66"/>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00" name="Google Shape;8800;p66"/>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01" name="Google Shape;8801;p66"/>
          <p:cNvGrpSpPr/>
          <p:nvPr/>
        </p:nvGrpSpPr>
        <p:grpSpPr>
          <a:xfrm>
            <a:off x="5489588" y="2287425"/>
            <a:ext cx="340168" cy="340186"/>
            <a:chOff x="1487200" y="2615925"/>
            <a:chExt cx="483125" cy="483150"/>
          </a:xfrm>
        </p:grpSpPr>
        <p:sp>
          <p:nvSpPr>
            <p:cNvPr id="8802" name="Google Shape;8802;p66"/>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03" name="Google Shape;8803;p66"/>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04" name="Google Shape;8804;p66"/>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05" name="Google Shape;8805;p66"/>
          <p:cNvGrpSpPr/>
          <p:nvPr/>
        </p:nvGrpSpPr>
        <p:grpSpPr>
          <a:xfrm>
            <a:off x="5889537" y="2287425"/>
            <a:ext cx="353564" cy="340186"/>
            <a:chOff x="2077575" y="2615925"/>
            <a:chExt cx="502150" cy="483150"/>
          </a:xfrm>
        </p:grpSpPr>
        <p:sp>
          <p:nvSpPr>
            <p:cNvPr id="8806" name="Google Shape;8806;p66"/>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07" name="Google Shape;8807;p66"/>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08" name="Google Shape;8808;p66"/>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09" name="Google Shape;8809;p66"/>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10" name="Google Shape;8810;p66"/>
          <p:cNvGrpSpPr/>
          <p:nvPr/>
        </p:nvGrpSpPr>
        <p:grpSpPr>
          <a:xfrm>
            <a:off x="6313326" y="2303452"/>
            <a:ext cx="334536" cy="308132"/>
            <a:chOff x="2680100" y="2638725"/>
            <a:chExt cx="475125" cy="437625"/>
          </a:xfrm>
        </p:grpSpPr>
        <p:sp>
          <p:nvSpPr>
            <p:cNvPr id="8811" name="Google Shape;8811;p66"/>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12" name="Google Shape;8812;p66"/>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13" name="Google Shape;8813;p66"/>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14" name="Google Shape;8814;p66"/>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15" name="Google Shape;8815;p66"/>
          <p:cNvGrpSpPr/>
          <p:nvPr/>
        </p:nvGrpSpPr>
        <p:grpSpPr>
          <a:xfrm>
            <a:off x="6778965" y="2287425"/>
            <a:ext cx="239183" cy="340186"/>
            <a:chOff x="3342275" y="2615925"/>
            <a:chExt cx="339700" cy="483150"/>
          </a:xfrm>
        </p:grpSpPr>
        <p:sp>
          <p:nvSpPr>
            <p:cNvPr id="8816" name="Google Shape;8816;p66"/>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17" name="Google Shape;8817;p66"/>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818" name="Google Shape;8818;p66"/>
          <p:cNvSpPr/>
          <p:nvPr/>
        </p:nvSpPr>
        <p:spPr>
          <a:xfrm>
            <a:off x="7172212"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19" name="Google Shape;8819;p66"/>
          <p:cNvSpPr/>
          <p:nvPr/>
        </p:nvSpPr>
        <p:spPr>
          <a:xfrm>
            <a:off x="7565246"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20" name="Google Shape;8820;p66"/>
          <p:cNvSpPr/>
          <p:nvPr/>
        </p:nvSpPr>
        <p:spPr>
          <a:xfrm>
            <a:off x="7990101"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821" name="Google Shape;8821;p66"/>
          <p:cNvGrpSpPr/>
          <p:nvPr/>
        </p:nvGrpSpPr>
        <p:grpSpPr>
          <a:xfrm>
            <a:off x="6415846" y="3956426"/>
            <a:ext cx="339482" cy="339271"/>
            <a:chOff x="5648900" y="2616600"/>
            <a:chExt cx="482150" cy="481850"/>
          </a:xfrm>
        </p:grpSpPr>
        <p:sp>
          <p:nvSpPr>
            <p:cNvPr id="8822" name="Google Shape;8822;p66"/>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23" name="Google Shape;8823;p66"/>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24" name="Google Shape;8824;p66"/>
          <p:cNvGrpSpPr/>
          <p:nvPr/>
        </p:nvGrpSpPr>
        <p:grpSpPr>
          <a:xfrm>
            <a:off x="4735130" y="3963142"/>
            <a:ext cx="325626" cy="325694"/>
            <a:chOff x="6242825" y="2615925"/>
            <a:chExt cx="483125" cy="483225"/>
          </a:xfrm>
        </p:grpSpPr>
        <p:sp>
          <p:nvSpPr>
            <p:cNvPr id="8825" name="Google Shape;8825;p66"/>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26" name="Google Shape;8826;p66"/>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27" name="Google Shape;8827;p66"/>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28" name="Google Shape;8828;p66"/>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29" name="Google Shape;8829;p66"/>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830" name="Google Shape;8830;p66"/>
          <p:cNvSpPr/>
          <p:nvPr/>
        </p:nvSpPr>
        <p:spPr>
          <a:xfrm>
            <a:off x="5053509"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831" name="Google Shape;8831;p66"/>
          <p:cNvGrpSpPr/>
          <p:nvPr/>
        </p:nvGrpSpPr>
        <p:grpSpPr>
          <a:xfrm>
            <a:off x="5488629" y="2707036"/>
            <a:ext cx="342087" cy="340186"/>
            <a:chOff x="1487200" y="3210375"/>
            <a:chExt cx="485850" cy="483150"/>
          </a:xfrm>
        </p:grpSpPr>
        <p:sp>
          <p:nvSpPr>
            <p:cNvPr id="8832" name="Google Shape;8832;p66"/>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33" name="Google Shape;8833;p66"/>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34" name="Google Shape;8834;p66"/>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835" name="Google Shape;8835;p66"/>
          <p:cNvSpPr/>
          <p:nvPr/>
        </p:nvSpPr>
        <p:spPr>
          <a:xfrm>
            <a:off x="5895994"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36" name="Google Shape;8836;p66"/>
          <p:cNvSpPr/>
          <p:nvPr/>
        </p:nvSpPr>
        <p:spPr>
          <a:xfrm>
            <a:off x="6310174"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837" name="Google Shape;8837;p66"/>
          <p:cNvGrpSpPr/>
          <p:nvPr/>
        </p:nvGrpSpPr>
        <p:grpSpPr>
          <a:xfrm>
            <a:off x="6727988" y="2707027"/>
            <a:ext cx="341136" cy="340204"/>
            <a:chOff x="3269875" y="3210400"/>
            <a:chExt cx="484500" cy="483175"/>
          </a:xfrm>
        </p:grpSpPr>
        <p:sp>
          <p:nvSpPr>
            <p:cNvPr id="8838" name="Google Shape;8838;p66"/>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39" name="Google Shape;8839;p66"/>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40" name="Google Shape;8840;p66"/>
          <p:cNvGrpSpPr/>
          <p:nvPr/>
        </p:nvGrpSpPr>
        <p:grpSpPr>
          <a:xfrm>
            <a:off x="7227082" y="2706666"/>
            <a:ext cx="170216" cy="340925"/>
            <a:chOff x="3985700" y="3210375"/>
            <a:chExt cx="241750" cy="484200"/>
          </a:xfrm>
        </p:grpSpPr>
        <p:sp>
          <p:nvSpPr>
            <p:cNvPr id="8841" name="Google Shape;8841;p66"/>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42" name="Google Shape;8842;p66"/>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43" name="Google Shape;8843;p66"/>
          <p:cNvGrpSpPr/>
          <p:nvPr/>
        </p:nvGrpSpPr>
        <p:grpSpPr>
          <a:xfrm>
            <a:off x="7566351" y="2707678"/>
            <a:ext cx="339007" cy="338901"/>
            <a:chOff x="4460225" y="3211300"/>
            <a:chExt cx="481475" cy="481325"/>
          </a:xfrm>
        </p:grpSpPr>
        <p:sp>
          <p:nvSpPr>
            <p:cNvPr id="8844" name="Google Shape;8844;p66"/>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45" name="Google Shape;8845;p66"/>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846" name="Google Shape;8846;p66"/>
          <p:cNvSpPr/>
          <p:nvPr/>
        </p:nvSpPr>
        <p:spPr>
          <a:xfrm>
            <a:off x="7990101"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847" name="Google Shape;8847;p66"/>
          <p:cNvGrpSpPr/>
          <p:nvPr/>
        </p:nvGrpSpPr>
        <p:grpSpPr>
          <a:xfrm>
            <a:off x="6859688" y="3985756"/>
            <a:ext cx="342034" cy="280654"/>
            <a:chOff x="5647000" y="3252650"/>
            <a:chExt cx="485775" cy="398600"/>
          </a:xfrm>
        </p:grpSpPr>
        <p:sp>
          <p:nvSpPr>
            <p:cNvPr id="8848" name="Google Shape;8848;p66"/>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49" name="Google Shape;8849;p66"/>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50" name="Google Shape;8850;p66"/>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51" name="Google Shape;8851;p66"/>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52" name="Google Shape;8852;p66"/>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53" name="Google Shape;8853;p66"/>
          <p:cNvGrpSpPr/>
          <p:nvPr/>
        </p:nvGrpSpPr>
        <p:grpSpPr>
          <a:xfrm>
            <a:off x="5165128" y="3991768"/>
            <a:ext cx="326536" cy="268454"/>
            <a:chOff x="6242450" y="3252800"/>
            <a:chExt cx="484475" cy="398300"/>
          </a:xfrm>
        </p:grpSpPr>
        <p:sp>
          <p:nvSpPr>
            <p:cNvPr id="8854" name="Google Shape;8854;p66"/>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55" name="Google Shape;8855;p66"/>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56" name="Google Shape;8856;p66"/>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57" name="Google Shape;8857;p66"/>
          <p:cNvGrpSpPr/>
          <p:nvPr/>
        </p:nvGrpSpPr>
        <p:grpSpPr>
          <a:xfrm>
            <a:off x="5077111" y="3126102"/>
            <a:ext cx="298978" cy="340168"/>
            <a:chOff x="922025" y="3804850"/>
            <a:chExt cx="424625" cy="483125"/>
          </a:xfrm>
        </p:grpSpPr>
        <p:sp>
          <p:nvSpPr>
            <p:cNvPr id="8858" name="Google Shape;8858;p66"/>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59" name="Google Shape;8859;p66"/>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860" name="Google Shape;8860;p66"/>
          <p:cNvSpPr/>
          <p:nvPr/>
        </p:nvSpPr>
        <p:spPr>
          <a:xfrm>
            <a:off x="5485351"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861" name="Google Shape;8861;p66"/>
          <p:cNvGrpSpPr/>
          <p:nvPr/>
        </p:nvGrpSpPr>
        <p:grpSpPr>
          <a:xfrm>
            <a:off x="5909841" y="3126102"/>
            <a:ext cx="312955" cy="340168"/>
            <a:chOff x="2100300" y="3804850"/>
            <a:chExt cx="444475" cy="483125"/>
          </a:xfrm>
        </p:grpSpPr>
        <p:sp>
          <p:nvSpPr>
            <p:cNvPr id="8862" name="Google Shape;8862;p66"/>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63" name="Google Shape;8863;p66"/>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64" name="Google Shape;8864;p66"/>
          <p:cNvGrpSpPr/>
          <p:nvPr/>
        </p:nvGrpSpPr>
        <p:grpSpPr>
          <a:xfrm>
            <a:off x="6333463" y="3126102"/>
            <a:ext cx="294261" cy="340168"/>
            <a:chOff x="2708700" y="3804850"/>
            <a:chExt cx="417925" cy="483125"/>
          </a:xfrm>
        </p:grpSpPr>
        <p:sp>
          <p:nvSpPr>
            <p:cNvPr id="8865" name="Google Shape;8865;p66"/>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66" name="Google Shape;8866;p66"/>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67" name="Google Shape;8867;p66"/>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68" name="Google Shape;8868;p66"/>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869" name="Google Shape;8869;p66"/>
          <p:cNvSpPr/>
          <p:nvPr/>
        </p:nvSpPr>
        <p:spPr>
          <a:xfrm>
            <a:off x="6728094"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70" name="Google Shape;8870;p66"/>
          <p:cNvSpPr/>
          <p:nvPr/>
        </p:nvSpPr>
        <p:spPr>
          <a:xfrm>
            <a:off x="7154806"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871" name="Google Shape;8871;p66"/>
          <p:cNvGrpSpPr/>
          <p:nvPr/>
        </p:nvGrpSpPr>
        <p:grpSpPr>
          <a:xfrm>
            <a:off x="7570338" y="3127378"/>
            <a:ext cx="331033" cy="337616"/>
            <a:chOff x="4467450" y="3808475"/>
            <a:chExt cx="470150" cy="479500"/>
          </a:xfrm>
        </p:grpSpPr>
        <p:sp>
          <p:nvSpPr>
            <p:cNvPr id="8872" name="Google Shape;8872;p66"/>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73" name="Google Shape;8873;p66"/>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74" name="Google Shape;8874;p66"/>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75" name="Google Shape;8875;p66"/>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76" name="Google Shape;8876;p66"/>
          <p:cNvGrpSpPr/>
          <p:nvPr/>
        </p:nvGrpSpPr>
        <p:grpSpPr>
          <a:xfrm>
            <a:off x="7990685" y="3126102"/>
            <a:ext cx="340186" cy="340168"/>
            <a:chOff x="5053900" y="3804850"/>
            <a:chExt cx="483150" cy="483125"/>
          </a:xfrm>
        </p:grpSpPr>
        <p:sp>
          <p:nvSpPr>
            <p:cNvPr id="8877" name="Google Shape;8877;p66"/>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78" name="Google Shape;8878;p66"/>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79" name="Google Shape;8879;p66"/>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80" name="Google Shape;8880;p66"/>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81" name="Google Shape;8881;p66"/>
          <p:cNvGrpSpPr/>
          <p:nvPr/>
        </p:nvGrpSpPr>
        <p:grpSpPr>
          <a:xfrm>
            <a:off x="7306081" y="3956021"/>
            <a:ext cx="340168" cy="340168"/>
            <a:chOff x="5648375" y="3804850"/>
            <a:chExt cx="483125" cy="483125"/>
          </a:xfrm>
        </p:grpSpPr>
        <p:sp>
          <p:nvSpPr>
            <p:cNvPr id="8882" name="Google Shape;8882;p66"/>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83" name="Google Shape;8883;p66"/>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84" name="Google Shape;8884;p66"/>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85" name="Google Shape;8885;p66"/>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86" name="Google Shape;8886;p66"/>
          <p:cNvGrpSpPr/>
          <p:nvPr/>
        </p:nvGrpSpPr>
        <p:grpSpPr>
          <a:xfrm>
            <a:off x="5596036" y="3968278"/>
            <a:ext cx="280923" cy="315449"/>
            <a:chOff x="6276025" y="3812400"/>
            <a:chExt cx="416800" cy="468025"/>
          </a:xfrm>
        </p:grpSpPr>
        <p:sp>
          <p:nvSpPr>
            <p:cNvPr id="8887" name="Google Shape;8887;p66"/>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88" name="Google Shape;8888;p66"/>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89" name="Google Shape;8889;p66"/>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90" name="Google Shape;8890;p66"/>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91" name="Google Shape;8891;p66"/>
          <p:cNvGrpSpPr/>
          <p:nvPr/>
        </p:nvGrpSpPr>
        <p:grpSpPr>
          <a:xfrm>
            <a:off x="5055293" y="3545089"/>
            <a:ext cx="342615" cy="340186"/>
            <a:chOff x="890400" y="4399350"/>
            <a:chExt cx="486600" cy="483150"/>
          </a:xfrm>
        </p:grpSpPr>
        <p:sp>
          <p:nvSpPr>
            <p:cNvPr id="8892" name="Google Shape;8892;p66"/>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93" name="Google Shape;8893;p66"/>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94" name="Google Shape;8894;p66"/>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95" name="Google Shape;8895;p66"/>
          <p:cNvGrpSpPr/>
          <p:nvPr/>
        </p:nvGrpSpPr>
        <p:grpSpPr>
          <a:xfrm>
            <a:off x="5489588" y="3560368"/>
            <a:ext cx="340168" cy="309628"/>
            <a:chOff x="1487200" y="4421025"/>
            <a:chExt cx="483125" cy="439750"/>
          </a:xfrm>
        </p:grpSpPr>
        <p:sp>
          <p:nvSpPr>
            <p:cNvPr id="8896" name="Google Shape;8896;p66"/>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97" name="Google Shape;8897;p66"/>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98" name="Google Shape;8898;p66"/>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99" name="Google Shape;8899;p66"/>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900" name="Google Shape;8900;p66"/>
          <p:cNvGrpSpPr/>
          <p:nvPr/>
        </p:nvGrpSpPr>
        <p:grpSpPr>
          <a:xfrm>
            <a:off x="5893867" y="3545107"/>
            <a:ext cx="344903" cy="340151"/>
            <a:chOff x="2079300" y="4399325"/>
            <a:chExt cx="489850" cy="483100"/>
          </a:xfrm>
        </p:grpSpPr>
        <p:sp>
          <p:nvSpPr>
            <p:cNvPr id="8901" name="Google Shape;8901;p66"/>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02" name="Google Shape;8902;p66"/>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903" name="Google Shape;8903;p66"/>
          <p:cNvSpPr/>
          <p:nvPr/>
        </p:nvSpPr>
        <p:spPr>
          <a:xfrm>
            <a:off x="6330757"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904" name="Google Shape;8904;p66"/>
          <p:cNvGrpSpPr/>
          <p:nvPr/>
        </p:nvGrpSpPr>
        <p:grpSpPr>
          <a:xfrm>
            <a:off x="6760439" y="3545107"/>
            <a:ext cx="276236" cy="340151"/>
            <a:chOff x="3316000" y="4399325"/>
            <a:chExt cx="392325" cy="483100"/>
          </a:xfrm>
        </p:grpSpPr>
        <p:sp>
          <p:nvSpPr>
            <p:cNvPr id="8905" name="Google Shape;8905;p66"/>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06" name="Google Shape;8906;p66"/>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907" name="Google Shape;8907;p66"/>
          <p:cNvGrpSpPr/>
          <p:nvPr/>
        </p:nvGrpSpPr>
        <p:grpSpPr>
          <a:xfrm>
            <a:off x="7185179" y="3545089"/>
            <a:ext cx="254022" cy="340186"/>
            <a:chOff x="3926225" y="4399275"/>
            <a:chExt cx="360775" cy="483150"/>
          </a:xfrm>
        </p:grpSpPr>
        <p:sp>
          <p:nvSpPr>
            <p:cNvPr id="8908" name="Google Shape;8908;p66"/>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09" name="Google Shape;8909;p66"/>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910" name="Google Shape;8910;p66"/>
          <p:cNvSpPr/>
          <p:nvPr/>
        </p:nvSpPr>
        <p:spPr>
          <a:xfrm>
            <a:off x="7645633"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911" name="Google Shape;8911;p66"/>
          <p:cNvGrpSpPr/>
          <p:nvPr/>
        </p:nvGrpSpPr>
        <p:grpSpPr>
          <a:xfrm>
            <a:off x="7990738" y="3545151"/>
            <a:ext cx="340080" cy="340063"/>
            <a:chOff x="5053975" y="4399375"/>
            <a:chExt cx="483000" cy="482975"/>
          </a:xfrm>
        </p:grpSpPr>
        <p:sp>
          <p:nvSpPr>
            <p:cNvPr id="8912" name="Google Shape;8912;p66"/>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13" name="Google Shape;8913;p66"/>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14" name="Google Shape;8914;p66"/>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915" name="Google Shape;8915;p66"/>
          <p:cNvGrpSpPr/>
          <p:nvPr/>
        </p:nvGrpSpPr>
        <p:grpSpPr>
          <a:xfrm>
            <a:off x="7750609" y="3956042"/>
            <a:ext cx="340168" cy="340168"/>
            <a:chOff x="5648375" y="4399300"/>
            <a:chExt cx="483125" cy="483125"/>
          </a:xfrm>
        </p:grpSpPr>
        <p:sp>
          <p:nvSpPr>
            <p:cNvPr id="8916" name="Google Shape;8916;p66"/>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17" name="Google Shape;8917;p66"/>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918" name="Google Shape;8918;p66"/>
          <p:cNvGrpSpPr/>
          <p:nvPr/>
        </p:nvGrpSpPr>
        <p:grpSpPr>
          <a:xfrm>
            <a:off x="5981331" y="3974637"/>
            <a:ext cx="330007" cy="302744"/>
            <a:chOff x="6239575" y="4416275"/>
            <a:chExt cx="489625" cy="449175"/>
          </a:xfrm>
        </p:grpSpPr>
        <p:sp>
          <p:nvSpPr>
            <p:cNvPr id="8919" name="Google Shape;8919;p66"/>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20" name="Google Shape;8920;p66"/>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21" name="Google Shape;8921;p66"/>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922" name="Google Shape;8922;p66"/>
          <p:cNvGrpSpPr/>
          <p:nvPr/>
        </p:nvGrpSpPr>
        <p:grpSpPr>
          <a:xfrm>
            <a:off x="3084610" y="3971815"/>
            <a:ext cx="308234" cy="308234"/>
            <a:chOff x="892750" y="4993750"/>
            <a:chExt cx="483125" cy="483125"/>
          </a:xfrm>
        </p:grpSpPr>
        <p:sp>
          <p:nvSpPr>
            <p:cNvPr id="8923" name="Google Shape;8923;p66"/>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24" name="Google Shape;8924;p66"/>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25" name="Google Shape;8925;p66"/>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926" name="Google Shape;8926;p66"/>
          <p:cNvGrpSpPr/>
          <p:nvPr/>
        </p:nvGrpSpPr>
        <p:grpSpPr>
          <a:xfrm>
            <a:off x="1491328" y="3979188"/>
            <a:ext cx="293982" cy="293982"/>
            <a:chOff x="2676100" y="4993750"/>
            <a:chExt cx="483125" cy="483125"/>
          </a:xfrm>
        </p:grpSpPr>
        <p:sp>
          <p:nvSpPr>
            <p:cNvPr id="8927" name="Google Shape;8927;p66"/>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28" name="Google Shape;8928;p66"/>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29" name="Google Shape;8929;p66"/>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930" name="Google Shape;8930;p66"/>
          <p:cNvGrpSpPr/>
          <p:nvPr/>
        </p:nvGrpSpPr>
        <p:grpSpPr>
          <a:xfrm>
            <a:off x="4322435" y="3971815"/>
            <a:ext cx="308234" cy="308234"/>
            <a:chOff x="3270550" y="4993750"/>
            <a:chExt cx="483125" cy="483125"/>
          </a:xfrm>
        </p:grpSpPr>
        <p:sp>
          <p:nvSpPr>
            <p:cNvPr id="8931" name="Google Shape;8931;p66"/>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32" name="Google Shape;8932;p66"/>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33" name="Google Shape;8933;p66"/>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934" name="Google Shape;8934;p66"/>
          <p:cNvSpPr/>
          <p:nvPr/>
        </p:nvSpPr>
        <p:spPr>
          <a:xfrm>
            <a:off x="1889555" y="3978931"/>
            <a:ext cx="293997" cy="294073"/>
          </a:xfrm>
          <a:custGeom>
            <a:avLst/>
            <a:gdLst/>
            <a:ahLst/>
            <a:cxnLst/>
            <a:rect l="l" t="t" r="r" b="b"/>
            <a:pathLst>
              <a:path w="19326" h="19331" extrusionOk="0">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935" name="Google Shape;8935;p66"/>
          <p:cNvGrpSpPr/>
          <p:nvPr/>
        </p:nvGrpSpPr>
        <p:grpSpPr>
          <a:xfrm>
            <a:off x="2288093" y="3979142"/>
            <a:ext cx="293997" cy="294073"/>
            <a:chOff x="4459450" y="4993700"/>
            <a:chExt cx="483150" cy="483275"/>
          </a:xfrm>
        </p:grpSpPr>
        <p:sp>
          <p:nvSpPr>
            <p:cNvPr id="8936" name="Google Shape;8936;p66"/>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37" name="Google Shape;8937;p66"/>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938" name="Google Shape;8938;p66"/>
          <p:cNvGrpSpPr/>
          <p:nvPr/>
        </p:nvGrpSpPr>
        <p:grpSpPr>
          <a:xfrm>
            <a:off x="3497219" y="3971815"/>
            <a:ext cx="308234" cy="308234"/>
            <a:chOff x="1487200" y="4993750"/>
            <a:chExt cx="483125" cy="483125"/>
          </a:xfrm>
        </p:grpSpPr>
        <p:sp>
          <p:nvSpPr>
            <p:cNvPr id="8939" name="Google Shape;8939;p66"/>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40" name="Google Shape;8940;p66"/>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941" name="Google Shape;8941;p66"/>
          <p:cNvGrpSpPr/>
          <p:nvPr/>
        </p:nvGrpSpPr>
        <p:grpSpPr>
          <a:xfrm>
            <a:off x="3909829" y="3971815"/>
            <a:ext cx="308234" cy="308234"/>
            <a:chOff x="2081650" y="4993750"/>
            <a:chExt cx="483125" cy="483125"/>
          </a:xfrm>
        </p:grpSpPr>
        <p:sp>
          <p:nvSpPr>
            <p:cNvPr id="8942" name="Google Shape;8942;p66"/>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43" name="Google Shape;8943;p66"/>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944" name="Google Shape;8944;p66"/>
          <p:cNvGrpSpPr/>
          <p:nvPr/>
        </p:nvGrpSpPr>
        <p:grpSpPr>
          <a:xfrm>
            <a:off x="2686471" y="3979142"/>
            <a:ext cx="293997" cy="294073"/>
            <a:chOff x="5053900" y="4993700"/>
            <a:chExt cx="483150" cy="483275"/>
          </a:xfrm>
        </p:grpSpPr>
        <p:sp>
          <p:nvSpPr>
            <p:cNvPr id="8945" name="Google Shape;8945;p66"/>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946" name="Google Shape;8946;p66"/>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947" name="Google Shape;8947;p66"/>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8951"/>
        <p:cNvGrpSpPr/>
        <p:nvPr/>
      </p:nvGrpSpPr>
      <p:grpSpPr>
        <a:xfrm>
          <a:off x="0" y="0"/>
          <a:ext cx="0" cy="0"/>
          <a:chOff x="0" y="0"/>
          <a:chExt cx="0" cy="0"/>
        </a:xfrm>
      </p:grpSpPr>
      <p:sp>
        <p:nvSpPr>
          <p:cNvPr id="8952" name="Google Shape;8952;p67"/>
          <p:cNvSpPr/>
          <p:nvPr/>
        </p:nvSpPr>
        <p:spPr>
          <a:xfrm>
            <a:off x="844100" y="1308173"/>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7"/>
          <p:cNvSpPr/>
          <p:nvPr/>
        </p:nvSpPr>
        <p:spPr>
          <a:xfrm>
            <a:off x="844104" y="1772778"/>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7"/>
          <p:cNvSpPr/>
          <p:nvPr/>
        </p:nvSpPr>
        <p:spPr>
          <a:xfrm>
            <a:off x="852434" y="2202562"/>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55" name="Google Shape;8955;p67"/>
          <p:cNvGrpSpPr/>
          <p:nvPr/>
        </p:nvGrpSpPr>
        <p:grpSpPr>
          <a:xfrm>
            <a:off x="2987728" y="1336070"/>
            <a:ext cx="371882" cy="373766"/>
            <a:chOff x="-41270450" y="1973375"/>
            <a:chExt cx="315850" cy="317450"/>
          </a:xfrm>
        </p:grpSpPr>
        <p:sp>
          <p:nvSpPr>
            <p:cNvPr id="8956" name="Google Shape;8956;p67"/>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7"/>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7"/>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7"/>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0" name="Google Shape;8960;p67"/>
          <p:cNvGrpSpPr/>
          <p:nvPr/>
        </p:nvGrpSpPr>
        <p:grpSpPr>
          <a:xfrm>
            <a:off x="3005407" y="1783026"/>
            <a:ext cx="395871" cy="372088"/>
            <a:chOff x="-41291625" y="2339025"/>
            <a:chExt cx="336225" cy="316025"/>
          </a:xfrm>
        </p:grpSpPr>
        <p:sp>
          <p:nvSpPr>
            <p:cNvPr id="8961" name="Google Shape;8961;p67"/>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7"/>
            <p:cNvSpPr/>
            <p:nvPr/>
          </p:nvSpPr>
          <p:spPr>
            <a:xfrm>
              <a:off x="-41234225" y="26208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63" name="Google Shape;8963;p67"/>
          <p:cNvSpPr/>
          <p:nvPr/>
        </p:nvSpPr>
        <p:spPr>
          <a:xfrm>
            <a:off x="2982027" y="1970041"/>
            <a:ext cx="0" cy="29"/>
          </a:xfrm>
          <a:custGeom>
            <a:avLst/>
            <a:gdLst/>
            <a:ahLst/>
            <a:cxnLst/>
            <a:rect l="l" t="t" r="r" b="b"/>
            <a:pathLst>
              <a:path h="1" extrusionOk="0">
                <a:moveTo>
                  <a:pt x="0"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7"/>
          <p:cNvSpPr/>
          <p:nvPr/>
        </p:nvSpPr>
        <p:spPr>
          <a:xfrm>
            <a:off x="3016426" y="2215314"/>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7"/>
          <p:cNvSpPr/>
          <p:nvPr/>
        </p:nvSpPr>
        <p:spPr>
          <a:xfrm>
            <a:off x="1807487" y="2652012"/>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7"/>
          <p:cNvSpPr/>
          <p:nvPr/>
        </p:nvSpPr>
        <p:spPr>
          <a:xfrm>
            <a:off x="1759274" y="3082043"/>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7"/>
          <p:cNvSpPr/>
          <p:nvPr/>
        </p:nvSpPr>
        <p:spPr>
          <a:xfrm>
            <a:off x="1735189" y="3576077"/>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7"/>
          <p:cNvSpPr/>
          <p:nvPr/>
        </p:nvSpPr>
        <p:spPr>
          <a:xfrm>
            <a:off x="3953247" y="2652248"/>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69" name="Google Shape;8969;p67"/>
          <p:cNvGrpSpPr/>
          <p:nvPr/>
        </p:nvGrpSpPr>
        <p:grpSpPr>
          <a:xfrm>
            <a:off x="1229534" y="1308077"/>
            <a:ext cx="396931" cy="373147"/>
            <a:chOff x="-42804750" y="1949600"/>
            <a:chExt cx="337125" cy="316925"/>
          </a:xfrm>
        </p:grpSpPr>
        <p:sp>
          <p:nvSpPr>
            <p:cNvPr id="8970" name="Google Shape;8970;p67"/>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7"/>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7"/>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3" name="Google Shape;8973;p67"/>
          <p:cNvGrpSpPr/>
          <p:nvPr/>
        </p:nvGrpSpPr>
        <p:grpSpPr>
          <a:xfrm>
            <a:off x="1292211" y="1760773"/>
            <a:ext cx="335706" cy="364258"/>
            <a:chOff x="-42778750" y="2320125"/>
            <a:chExt cx="285125" cy="309375"/>
          </a:xfrm>
        </p:grpSpPr>
        <p:sp>
          <p:nvSpPr>
            <p:cNvPr id="8974" name="Google Shape;8974;p67"/>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7"/>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6" name="Google Shape;8976;p67"/>
          <p:cNvGrpSpPr/>
          <p:nvPr/>
        </p:nvGrpSpPr>
        <p:grpSpPr>
          <a:xfrm>
            <a:off x="1269879" y="2207778"/>
            <a:ext cx="375591" cy="374678"/>
            <a:chOff x="-42796875" y="2680675"/>
            <a:chExt cx="319000" cy="318225"/>
          </a:xfrm>
        </p:grpSpPr>
        <p:sp>
          <p:nvSpPr>
            <p:cNvPr id="8977" name="Google Shape;8977;p67"/>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7"/>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7"/>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7"/>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7"/>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82" name="Google Shape;8982;p67"/>
          <p:cNvSpPr/>
          <p:nvPr/>
        </p:nvSpPr>
        <p:spPr>
          <a:xfrm>
            <a:off x="3439644" y="1333692"/>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7"/>
          <p:cNvSpPr/>
          <p:nvPr/>
        </p:nvSpPr>
        <p:spPr>
          <a:xfrm>
            <a:off x="3459773" y="1815159"/>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7"/>
          <p:cNvSpPr/>
          <p:nvPr/>
        </p:nvSpPr>
        <p:spPr>
          <a:xfrm>
            <a:off x="3469303" y="2215314"/>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7"/>
          <p:cNvSpPr/>
          <p:nvPr/>
        </p:nvSpPr>
        <p:spPr>
          <a:xfrm>
            <a:off x="2230466" y="2652012"/>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7"/>
          <p:cNvSpPr/>
          <p:nvPr/>
        </p:nvSpPr>
        <p:spPr>
          <a:xfrm>
            <a:off x="2117481" y="3435574"/>
            <a:ext cx="29" cy="29"/>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87" name="Google Shape;8987;p67"/>
          <p:cNvGrpSpPr/>
          <p:nvPr/>
        </p:nvGrpSpPr>
        <p:grpSpPr>
          <a:xfrm>
            <a:off x="2168150" y="3086053"/>
            <a:ext cx="390426" cy="369586"/>
            <a:chOff x="-39055650" y="2315975"/>
            <a:chExt cx="331600" cy="313900"/>
          </a:xfrm>
        </p:grpSpPr>
        <p:sp>
          <p:nvSpPr>
            <p:cNvPr id="8988" name="Google Shape;8988;p67"/>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7"/>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90" name="Google Shape;8990;p67"/>
          <p:cNvSpPr/>
          <p:nvPr/>
        </p:nvSpPr>
        <p:spPr>
          <a:xfrm>
            <a:off x="2174857" y="3604055"/>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7"/>
          <p:cNvSpPr/>
          <p:nvPr/>
        </p:nvSpPr>
        <p:spPr>
          <a:xfrm>
            <a:off x="3995440" y="3071387"/>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92" name="Google Shape;8992;p67"/>
          <p:cNvGrpSpPr/>
          <p:nvPr/>
        </p:nvGrpSpPr>
        <p:grpSpPr>
          <a:xfrm>
            <a:off x="1659816" y="1308254"/>
            <a:ext cx="380241" cy="371793"/>
            <a:chOff x="-42430625" y="1949750"/>
            <a:chExt cx="322950" cy="315775"/>
          </a:xfrm>
        </p:grpSpPr>
        <p:sp>
          <p:nvSpPr>
            <p:cNvPr id="8993" name="Google Shape;8993;p67"/>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7"/>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7"/>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7"/>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97" name="Google Shape;8997;p67"/>
          <p:cNvSpPr/>
          <p:nvPr/>
        </p:nvSpPr>
        <p:spPr>
          <a:xfrm>
            <a:off x="1719036" y="1755820"/>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7"/>
          <p:cNvSpPr/>
          <p:nvPr/>
        </p:nvSpPr>
        <p:spPr>
          <a:xfrm>
            <a:off x="1696509" y="2188264"/>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7"/>
          <p:cNvSpPr/>
          <p:nvPr/>
        </p:nvSpPr>
        <p:spPr>
          <a:xfrm>
            <a:off x="3917021" y="1342493"/>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7"/>
          <p:cNvSpPr/>
          <p:nvPr/>
        </p:nvSpPr>
        <p:spPr>
          <a:xfrm>
            <a:off x="3936416" y="1781781"/>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7"/>
          <p:cNvSpPr/>
          <p:nvPr/>
        </p:nvSpPr>
        <p:spPr>
          <a:xfrm>
            <a:off x="3906859" y="2214107"/>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7"/>
          <p:cNvSpPr/>
          <p:nvPr/>
        </p:nvSpPr>
        <p:spPr>
          <a:xfrm>
            <a:off x="2616350" y="2648981"/>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03" name="Google Shape;9003;p67"/>
          <p:cNvGrpSpPr/>
          <p:nvPr/>
        </p:nvGrpSpPr>
        <p:grpSpPr>
          <a:xfrm>
            <a:off x="2623344" y="3084199"/>
            <a:ext cx="372824" cy="372058"/>
            <a:chOff x="-38686275" y="2314400"/>
            <a:chExt cx="316650" cy="316000"/>
          </a:xfrm>
        </p:grpSpPr>
        <p:sp>
          <p:nvSpPr>
            <p:cNvPr id="9004" name="Google Shape;9004;p67"/>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7"/>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6" name="Google Shape;9006;p67"/>
          <p:cNvGrpSpPr/>
          <p:nvPr/>
        </p:nvGrpSpPr>
        <p:grpSpPr>
          <a:xfrm>
            <a:off x="2621946" y="3576239"/>
            <a:ext cx="375620" cy="373736"/>
            <a:chOff x="-38686275" y="2682250"/>
            <a:chExt cx="319025" cy="317425"/>
          </a:xfrm>
        </p:grpSpPr>
        <p:sp>
          <p:nvSpPr>
            <p:cNvPr id="9007" name="Google Shape;9007;p67"/>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7"/>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9" name="Google Shape;9009;p67"/>
          <p:cNvGrpSpPr/>
          <p:nvPr/>
        </p:nvGrpSpPr>
        <p:grpSpPr>
          <a:xfrm>
            <a:off x="3940328" y="3574782"/>
            <a:ext cx="391368" cy="376650"/>
            <a:chOff x="-37534750" y="2668075"/>
            <a:chExt cx="332400" cy="319900"/>
          </a:xfrm>
        </p:grpSpPr>
        <p:sp>
          <p:nvSpPr>
            <p:cNvPr id="9010" name="Google Shape;9010;p67"/>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67"/>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12" name="Google Shape;9012;p67"/>
          <p:cNvSpPr/>
          <p:nvPr/>
        </p:nvSpPr>
        <p:spPr>
          <a:xfrm>
            <a:off x="2106751" y="1307496"/>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13" name="Google Shape;9013;p67"/>
          <p:cNvGrpSpPr/>
          <p:nvPr/>
        </p:nvGrpSpPr>
        <p:grpSpPr>
          <a:xfrm>
            <a:off x="2131694" y="1755917"/>
            <a:ext cx="375591" cy="374060"/>
            <a:chOff x="-42062025" y="2316000"/>
            <a:chExt cx="319000" cy="317700"/>
          </a:xfrm>
        </p:grpSpPr>
        <p:sp>
          <p:nvSpPr>
            <p:cNvPr id="9014" name="Google Shape;9014;p67"/>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7"/>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16" name="Google Shape;9016;p67"/>
          <p:cNvSpPr/>
          <p:nvPr/>
        </p:nvSpPr>
        <p:spPr>
          <a:xfrm>
            <a:off x="2135027" y="2187352"/>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17" name="Google Shape;9017;p67"/>
          <p:cNvGrpSpPr/>
          <p:nvPr/>
        </p:nvGrpSpPr>
        <p:grpSpPr>
          <a:xfrm>
            <a:off x="876569" y="2667020"/>
            <a:ext cx="330143" cy="368173"/>
            <a:chOff x="-40150450" y="1977325"/>
            <a:chExt cx="280400" cy="312700"/>
          </a:xfrm>
        </p:grpSpPr>
        <p:sp>
          <p:nvSpPr>
            <p:cNvPr id="9018" name="Google Shape;9018;p67"/>
            <p:cNvSpPr/>
            <p:nvPr/>
          </p:nvSpPr>
          <p:spPr>
            <a:xfrm>
              <a:off x="-40052800" y="204112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7"/>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7"/>
            <p:cNvSpPr/>
            <p:nvPr/>
          </p:nvSpPr>
          <p:spPr>
            <a:xfrm>
              <a:off x="-39925200" y="210807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7"/>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2" name="Google Shape;9022;p67"/>
          <p:cNvGrpSpPr/>
          <p:nvPr/>
        </p:nvGrpSpPr>
        <p:grpSpPr>
          <a:xfrm>
            <a:off x="870534" y="3126239"/>
            <a:ext cx="342211" cy="372824"/>
            <a:chOff x="-40160700" y="2339625"/>
            <a:chExt cx="290650" cy="316650"/>
          </a:xfrm>
        </p:grpSpPr>
        <p:sp>
          <p:nvSpPr>
            <p:cNvPr id="9023" name="Google Shape;9023;p67"/>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7"/>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7"/>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7"/>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7" name="Google Shape;9027;p67"/>
          <p:cNvGrpSpPr/>
          <p:nvPr/>
        </p:nvGrpSpPr>
        <p:grpSpPr>
          <a:xfrm>
            <a:off x="852359" y="3576695"/>
            <a:ext cx="375591" cy="372824"/>
            <a:chOff x="-40171725" y="2705875"/>
            <a:chExt cx="319000" cy="316650"/>
          </a:xfrm>
        </p:grpSpPr>
        <p:sp>
          <p:nvSpPr>
            <p:cNvPr id="9028" name="Google Shape;9028;p67"/>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67"/>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0" name="Google Shape;9030;p67"/>
          <p:cNvGrpSpPr/>
          <p:nvPr/>
        </p:nvGrpSpPr>
        <p:grpSpPr>
          <a:xfrm>
            <a:off x="3109957" y="2651151"/>
            <a:ext cx="272686" cy="373766"/>
            <a:chOff x="-38275925" y="1946600"/>
            <a:chExt cx="231600" cy="317450"/>
          </a:xfrm>
        </p:grpSpPr>
        <p:sp>
          <p:nvSpPr>
            <p:cNvPr id="9031" name="Google Shape;9031;p67"/>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67"/>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33" name="Google Shape;9033;p67"/>
          <p:cNvSpPr/>
          <p:nvPr/>
        </p:nvSpPr>
        <p:spPr>
          <a:xfrm>
            <a:off x="3057873" y="3082867"/>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7"/>
          <p:cNvSpPr/>
          <p:nvPr/>
        </p:nvSpPr>
        <p:spPr>
          <a:xfrm>
            <a:off x="3137950" y="3575768"/>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5" name="Google Shape;9035;p67"/>
          <p:cNvGrpSpPr/>
          <p:nvPr/>
        </p:nvGrpSpPr>
        <p:grpSpPr>
          <a:xfrm>
            <a:off x="2173841" y="4048593"/>
            <a:ext cx="382096" cy="371911"/>
            <a:chOff x="-37190575" y="1951325"/>
            <a:chExt cx="324525" cy="315875"/>
          </a:xfrm>
        </p:grpSpPr>
        <p:sp>
          <p:nvSpPr>
            <p:cNvPr id="9036" name="Google Shape;9036;p67"/>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7"/>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7"/>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7"/>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7"/>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41" name="Google Shape;9041;p67"/>
          <p:cNvSpPr/>
          <p:nvPr/>
        </p:nvSpPr>
        <p:spPr>
          <a:xfrm>
            <a:off x="2541596" y="1305641"/>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42" name="Google Shape;9042;p67"/>
          <p:cNvGrpSpPr/>
          <p:nvPr/>
        </p:nvGrpSpPr>
        <p:grpSpPr>
          <a:xfrm>
            <a:off x="2574144" y="1834744"/>
            <a:ext cx="373736" cy="293055"/>
            <a:chOff x="-41694200" y="2382950"/>
            <a:chExt cx="317425" cy="248900"/>
          </a:xfrm>
        </p:grpSpPr>
        <p:sp>
          <p:nvSpPr>
            <p:cNvPr id="9043" name="Google Shape;9043;p67"/>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7"/>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5" name="Google Shape;9045;p67"/>
          <p:cNvGrpSpPr/>
          <p:nvPr/>
        </p:nvGrpSpPr>
        <p:grpSpPr>
          <a:xfrm>
            <a:off x="2570967" y="2188052"/>
            <a:ext cx="375591" cy="373766"/>
            <a:chOff x="-41695775" y="2683025"/>
            <a:chExt cx="319000" cy="317450"/>
          </a:xfrm>
        </p:grpSpPr>
        <p:sp>
          <p:nvSpPr>
            <p:cNvPr id="9046" name="Google Shape;9046;p67"/>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7"/>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7"/>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9" name="Google Shape;9049;p67"/>
          <p:cNvGrpSpPr/>
          <p:nvPr/>
        </p:nvGrpSpPr>
        <p:grpSpPr>
          <a:xfrm>
            <a:off x="1313266" y="2680822"/>
            <a:ext cx="342211" cy="375620"/>
            <a:chOff x="-39792875" y="1971800"/>
            <a:chExt cx="290650" cy="319025"/>
          </a:xfrm>
        </p:grpSpPr>
        <p:sp>
          <p:nvSpPr>
            <p:cNvPr id="9050" name="Google Shape;9050;p67"/>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7"/>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52" name="Google Shape;9052;p67"/>
          <p:cNvSpPr/>
          <p:nvPr/>
        </p:nvSpPr>
        <p:spPr>
          <a:xfrm>
            <a:off x="1296433" y="3576475"/>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53" name="Google Shape;9053;p67"/>
          <p:cNvGrpSpPr/>
          <p:nvPr/>
        </p:nvGrpSpPr>
        <p:grpSpPr>
          <a:xfrm>
            <a:off x="3490328" y="2653006"/>
            <a:ext cx="383950" cy="372618"/>
            <a:chOff x="-37956150" y="1948175"/>
            <a:chExt cx="326100" cy="316475"/>
          </a:xfrm>
        </p:grpSpPr>
        <p:sp>
          <p:nvSpPr>
            <p:cNvPr id="9054" name="Google Shape;9054;p67"/>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7"/>
            <p:cNvSpPr/>
            <p:nvPr/>
          </p:nvSpPr>
          <p:spPr>
            <a:xfrm>
              <a:off x="-37729300" y="20545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67"/>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7" name="Google Shape;9057;p67"/>
          <p:cNvGrpSpPr/>
          <p:nvPr/>
        </p:nvGrpSpPr>
        <p:grpSpPr>
          <a:xfrm>
            <a:off x="1323705" y="3129047"/>
            <a:ext cx="324609" cy="374825"/>
            <a:chOff x="-39783425" y="2337925"/>
            <a:chExt cx="275700" cy="318350"/>
          </a:xfrm>
        </p:grpSpPr>
        <p:sp>
          <p:nvSpPr>
            <p:cNvPr id="9058" name="Google Shape;9058;p67"/>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7"/>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0" name="Google Shape;9060;p67"/>
          <p:cNvGrpSpPr/>
          <p:nvPr/>
        </p:nvGrpSpPr>
        <p:grpSpPr>
          <a:xfrm>
            <a:off x="3497847" y="3160259"/>
            <a:ext cx="375620" cy="243015"/>
            <a:chOff x="-37953000" y="2379000"/>
            <a:chExt cx="319025" cy="206400"/>
          </a:xfrm>
        </p:grpSpPr>
        <p:sp>
          <p:nvSpPr>
            <p:cNvPr id="9061" name="Google Shape;9061;p67"/>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7"/>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67"/>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67"/>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7"/>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66" name="Google Shape;9066;p67"/>
          <p:cNvSpPr/>
          <p:nvPr/>
        </p:nvSpPr>
        <p:spPr>
          <a:xfrm>
            <a:off x="3490950" y="3575768"/>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7"/>
          <p:cNvSpPr/>
          <p:nvPr/>
        </p:nvSpPr>
        <p:spPr>
          <a:xfrm>
            <a:off x="2669201" y="4047649"/>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7"/>
          <p:cNvSpPr txBox="1">
            <a:spLocks noGrp="1"/>
          </p:cNvSpPr>
          <p:nvPr>
            <p:ph type="title" idx="4294967295"/>
          </p:nvPr>
        </p:nvSpPr>
        <p:spPr>
          <a:xfrm>
            <a:off x="849675" y="722092"/>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069" name="Google Shape;9069;p67"/>
          <p:cNvSpPr txBox="1">
            <a:spLocks noGrp="1"/>
          </p:cNvSpPr>
          <p:nvPr>
            <p:ph type="title" idx="4294967295"/>
          </p:nvPr>
        </p:nvSpPr>
        <p:spPr>
          <a:xfrm>
            <a:off x="4858400" y="722092"/>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9070" name="Google Shape;9070;p67"/>
          <p:cNvSpPr/>
          <p:nvPr/>
        </p:nvSpPr>
        <p:spPr>
          <a:xfrm>
            <a:off x="486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71" name="Google Shape;9071;p67"/>
          <p:cNvGrpSpPr/>
          <p:nvPr/>
        </p:nvGrpSpPr>
        <p:grpSpPr>
          <a:xfrm>
            <a:off x="4865594" y="1782519"/>
            <a:ext cx="354107" cy="355063"/>
            <a:chOff x="-28467625" y="2331750"/>
            <a:chExt cx="296150" cy="296950"/>
          </a:xfrm>
        </p:grpSpPr>
        <p:sp>
          <p:nvSpPr>
            <p:cNvPr id="9072" name="Google Shape;9072;p67"/>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7"/>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4" name="Google Shape;9074;p67"/>
          <p:cNvGrpSpPr/>
          <p:nvPr/>
        </p:nvGrpSpPr>
        <p:grpSpPr>
          <a:xfrm>
            <a:off x="4879719" y="2225601"/>
            <a:ext cx="325858" cy="351327"/>
            <a:chOff x="-28461325" y="2701925"/>
            <a:chExt cx="272525" cy="293825"/>
          </a:xfrm>
        </p:grpSpPr>
        <p:sp>
          <p:nvSpPr>
            <p:cNvPr id="9075" name="Google Shape;9075;p67"/>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7"/>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7"/>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8" name="Google Shape;9078;p67"/>
          <p:cNvGrpSpPr/>
          <p:nvPr/>
        </p:nvGrpSpPr>
        <p:grpSpPr>
          <a:xfrm>
            <a:off x="7103910" y="1399238"/>
            <a:ext cx="354107" cy="226974"/>
            <a:chOff x="-26585200" y="2025375"/>
            <a:chExt cx="296150" cy="189825"/>
          </a:xfrm>
        </p:grpSpPr>
        <p:sp>
          <p:nvSpPr>
            <p:cNvPr id="9079" name="Google Shape;9079;p67"/>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7"/>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7"/>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67"/>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67"/>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4" name="Google Shape;9084;p67"/>
          <p:cNvGrpSpPr/>
          <p:nvPr/>
        </p:nvGrpSpPr>
        <p:grpSpPr>
          <a:xfrm>
            <a:off x="7104373" y="1783461"/>
            <a:ext cx="353180" cy="353180"/>
            <a:chOff x="-26584425" y="2340425"/>
            <a:chExt cx="295375" cy="295375"/>
          </a:xfrm>
        </p:grpSpPr>
        <p:sp>
          <p:nvSpPr>
            <p:cNvPr id="9085" name="Google Shape;9085;p67"/>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7"/>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7"/>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7"/>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7"/>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0" name="Google Shape;9090;p67"/>
          <p:cNvGrpSpPr/>
          <p:nvPr/>
        </p:nvGrpSpPr>
        <p:grpSpPr>
          <a:xfrm>
            <a:off x="7099202" y="2224555"/>
            <a:ext cx="363523" cy="353419"/>
            <a:chOff x="-26585200" y="2710400"/>
            <a:chExt cx="304025" cy="295575"/>
          </a:xfrm>
        </p:grpSpPr>
        <p:sp>
          <p:nvSpPr>
            <p:cNvPr id="9091" name="Google Shape;9091;p67"/>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7"/>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7"/>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7"/>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7"/>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7"/>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7"/>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67"/>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67"/>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7"/>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7"/>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7"/>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3" name="Google Shape;9103;p67"/>
          <p:cNvGrpSpPr/>
          <p:nvPr/>
        </p:nvGrpSpPr>
        <p:grpSpPr>
          <a:xfrm>
            <a:off x="5754337" y="2666033"/>
            <a:ext cx="354136" cy="353210"/>
            <a:chOff x="-24709875" y="1970225"/>
            <a:chExt cx="296175" cy="295400"/>
          </a:xfrm>
        </p:grpSpPr>
        <p:sp>
          <p:nvSpPr>
            <p:cNvPr id="9104" name="Google Shape;9104;p67"/>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67"/>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6" name="Google Shape;9106;p67"/>
          <p:cNvGrpSpPr/>
          <p:nvPr/>
        </p:nvGrpSpPr>
        <p:grpSpPr>
          <a:xfrm>
            <a:off x="5786352" y="3112911"/>
            <a:ext cx="290107" cy="354107"/>
            <a:chOff x="-24683100" y="2340425"/>
            <a:chExt cx="242625" cy="296150"/>
          </a:xfrm>
        </p:grpSpPr>
        <p:sp>
          <p:nvSpPr>
            <p:cNvPr id="9107" name="Google Shape;9107;p67"/>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67"/>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7"/>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7"/>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11" name="Google Shape;9111;p67"/>
          <p:cNvSpPr/>
          <p:nvPr/>
        </p:nvSpPr>
        <p:spPr>
          <a:xfrm>
            <a:off x="578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12" name="Google Shape;9112;p67"/>
          <p:cNvGrpSpPr/>
          <p:nvPr/>
        </p:nvGrpSpPr>
        <p:grpSpPr>
          <a:xfrm>
            <a:off x="7992594" y="2666033"/>
            <a:ext cx="360713" cy="353210"/>
            <a:chOff x="-22881800" y="1971800"/>
            <a:chExt cx="301675" cy="295400"/>
          </a:xfrm>
        </p:grpSpPr>
        <p:sp>
          <p:nvSpPr>
            <p:cNvPr id="9113" name="Google Shape;9113;p67"/>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67"/>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7"/>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7"/>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7"/>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7"/>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19" name="Google Shape;9119;p67"/>
          <p:cNvSpPr/>
          <p:nvPr/>
        </p:nvSpPr>
        <p:spPr>
          <a:xfrm>
            <a:off x="532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7"/>
          <p:cNvSpPr/>
          <p:nvPr/>
        </p:nvSpPr>
        <p:spPr>
          <a:xfrm>
            <a:off x="530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21" name="Google Shape;9121;p67"/>
          <p:cNvGrpSpPr/>
          <p:nvPr/>
        </p:nvGrpSpPr>
        <p:grpSpPr>
          <a:xfrm>
            <a:off x="5368939" y="2224196"/>
            <a:ext cx="227930" cy="354136"/>
            <a:chOff x="-28043900" y="2701925"/>
            <a:chExt cx="190625" cy="296175"/>
          </a:xfrm>
        </p:grpSpPr>
        <p:sp>
          <p:nvSpPr>
            <p:cNvPr id="9122" name="Google Shape;9122;p67"/>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7"/>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7"/>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7"/>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7"/>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7" name="Google Shape;9127;p67"/>
          <p:cNvGrpSpPr/>
          <p:nvPr/>
        </p:nvGrpSpPr>
        <p:grpSpPr>
          <a:xfrm>
            <a:off x="7541805" y="1336135"/>
            <a:ext cx="354136" cy="353180"/>
            <a:chOff x="-26215025" y="1971025"/>
            <a:chExt cx="296175" cy="295375"/>
          </a:xfrm>
        </p:grpSpPr>
        <p:sp>
          <p:nvSpPr>
            <p:cNvPr id="9128" name="Google Shape;9128;p67"/>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7"/>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67"/>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7"/>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7"/>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7"/>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7"/>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7"/>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6" name="Google Shape;9136;p67"/>
          <p:cNvGrpSpPr/>
          <p:nvPr/>
        </p:nvGrpSpPr>
        <p:grpSpPr>
          <a:xfrm>
            <a:off x="7541327" y="1783924"/>
            <a:ext cx="355093" cy="352253"/>
            <a:chOff x="-26215825" y="2341200"/>
            <a:chExt cx="296975" cy="294600"/>
          </a:xfrm>
        </p:grpSpPr>
        <p:sp>
          <p:nvSpPr>
            <p:cNvPr id="9137" name="Google Shape;9137;p67"/>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7"/>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9" name="Google Shape;9139;p67"/>
          <p:cNvGrpSpPr/>
          <p:nvPr/>
        </p:nvGrpSpPr>
        <p:grpSpPr>
          <a:xfrm>
            <a:off x="7573357" y="2224674"/>
            <a:ext cx="291033" cy="353180"/>
            <a:chOff x="-26179575" y="2710600"/>
            <a:chExt cx="243400" cy="295375"/>
          </a:xfrm>
        </p:grpSpPr>
        <p:sp>
          <p:nvSpPr>
            <p:cNvPr id="9140" name="Google Shape;9140;p67"/>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7"/>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7"/>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3" name="Google Shape;9143;p67"/>
          <p:cNvGrpSpPr/>
          <p:nvPr/>
        </p:nvGrpSpPr>
        <p:grpSpPr>
          <a:xfrm>
            <a:off x="6212417" y="2666048"/>
            <a:ext cx="337187" cy="353180"/>
            <a:chOff x="-24328675" y="1971025"/>
            <a:chExt cx="282000" cy="295375"/>
          </a:xfrm>
        </p:grpSpPr>
        <p:sp>
          <p:nvSpPr>
            <p:cNvPr id="9144" name="Google Shape;9144;p67"/>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7"/>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6" name="Google Shape;9146;p67"/>
          <p:cNvGrpSpPr/>
          <p:nvPr/>
        </p:nvGrpSpPr>
        <p:grpSpPr>
          <a:xfrm>
            <a:off x="6214778" y="3113374"/>
            <a:ext cx="332464" cy="353180"/>
            <a:chOff x="-24330250" y="2340425"/>
            <a:chExt cx="278050" cy="295375"/>
          </a:xfrm>
        </p:grpSpPr>
        <p:sp>
          <p:nvSpPr>
            <p:cNvPr id="9147" name="Google Shape;9147;p67"/>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7"/>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7"/>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7"/>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7"/>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7"/>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7"/>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4" name="Google Shape;9154;p67"/>
          <p:cNvGrpSpPr/>
          <p:nvPr/>
        </p:nvGrpSpPr>
        <p:grpSpPr>
          <a:xfrm>
            <a:off x="6204420" y="3554587"/>
            <a:ext cx="353180" cy="353180"/>
            <a:chOff x="-24338900" y="2710600"/>
            <a:chExt cx="295375" cy="295375"/>
          </a:xfrm>
        </p:grpSpPr>
        <p:sp>
          <p:nvSpPr>
            <p:cNvPr id="9155" name="Google Shape;9155;p67"/>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7"/>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7" name="Google Shape;9157;p67"/>
          <p:cNvGrpSpPr/>
          <p:nvPr/>
        </p:nvGrpSpPr>
        <p:grpSpPr>
          <a:xfrm>
            <a:off x="7995419" y="3113972"/>
            <a:ext cx="355063" cy="351984"/>
            <a:chOff x="-22859750" y="2335900"/>
            <a:chExt cx="296950" cy="294375"/>
          </a:xfrm>
        </p:grpSpPr>
        <p:sp>
          <p:nvSpPr>
            <p:cNvPr id="9158" name="Google Shape;9158;p67"/>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7"/>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7"/>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1" name="Google Shape;9161;p67"/>
          <p:cNvGrpSpPr/>
          <p:nvPr/>
        </p:nvGrpSpPr>
        <p:grpSpPr>
          <a:xfrm>
            <a:off x="5774767" y="1336120"/>
            <a:ext cx="311749" cy="353210"/>
            <a:chOff x="-27710725" y="1959200"/>
            <a:chExt cx="260725" cy="295400"/>
          </a:xfrm>
        </p:grpSpPr>
        <p:sp>
          <p:nvSpPr>
            <p:cNvPr id="9162" name="Google Shape;9162;p67"/>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7"/>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4" name="Google Shape;9164;p67"/>
          <p:cNvGrpSpPr/>
          <p:nvPr/>
        </p:nvGrpSpPr>
        <p:grpSpPr>
          <a:xfrm>
            <a:off x="5752631" y="1844666"/>
            <a:ext cx="356020" cy="230770"/>
            <a:chOff x="-27728850" y="2382950"/>
            <a:chExt cx="297750" cy="193000"/>
          </a:xfrm>
        </p:grpSpPr>
        <p:sp>
          <p:nvSpPr>
            <p:cNvPr id="9165" name="Google Shape;9165;p67"/>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7"/>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7"/>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68" name="Google Shape;9168;p67"/>
          <p:cNvSpPr/>
          <p:nvPr/>
        </p:nvSpPr>
        <p:spPr>
          <a:xfrm>
            <a:off x="575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7"/>
          <p:cNvSpPr/>
          <p:nvPr/>
        </p:nvSpPr>
        <p:spPr>
          <a:xfrm>
            <a:off x="798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70" name="Google Shape;9170;p67"/>
          <p:cNvGrpSpPr/>
          <p:nvPr/>
        </p:nvGrpSpPr>
        <p:grpSpPr>
          <a:xfrm>
            <a:off x="7983975" y="1792877"/>
            <a:ext cx="354136" cy="334348"/>
            <a:chOff x="-25844850" y="2357750"/>
            <a:chExt cx="296175" cy="279625"/>
          </a:xfrm>
        </p:grpSpPr>
        <p:sp>
          <p:nvSpPr>
            <p:cNvPr id="9171" name="Google Shape;9171;p67"/>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7"/>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7"/>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7"/>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7"/>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7"/>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77" name="Google Shape;9177;p67"/>
          <p:cNvSpPr/>
          <p:nvPr/>
        </p:nvSpPr>
        <p:spPr>
          <a:xfrm>
            <a:off x="798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78" name="Google Shape;9178;p67"/>
          <p:cNvGrpSpPr/>
          <p:nvPr/>
        </p:nvGrpSpPr>
        <p:grpSpPr>
          <a:xfrm>
            <a:off x="6712883" y="2666033"/>
            <a:ext cx="228887" cy="353210"/>
            <a:chOff x="-23917525" y="1970225"/>
            <a:chExt cx="191425" cy="295400"/>
          </a:xfrm>
        </p:grpSpPr>
        <p:sp>
          <p:nvSpPr>
            <p:cNvPr id="9179" name="Google Shape;9179;p67"/>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7"/>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7"/>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2" name="Google Shape;9182;p67"/>
          <p:cNvGrpSpPr/>
          <p:nvPr/>
        </p:nvGrpSpPr>
        <p:grpSpPr>
          <a:xfrm>
            <a:off x="6668164" y="3112911"/>
            <a:ext cx="318325" cy="354107"/>
            <a:chOff x="-23952175" y="2340425"/>
            <a:chExt cx="266225" cy="296150"/>
          </a:xfrm>
        </p:grpSpPr>
        <p:sp>
          <p:nvSpPr>
            <p:cNvPr id="9183" name="Google Shape;9183;p67"/>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7"/>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85" name="Google Shape;9185;p67"/>
          <p:cNvSpPr/>
          <p:nvPr/>
        </p:nvSpPr>
        <p:spPr>
          <a:xfrm>
            <a:off x="664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86" name="Google Shape;9186;p67"/>
          <p:cNvGrpSpPr/>
          <p:nvPr/>
        </p:nvGrpSpPr>
        <p:grpSpPr>
          <a:xfrm>
            <a:off x="8053336" y="3553167"/>
            <a:ext cx="239230" cy="356020"/>
            <a:chOff x="-22811700" y="2700350"/>
            <a:chExt cx="200075" cy="297750"/>
          </a:xfrm>
        </p:grpSpPr>
        <p:sp>
          <p:nvSpPr>
            <p:cNvPr id="9187" name="Google Shape;9187;p67"/>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7"/>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7"/>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0" name="Google Shape;9190;p67"/>
          <p:cNvGrpSpPr/>
          <p:nvPr/>
        </p:nvGrpSpPr>
        <p:grpSpPr>
          <a:xfrm>
            <a:off x="6201787" y="1335656"/>
            <a:ext cx="355063" cy="354136"/>
            <a:chOff x="-27358650" y="1961575"/>
            <a:chExt cx="296950" cy="296175"/>
          </a:xfrm>
        </p:grpSpPr>
        <p:sp>
          <p:nvSpPr>
            <p:cNvPr id="9191" name="Google Shape;9191;p67"/>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7"/>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93" name="Google Shape;9193;p67"/>
          <p:cNvSpPr/>
          <p:nvPr/>
        </p:nvSpPr>
        <p:spPr>
          <a:xfrm>
            <a:off x="624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7"/>
          <p:cNvSpPr/>
          <p:nvPr/>
        </p:nvSpPr>
        <p:spPr>
          <a:xfrm>
            <a:off x="620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95" name="Google Shape;9195;p67"/>
          <p:cNvGrpSpPr/>
          <p:nvPr/>
        </p:nvGrpSpPr>
        <p:grpSpPr>
          <a:xfrm>
            <a:off x="7100357" y="2666048"/>
            <a:ext cx="354136" cy="353180"/>
            <a:chOff x="-23599325" y="1971025"/>
            <a:chExt cx="296175" cy="295375"/>
          </a:xfrm>
        </p:grpSpPr>
        <p:sp>
          <p:nvSpPr>
            <p:cNvPr id="9196" name="Google Shape;9196;p67"/>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7"/>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98" name="Google Shape;9198;p67"/>
          <p:cNvSpPr/>
          <p:nvPr/>
        </p:nvSpPr>
        <p:spPr>
          <a:xfrm>
            <a:off x="710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7"/>
          <p:cNvSpPr/>
          <p:nvPr/>
        </p:nvSpPr>
        <p:spPr>
          <a:xfrm>
            <a:off x="709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67"/>
          <p:cNvSpPr/>
          <p:nvPr/>
        </p:nvSpPr>
        <p:spPr>
          <a:xfrm>
            <a:off x="620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01" name="Google Shape;9201;p67"/>
          <p:cNvGrpSpPr/>
          <p:nvPr/>
        </p:nvGrpSpPr>
        <p:grpSpPr>
          <a:xfrm>
            <a:off x="6644801" y="1335776"/>
            <a:ext cx="360713" cy="353897"/>
            <a:chOff x="-26993200" y="1961775"/>
            <a:chExt cx="301675" cy="295975"/>
          </a:xfrm>
        </p:grpSpPr>
        <p:sp>
          <p:nvSpPr>
            <p:cNvPr id="9202" name="Google Shape;9202;p67"/>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7"/>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7"/>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5" name="Google Shape;9205;p67"/>
          <p:cNvGrpSpPr/>
          <p:nvPr/>
        </p:nvGrpSpPr>
        <p:grpSpPr>
          <a:xfrm>
            <a:off x="6669761" y="1783461"/>
            <a:ext cx="310792" cy="353180"/>
            <a:chOff x="-26970350" y="2332550"/>
            <a:chExt cx="259925" cy="295375"/>
          </a:xfrm>
        </p:grpSpPr>
        <p:sp>
          <p:nvSpPr>
            <p:cNvPr id="9206" name="Google Shape;9206;p67"/>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7"/>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8" name="Google Shape;9208;p67"/>
          <p:cNvGrpSpPr/>
          <p:nvPr/>
        </p:nvGrpSpPr>
        <p:grpSpPr>
          <a:xfrm>
            <a:off x="6649046" y="2256226"/>
            <a:ext cx="352223" cy="290077"/>
            <a:chOff x="-26986100" y="2735800"/>
            <a:chExt cx="294575" cy="242600"/>
          </a:xfrm>
        </p:grpSpPr>
        <p:sp>
          <p:nvSpPr>
            <p:cNvPr id="9209" name="Google Shape;9209;p67"/>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67"/>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1" name="Google Shape;9211;p67"/>
          <p:cNvGrpSpPr/>
          <p:nvPr/>
        </p:nvGrpSpPr>
        <p:grpSpPr>
          <a:xfrm>
            <a:off x="7548093" y="2665569"/>
            <a:ext cx="355063" cy="354136"/>
            <a:chOff x="-23229925" y="1970225"/>
            <a:chExt cx="296950" cy="296175"/>
          </a:xfrm>
        </p:grpSpPr>
        <p:sp>
          <p:nvSpPr>
            <p:cNvPr id="9212" name="Google Shape;9212;p67"/>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7"/>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7"/>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7"/>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6" name="Google Shape;9216;p67"/>
          <p:cNvGrpSpPr/>
          <p:nvPr/>
        </p:nvGrpSpPr>
        <p:grpSpPr>
          <a:xfrm>
            <a:off x="7590466" y="3112432"/>
            <a:ext cx="270318" cy="355063"/>
            <a:chOff x="-23177950" y="2340425"/>
            <a:chExt cx="226075" cy="296950"/>
          </a:xfrm>
        </p:grpSpPr>
        <p:sp>
          <p:nvSpPr>
            <p:cNvPr id="9217" name="Google Shape;9217;p67"/>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7"/>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9" name="Google Shape;9219;p67"/>
          <p:cNvGrpSpPr/>
          <p:nvPr/>
        </p:nvGrpSpPr>
        <p:grpSpPr>
          <a:xfrm>
            <a:off x="7548556" y="3554109"/>
            <a:ext cx="354136" cy="354136"/>
            <a:chOff x="-23229150" y="2710600"/>
            <a:chExt cx="296175" cy="296175"/>
          </a:xfrm>
        </p:grpSpPr>
        <p:sp>
          <p:nvSpPr>
            <p:cNvPr id="9220" name="Google Shape;9220;p67"/>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7"/>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22" name="Google Shape;9222;p67"/>
          <p:cNvSpPr/>
          <p:nvPr/>
        </p:nvSpPr>
        <p:spPr>
          <a:xfrm>
            <a:off x="665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7"/>
          <p:cNvSpPr/>
          <p:nvPr/>
        </p:nvSpPr>
        <p:spPr>
          <a:xfrm>
            <a:off x="488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4" name="Google Shape;9224;p67"/>
          <p:cNvGrpSpPr/>
          <p:nvPr/>
        </p:nvGrpSpPr>
        <p:grpSpPr>
          <a:xfrm>
            <a:off x="4865631" y="3123732"/>
            <a:ext cx="356946" cy="332464"/>
            <a:chOff x="-25477800" y="2357750"/>
            <a:chExt cx="298525" cy="278050"/>
          </a:xfrm>
        </p:grpSpPr>
        <p:sp>
          <p:nvSpPr>
            <p:cNvPr id="9225" name="Google Shape;9225;p67"/>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7"/>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27" name="Google Shape;9227;p67"/>
          <p:cNvSpPr/>
          <p:nvPr/>
        </p:nvSpPr>
        <p:spPr>
          <a:xfrm>
            <a:off x="486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7"/>
          <p:cNvSpPr/>
          <p:nvPr/>
        </p:nvSpPr>
        <p:spPr>
          <a:xfrm>
            <a:off x="530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9" name="Google Shape;9229;p67"/>
          <p:cNvGrpSpPr/>
          <p:nvPr/>
        </p:nvGrpSpPr>
        <p:grpSpPr>
          <a:xfrm>
            <a:off x="5308265" y="3112911"/>
            <a:ext cx="353180" cy="354107"/>
            <a:chOff x="-25104475" y="2340425"/>
            <a:chExt cx="295375" cy="296150"/>
          </a:xfrm>
        </p:grpSpPr>
        <p:sp>
          <p:nvSpPr>
            <p:cNvPr id="9230" name="Google Shape;9230;p67"/>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7"/>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7"/>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7"/>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7"/>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7"/>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7"/>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7"/>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67"/>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39" name="Google Shape;9239;p67"/>
          <p:cNvSpPr/>
          <p:nvPr/>
        </p:nvSpPr>
        <p:spPr>
          <a:xfrm>
            <a:off x="530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9243"/>
        <p:cNvGrpSpPr/>
        <p:nvPr/>
      </p:nvGrpSpPr>
      <p:grpSpPr>
        <a:xfrm>
          <a:off x="0" y="0"/>
          <a:ext cx="0" cy="0"/>
          <a:chOff x="0" y="0"/>
          <a:chExt cx="0" cy="0"/>
        </a:xfrm>
      </p:grpSpPr>
      <p:sp>
        <p:nvSpPr>
          <p:cNvPr id="9244" name="Google Shape;9244;p68"/>
          <p:cNvSpPr txBox="1">
            <a:spLocks noGrp="1"/>
          </p:cNvSpPr>
          <p:nvPr>
            <p:ph type="title" idx="4294967295"/>
          </p:nvPr>
        </p:nvSpPr>
        <p:spPr>
          <a:xfrm>
            <a:off x="849675" y="7159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245" name="Google Shape;9245;p68"/>
          <p:cNvSpPr txBox="1">
            <a:spLocks noGrp="1"/>
          </p:cNvSpPr>
          <p:nvPr>
            <p:ph type="title" idx="4294967295"/>
          </p:nvPr>
        </p:nvSpPr>
        <p:spPr>
          <a:xfrm>
            <a:off x="4858400" y="7159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246" name="Google Shape;9246;p68"/>
          <p:cNvGrpSpPr/>
          <p:nvPr/>
        </p:nvGrpSpPr>
        <p:grpSpPr>
          <a:xfrm>
            <a:off x="854368" y="1313920"/>
            <a:ext cx="366269" cy="366240"/>
            <a:chOff x="-65131525" y="1914325"/>
            <a:chExt cx="316650" cy="316625"/>
          </a:xfrm>
        </p:grpSpPr>
        <p:sp>
          <p:nvSpPr>
            <p:cNvPr id="9247" name="Google Shape;9247;p68"/>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68"/>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68"/>
          <p:cNvGrpSpPr/>
          <p:nvPr/>
        </p:nvGrpSpPr>
        <p:grpSpPr>
          <a:xfrm>
            <a:off x="854368" y="1794207"/>
            <a:ext cx="366269" cy="366269"/>
            <a:chOff x="-65131525" y="2281350"/>
            <a:chExt cx="316650" cy="316650"/>
          </a:xfrm>
        </p:grpSpPr>
        <p:sp>
          <p:nvSpPr>
            <p:cNvPr id="9250" name="Google Shape;9250;p68"/>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8"/>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2" name="Google Shape;9252;p68"/>
          <p:cNvGrpSpPr/>
          <p:nvPr/>
        </p:nvGrpSpPr>
        <p:grpSpPr>
          <a:xfrm>
            <a:off x="857564" y="2259206"/>
            <a:ext cx="359878" cy="367165"/>
            <a:chOff x="-65129950" y="2646800"/>
            <a:chExt cx="311125" cy="317425"/>
          </a:xfrm>
        </p:grpSpPr>
        <p:sp>
          <p:nvSpPr>
            <p:cNvPr id="9253" name="Google Shape;9253;p68"/>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8"/>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5" name="Google Shape;9255;p68"/>
          <p:cNvGrpSpPr/>
          <p:nvPr/>
        </p:nvGrpSpPr>
        <p:grpSpPr>
          <a:xfrm>
            <a:off x="3060897" y="1312532"/>
            <a:ext cx="368987" cy="369016"/>
            <a:chOff x="-63252250" y="1930850"/>
            <a:chExt cx="319000" cy="319025"/>
          </a:xfrm>
        </p:grpSpPr>
        <p:sp>
          <p:nvSpPr>
            <p:cNvPr id="9256" name="Google Shape;9256;p68"/>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8"/>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58" name="Google Shape;9258;p68"/>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59" name="Google Shape;9259;p68"/>
          <p:cNvGrpSpPr/>
          <p:nvPr/>
        </p:nvGrpSpPr>
        <p:grpSpPr>
          <a:xfrm>
            <a:off x="3061808" y="2258743"/>
            <a:ext cx="367165" cy="368091"/>
            <a:chOff x="-63250675" y="2664125"/>
            <a:chExt cx="317425" cy="318225"/>
          </a:xfrm>
        </p:grpSpPr>
        <p:sp>
          <p:nvSpPr>
            <p:cNvPr id="9260" name="Google Shape;9260;p68"/>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8"/>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2" name="Google Shape;9262;p68"/>
          <p:cNvGrpSpPr/>
          <p:nvPr/>
        </p:nvGrpSpPr>
        <p:grpSpPr>
          <a:xfrm>
            <a:off x="1738471" y="2735150"/>
            <a:ext cx="363522" cy="361266"/>
            <a:chOff x="-61354075" y="1940500"/>
            <a:chExt cx="314275" cy="312325"/>
          </a:xfrm>
        </p:grpSpPr>
        <p:sp>
          <p:nvSpPr>
            <p:cNvPr id="9263" name="Google Shape;9263;p68"/>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8"/>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68"/>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68"/>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7" name="Google Shape;9267;p68"/>
          <p:cNvGrpSpPr/>
          <p:nvPr/>
        </p:nvGrpSpPr>
        <p:grpSpPr>
          <a:xfrm>
            <a:off x="1737098" y="3183702"/>
            <a:ext cx="366269" cy="336195"/>
            <a:chOff x="-61354875" y="2322300"/>
            <a:chExt cx="316650" cy="290650"/>
          </a:xfrm>
        </p:grpSpPr>
        <p:sp>
          <p:nvSpPr>
            <p:cNvPr id="9268" name="Google Shape;9268;p68"/>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8"/>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8"/>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1" name="Google Shape;9271;p68"/>
          <p:cNvGrpSpPr/>
          <p:nvPr/>
        </p:nvGrpSpPr>
        <p:grpSpPr>
          <a:xfrm>
            <a:off x="1737098" y="3611266"/>
            <a:ext cx="366269" cy="366269"/>
            <a:chOff x="-61354875" y="2671225"/>
            <a:chExt cx="316650" cy="316650"/>
          </a:xfrm>
        </p:grpSpPr>
        <p:sp>
          <p:nvSpPr>
            <p:cNvPr id="9272" name="Google Shape;9272;p68"/>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8"/>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8"/>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8"/>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8"/>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7" name="Google Shape;9277;p68"/>
          <p:cNvGrpSpPr/>
          <p:nvPr/>
        </p:nvGrpSpPr>
        <p:grpSpPr>
          <a:xfrm>
            <a:off x="3952502" y="2731001"/>
            <a:ext cx="368987" cy="369566"/>
            <a:chOff x="-59502375" y="1904375"/>
            <a:chExt cx="319000" cy="319500"/>
          </a:xfrm>
        </p:grpSpPr>
        <p:sp>
          <p:nvSpPr>
            <p:cNvPr id="9278" name="Google Shape;9278;p68"/>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8"/>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8"/>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1" name="Google Shape;9281;p68"/>
          <p:cNvGrpSpPr/>
          <p:nvPr/>
        </p:nvGrpSpPr>
        <p:grpSpPr>
          <a:xfrm>
            <a:off x="1298621" y="1315207"/>
            <a:ext cx="368987" cy="363666"/>
            <a:chOff x="-64774725" y="1916550"/>
            <a:chExt cx="319000" cy="314400"/>
          </a:xfrm>
        </p:grpSpPr>
        <p:sp>
          <p:nvSpPr>
            <p:cNvPr id="9282" name="Google Shape;9282;p68"/>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8"/>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4" name="Google Shape;9284;p68"/>
          <p:cNvGrpSpPr/>
          <p:nvPr/>
        </p:nvGrpSpPr>
        <p:grpSpPr>
          <a:xfrm>
            <a:off x="1299979" y="1792386"/>
            <a:ext cx="366269" cy="369913"/>
            <a:chOff x="-64764500" y="2280550"/>
            <a:chExt cx="316650" cy="319800"/>
          </a:xfrm>
        </p:grpSpPr>
        <p:sp>
          <p:nvSpPr>
            <p:cNvPr id="9285" name="Google Shape;9285;p68"/>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8"/>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7" name="Google Shape;9287;p68"/>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8" name="Google Shape;9288;p68"/>
          <p:cNvGrpSpPr/>
          <p:nvPr/>
        </p:nvGrpSpPr>
        <p:grpSpPr>
          <a:xfrm>
            <a:off x="3512023" y="1352163"/>
            <a:ext cx="365344" cy="289753"/>
            <a:chOff x="-62882850" y="1999375"/>
            <a:chExt cx="315850" cy="250500"/>
          </a:xfrm>
        </p:grpSpPr>
        <p:sp>
          <p:nvSpPr>
            <p:cNvPr id="9289" name="Google Shape;9289;p68"/>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68"/>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1" name="Google Shape;9291;p68"/>
          <p:cNvGrpSpPr/>
          <p:nvPr/>
        </p:nvGrpSpPr>
        <p:grpSpPr>
          <a:xfrm>
            <a:off x="3503362" y="1793745"/>
            <a:ext cx="382665" cy="367194"/>
            <a:chOff x="-62890750" y="2296300"/>
            <a:chExt cx="330825" cy="317450"/>
          </a:xfrm>
        </p:grpSpPr>
        <p:sp>
          <p:nvSpPr>
            <p:cNvPr id="9292" name="Google Shape;9292;p68"/>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8"/>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8"/>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5" name="Google Shape;9295;p68"/>
          <p:cNvGrpSpPr/>
          <p:nvPr/>
        </p:nvGrpSpPr>
        <p:grpSpPr>
          <a:xfrm>
            <a:off x="3512023" y="2259206"/>
            <a:ext cx="365344" cy="367165"/>
            <a:chOff x="-62882850" y="2664925"/>
            <a:chExt cx="315850" cy="317425"/>
          </a:xfrm>
        </p:grpSpPr>
        <p:sp>
          <p:nvSpPr>
            <p:cNvPr id="9296" name="Google Shape;9296;p68"/>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8"/>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8" name="Google Shape;9298;p68"/>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9" name="Google Shape;9299;p68"/>
          <p:cNvGrpSpPr/>
          <p:nvPr/>
        </p:nvGrpSpPr>
        <p:grpSpPr>
          <a:xfrm>
            <a:off x="2183172" y="3171846"/>
            <a:ext cx="366269" cy="359907"/>
            <a:chOff x="-60988625" y="2310475"/>
            <a:chExt cx="316650" cy="311150"/>
          </a:xfrm>
        </p:grpSpPr>
        <p:sp>
          <p:nvSpPr>
            <p:cNvPr id="9300" name="Google Shape;9300;p68"/>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8"/>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8"/>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8"/>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8"/>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8"/>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6" name="Google Shape;9306;p68"/>
          <p:cNvGrpSpPr/>
          <p:nvPr/>
        </p:nvGrpSpPr>
        <p:grpSpPr>
          <a:xfrm>
            <a:off x="2183634" y="3610009"/>
            <a:ext cx="365344" cy="368785"/>
            <a:chOff x="-60987050" y="2671400"/>
            <a:chExt cx="315850" cy="318825"/>
          </a:xfrm>
        </p:grpSpPr>
        <p:sp>
          <p:nvSpPr>
            <p:cNvPr id="9307" name="Google Shape;9307;p68"/>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8"/>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9" name="Google Shape;9309;p68"/>
          <p:cNvGrpSpPr/>
          <p:nvPr/>
        </p:nvGrpSpPr>
        <p:grpSpPr>
          <a:xfrm>
            <a:off x="3952500" y="3172771"/>
            <a:ext cx="368987" cy="358056"/>
            <a:chOff x="-59481900" y="2290800"/>
            <a:chExt cx="319000" cy="309550"/>
          </a:xfrm>
        </p:grpSpPr>
        <p:sp>
          <p:nvSpPr>
            <p:cNvPr id="9310" name="Google Shape;9310;p68"/>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8"/>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8"/>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8"/>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8"/>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8"/>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6" name="Google Shape;9316;p68"/>
          <p:cNvGrpSpPr/>
          <p:nvPr/>
        </p:nvGrpSpPr>
        <p:grpSpPr>
          <a:xfrm>
            <a:off x="1741805" y="1313544"/>
            <a:ext cx="368987" cy="366992"/>
            <a:chOff x="-64401400" y="1914475"/>
            <a:chExt cx="319000" cy="317275"/>
          </a:xfrm>
        </p:grpSpPr>
        <p:sp>
          <p:nvSpPr>
            <p:cNvPr id="9317" name="Google Shape;9317;p68"/>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8"/>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8"/>
            <p:cNvSpPr/>
            <p:nvPr/>
          </p:nvSpPr>
          <p:spPr>
            <a:xfrm>
              <a:off x="-64212375" y="2210450"/>
              <a:ext cx="5525" cy="25"/>
            </a:xfrm>
            <a:custGeom>
              <a:avLst/>
              <a:gdLst/>
              <a:ahLst/>
              <a:cxnLst/>
              <a:rect l="l" t="t" r="r" b="b"/>
              <a:pathLst>
                <a:path w="221" h="1" extrusionOk="0">
                  <a:moveTo>
                    <a:pt x="1" y="1"/>
                  </a:moveTo>
                  <a:lnTo>
                    <a:pt x="221" y="1"/>
                  </a:ln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0" name="Google Shape;9320;p68"/>
          <p:cNvGrpSpPr/>
          <p:nvPr/>
        </p:nvGrpSpPr>
        <p:grpSpPr>
          <a:xfrm>
            <a:off x="1806493" y="1794583"/>
            <a:ext cx="239610" cy="365517"/>
            <a:chOff x="-64343900" y="2282125"/>
            <a:chExt cx="207150" cy="316000"/>
          </a:xfrm>
        </p:grpSpPr>
        <p:sp>
          <p:nvSpPr>
            <p:cNvPr id="9321" name="Google Shape;9321;p68"/>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68"/>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3" name="Google Shape;9323;p68"/>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24" name="Google Shape;9324;p68"/>
          <p:cNvGrpSpPr/>
          <p:nvPr/>
        </p:nvGrpSpPr>
        <p:grpSpPr>
          <a:xfrm>
            <a:off x="3986941" y="1313804"/>
            <a:ext cx="318873" cy="366471"/>
            <a:chOff x="-62496925" y="1931475"/>
            <a:chExt cx="275675" cy="316825"/>
          </a:xfrm>
        </p:grpSpPr>
        <p:sp>
          <p:nvSpPr>
            <p:cNvPr id="9325" name="Google Shape;9325;p68"/>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8"/>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7" name="Google Shape;9327;p68"/>
          <p:cNvGrpSpPr/>
          <p:nvPr/>
        </p:nvGrpSpPr>
        <p:grpSpPr>
          <a:xfrm>
            <a:off x="3963691" y="1793629"/>
            <a:ext cx="365373" cy="367426"/>
            <a:chOff x="-62516625" y="2297875"/>
            <a:chExt cx="315875" cy="317650"/>
          </a:xfrm>
        </p:grpSpPr>
        <p:sp>
          <p:nvSpPr>
            <p:cNvPr id="9328" name="Google Shape;9328;p68"/>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8"/>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0" name="Google Shape;9330;p68"/>
          <p:cNvGrpSpPr/>
          <p:nvPr/>
        </p:nvGrpSpPr>
        <p:grpSpPr>
          <a:xfrm>
            <a:off x="3962332" y="2275588"/>
            <a:ext cx="368091" cy="334402"/>
            <a:chOff x="-62518200" y="2692475"/>
            <a:chExt cx="318225" cy="289100"/>
          </a:xfrm>
        </p:grpSpPr>
        <p:sp>
          <p:nvSpPr>
            <p:cNvPr id="9331" name="Google Shape;9331;p68"/>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8"/>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68"/>
          <p:cNvGrpSpPr/>
          <p:nvPr/>
        </p:nvGrpSpPr>
        <p:grpSpPr>
          <a:xfrm>
            <a:off x="2648986" y="2733112"/>
            <a:ext cx="309793" cy="365344"/>
            <a:chOff x="-60597975" y="1939525"/>
            <a:chExt cx="267825" cy="315850"/>
          </a:xfrm>
        </p:grpSpPr>
        <p:sp>
          <p:nvSpPr>
            <p:cNvPr id="9334" name="Google Shape;9334;p68"/>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8"/>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6" name="Google Shape;9336;p68"/>
          <p:cNvGrpSpPr/>
          <p:nvPr/>
        </p:nvGrpSpPr>
        <p:grpSpPr>
          <a:xfrm>
            <a:off x="2619389" y="3167537"/>
            <a:ext cx="368987" cy="368525"/>
            <a:chOff x="-60620800" y="2304600"/>
            <a:chExt cx="319000" cy="318600"/>
          </a:xfrm>
        </p:grpSpPr>
        <p:sp>
          <p:nvSpPr>
            <p:cNvPr id="9337" name="Google Shape;9337;p68"/>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8"/>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8"/>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0" name="Google Shape;9340;p68"/>
          <p:cNvGrpSpPr/>
          <p:nvPr/>
        </p:nvGrpSpPr>
        <p:grpSpPr>
          <a:xfrm>
            <a:off x="2620748" y="3663188"/>
            <a:ext cx="366269" cy="262426"/>
            <a:chOff x="-60621600" y="2716100"/>
            <a:chExt cx="316650" cy="226875"/>
          </a:xfrm>
        </p:grpSpPr>
        <p:sp>
          <p:nvSpPr>
            <p:cNvPr id="9341" name="Google Shape;9341;p68"/>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68"/>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3" name="Google Shape;9343;p68"/>
          <p:cNvGrpSpPr/>
          <p:nvPr/>
        </p:nvGrpSpPr>
        <p:grpSpPr>
          <a:xfrm>
            <a:off x="3957965" y="3611281"/>
            <a:ext cx="358056" cy="366240"/>
            <a:chOff x="-59475600" y="2658625"/>
            <a:chExt cx="309550" cy="316625"/>
          </a:xfrm>
        </p:grpSpPr>
        <p:sp>
          <p:nvSpPr>
            <p:cNvPr id="9344" name="Google Shape;9344;p68"/>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68"/>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8"/>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68"/>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8"/>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8"/>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8"/>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51" name="Google Shape;9351;p68"/>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68"/>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53" name="Google Shape;9353;p68"/>
          <p:cNvGrpSpPr/>
          <p:nvPr/>
        </p:nvGrpSpPr>
        <p:grpSpPr>
          <a:xfrm>
            <a:off x="2233086" y="2259206"/>
            <a:ext cx="263294" cy="367165"/>
            <a:chOff x="-63987100" y="2646800"/>
            <a:chExt cx="227625" cy="317425"/>
          </a:xfrm>
        </p:grpSpPr>
        <p:sp>
          <p:nvSpPr>
            <p:cNvPr id="9354" name="Google Shape;9354;p68"/>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8"/>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6" name="Google Shape;9356;p68"/>
          <p:cNvGrpSpPr/>
          <p:nvPr/>
        </p:nvGrpSpPr>
        <p:grpSpPr>
          <a:xfrm>
            <a:off x="852428" y="2730827"/>
            <a:ext cx="358056" cy="369913"/>
            <a:chOff x="-62148000" y="1930075"/>
            <a:chExt cx="309550" cy="319800"/>
          </a:xfrm>
        </p:grpSpPr>
        <p:sp>
          <p:nvSpPr>
            <p:cNvPr id="9357" name="Google Shape;9357;p68"/>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68"/>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9" name="Google Shape;9359;p68"/>
          <p:cNvGrpSpPr/>
          <p:nvPr/>
        </p:nvGrpSpPr>
        <p:grpSpPr>
          <a:xfrm>
            <a:off x="849695" y="3169113"/>
            <a:ext cx="363522" cy="365373"/>
            <a:chOff x="-62150375" y="2297875"/>
            <a:chExt cx="314275" cy="315875"/>
          </a:xfrm>
        </p:grpSpPr>
        <p:sp>
          <p:nvSpPr>
            <p:cNvPr id="9360" name="Google Shape;9360;p68"/>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68"/>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68"/>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68"/>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68"/>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5" name="Google Shape;9365;p68"/>
          <p:cNvGrpSpPr/>
          <p:nvPr/>
        </p:nvGrpSpPr>
        <p:grpSpPr>
          <a:xfrm>
            <a:off x="848322" y="3610356"/>
            <a:ext cx="366269" cy="368091"/>
            <a:chOff x="-62150375" y="2664925"/>
            <a:chExt cx="316650" cy="318225"/>
          </a:xfrm>
        </p:grpSpPr>
        <p:sp>
          <p:nvSpPr>
            <p:cNvPr id="9366" name="Google Shape;9366;p68"/>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8"/>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8"/>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8"/>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0" name="Google Shape;9370;p68"/>
          <p:cNvGrpSpPr/>
          <p:nvPr/>
        </p:nvGrpSpPr>
        <p:grpSpPr>
          <a:xfrm>
            <a:off x="3065911" y="2731333"/>
            <a:ext cx="367165" cy="368901"/>
            <a:chOff x="-60254550" y="1938025"/>
            <a:chExt cx="317425" cy="318925"/>
          </a:xfrm>
        </p:grpSpPr>
        <p:sp>
          <p:nvSpPr>
            <p:cNvPr id="9371" name="Google Shape;9371;p68"/>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8"/>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8"/>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68"/>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5" name="Google Shape;9375;p68"/>
          <p:cNvGrpSpPr/>
          <p:nvPr/>
        </p:nvGrpSpPr>
        <p:grpSpPr>
          <a:xfrm>
            <a:off x="3094149" y="3609907"/>
            <a:ext cx="310690" cy="368987"/>
            <a:chOff x="-60232500" y="2671225"/>
            <a:chExt cx="268600" cy="319000"/>
          </a:xfrm>
        </p:grpSpPr>
        <p:sp>
          <p:nvSpPr>
            <p:cNvPr id="9376" name="Google Shape;9376;p68"/>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8"/>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8" name="Google Shape;9378;p68"/>
          <p:cNvGrpSpPr/>
          <p:nvPr/>
        </p:nvGrpSpPr>
        <p:grpSpPr>
          <a:xfrm>
            <a:off x="2179643" y="4058541"/>
            <a:ext cx="365373" cy="368987"/>
            <a:chOff x="-59100700" y="1911950"/>
            <a:chExt cx="315875" cy="319000"/>
          </a:xfrm>
        </p:grpSpPr>
        <p:sp>
          <p:nvSpPr>
            <p:cNvPr id="9379" name="Google Shape;9379;p68"/>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68"/>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68"/>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68"/>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68"/>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68"/>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68"/>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68"/>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68"/>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8"/>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9" name="Google Shape;9389;p68"/>
          <p:cNvGrpSpPr/>
          <p:nvPr/>
        </p:nvGrpSpPr>
        <p:grpSpPr>
          <a:xfrm>
            <a:off x="2621810" y="1314021"/>
            <a:ext cx="379918" cy="366038"/>
            <a:chOff x="-63665750" y="1914325"/>
            <a:chExt cx="328450" cy="316450"/>
          </a:xfrm>
        </p:grpSpPr>
        <p:sp>
          <p:nvSpPr>
            <p:cNvPr id="9390" name="Google Shape;9390;p68"/>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8"/>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2" name="Google Shape;9392;p68"/>
          <p:cNvGrpSpPr/>
          <p:nvPr/>
        </p:nvGrpSpPr>
        <p:grpSpPr>
          <a:xfrm>
            <a:off x="2626814" y="1793065"/>
            <a:ext cx="369913" cy="368554"/>
            <a:chOff x="-63666550" y="2278975"/>
            <a:chExt cx="319800" cy="318625"/>
          </a:xfrm>
        </p:grpSpPr>
        <p:sp>
          <p:nvSpPr>
            <p:cNvPr id="9393" name="Google Shape;9393;p68"/>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8"/>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5" name="Google Shape;9395;p68"/>
          <p:cNvGrpSpPr/>
          <p:nvPr/>
        </p:nvGrpSpPr>
        <p:grpSpPr>
          <a:xfrm>
            <a:off x="2624081" y="2259090"/>
            <a:ext cx="375378" cy="367397"/>
            <a:chOff x="-63669700" y="2646600"/>
            <a:chExt cx="324525" cy="317625"/>
          </a:xfrm>
        </p:grpSpPr>
        <p:sp>
          <p:nvSpPr>
            <p:cNvPr id="9396" name="Google Shape;9396;p68"/>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68"/>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68"/>
          <p:cNvGrpSpPr/>
          <p:nvPr/>
        </p:nvGrpSpPr>
        <p:grpSpPr>
          <a:xfrm>
            <a:off x="1286361" y="2732418"/>
            <a:ext cx="366269" cy="366732"/>
            <a:chOff x="-61784125" y="1931250"/>
            <a:chExt cx="316650" cy="317050"/>
          </a:xfrm>
        </p:grpSpPr>
        <p:sp>
          <p:nvSpPr>
            <p:cNvPr id="9399" name="Google Shape;9399;p68"/>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68"/>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68"/>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8"/>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3" name="Google Shape;9403;p68"/>
          <p:cNvGrpSpPr/>
          <p:nvPr/>
        </p:nvGrpSpPr>
        <p:grpSpPr>
          <a:xfrm>
            <a:off x="1286360" y="3168665"/>
            <a:ext cx="366269" cy="366269"/>
            <a:chOff x="-61783350" y="2297100"/>
            <a:chExt cx="316650" cy="316650"/>
          </a:xfrm>
        </p:grpSpPr>
        <p:sp>
          <p:nvSpPr>
            <p:cNvPr id="9404" name="Google Shape;9404;p68"/>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8"/>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6" name="Google Shape;9406;p68"/>
          <p:cNvGrpSpPr/>
          <p:nvPr/>
        </p:nvGrpSpPr>
        <p:grpSpPr>
          <a:xfrm>
            <a:off x="1286360" y="3609748"/>
            <a:ext cx="366269" cy="369305"/>
            <a:chOff x="-61782550" y="2664925"/>
            <a:chExt cx="316650" cy="319275"/>
          </a:xfrm>
        </p:grpSpPr>
        <p:sp>
          <p:nvSpPr>
            <p:cNvPr id="9407" name="Google Shape;9407;p68"/>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8"/>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8"/>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0" name="Google Shape;9410;p68"/>
          <p:cNvGrpSpPr/>
          <p:nvPr/>
        </p:nvGrpSpPr>
        <p:grpSpPr>
          <a:xfrm>
            <a:off x="3508137" y="2741136"/>
            <a:ext cx="367165" cy="349294"/>
            <a:chOff x="-59889100" y="1945025"/>
            <a:chExt cx="317425" cy="301975"/>
          </a:xfrm>
        </p:grpSpPr>
        <p:sp>
          <p:nvSpPr>
            <p:cNvPr id="9411" name="Google Shape;9411;p68"/>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8"/>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8"/>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8"/>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5" name="Google Shape;9415;p68"/>
          <p:cNvGrpSpPr/>
          <p:nvPr/>
        </p:nvGrpSpPr>
        <p:grpSpPr>
          <a:xfrm>
            <a:off x="3040249" y="3168589"/>
            <a:ext cx="366648" cy="366420"/>
            <a:chOff x="6479471" y="2079003"/>
            <a:chExt cx="348923" cy="348706"/>
          </a:xfrm>
        </p:grpSpPr>
        <p:sp>
          <p:nvSpPr>
            <p:cNvPr id="9416" name="Google Shape;9416;p68"/>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7" name="Google Shape;9417;p68"/>
            <p:cNvGrpSpPr/>
            <p:nvPr/>
          </p:nvGrpSpPr>
          <p:grpSpPr>
            <a:xfrm>
              <a:off x="6520582" y="2079003"/>
              <a:ext cx="307811" cy="348706"/>
              <a:chOff x="-60218325" y="2304850"/>
              <a:chExt cx="279625" cy="316775"/>
            </a:xfrm>
          </p:grpSpPr>
          <p:sp>
            <p:nvSpPr>
              <p:cNvPr id="9418" name="Google Shape;9418;p68"/>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8"/>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8"/>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8"/>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8"/>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8"/>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8"/>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25" name="Google Shape;9425;p68"/>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6" name="Google Shape;9426;p68"/>
          <p:cNvGrpSpPr/>
          <p:nvPr/>
        </p:nvGrpSpPr>
        <p:grpSpPr>
          <a:xfrm>
            <a:off x="3507226" y="3611671"/>
            <a:ext cx="368987" cy="365459"/>
            <a:chOff x="-59889100" y="2671925"/>
            <a:chExt cx="319000" cy="315950"/>
          </a:xfrm>
        </p:grpSpPr>
        <p:sp>
          <p:nvSpPr>
            <p:cNvPr id="9427" name="Google Shape;9427;p68"/>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68"/>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8"/>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68"/>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1" name="Google Shape;9431;p68"/>
          <p:cNvGrpSpPr/>
          <p:nvPr/>
        </p:nvGrpSpPr>
        <p:grpSpPr>
          <a:xfrm>
            <a:off x="2620204" y="4054176"/>
            <a:ext cx="367165" cy="366269"/>
            <a:chOff x="-59092025" y="2296300"/>
            <a:chExt cx="317425" cy="316650"/>
          </a:xfrm>
        </p:grpSpPr>
        <p:sp>
          <p:nvSpPr>
            <p:cNvPr id="9432" name="Google Shape;9432;p68"/>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68"/>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4" name="Google Shape;9434;p68"/>
          <p:cNvGrpSpPr/>
          <p:nvPr/>
        </p:nvGrpSpPr>
        <p:grpSpPr>
          <a:xfrm>
            <a:off x="4865611" y="1305095"/>
            <a:ext cx="353174" cy="347599"/>
            <a:chOff x="683125" y="1955275"/>
            <a:chExt cx="299325" cy="294600"/>
          </a:xfrm>
        </p:grpSpPr>
        <p:sp>
          <p:nvSpPr>
            <p:cNvPr id="9435" name="Google Shape;9435;p68"/>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8"/>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8"/>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8"/>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9" name="Google Shape;9439;p68"/>
          <p:cNvGrpSpPr/>
          <p:nvPr/>
        </p:nvGrpSpPr>
        <p:grpSpPr>
          <a:xfrm>
            <a:off x="4866541" y="1755653"/>
            <a:ext cx="351315" cy="349486"/>
            <a:chOff x="685475" y="2318350"/>
            <a:chExt cx="297750" cy="296200"/>
          </a:xfrm>
        </p:grpSpPr>
        <p:sp>
          <p:nvSpPr>
            <p:cNvPr id="9440" name="Google Shape;9440;p68"/>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68"/>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8"/>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3" name="Google Shape;9443;p68"/>
          <p:cNvGrpSpPr/>
          <p:nvPr/>
        </p:nvGrpSpPr>
        <p:grpSpPr>
          <a:xfrm>
            <a:off x="7094699" y="1304859"/>
            <a:ext cx="309517" cy="348071"/>
            <a:chOff x="2523000" y="1954875"/>
            <a:chExt cx="262325" cy="295000"/>
          </a:xfrm>
        </p:grpSpPr>
        <p:sp>
          <p:nvSpPr>
            <p:cNvPr id="9444" name="Google Shape;9444;p68"/>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8"/>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6" name="Google Shape;9446;p68"/>
          <p:cNvGrpSpPr/>
          <p:nvPr/>
        </p:nvGrpSpPr>
        <p:grpSpPr>
          <a:xfrm>
            <a:off x="7073800" y="1756125"/>
            <a:ext cx="351315" cy="348542"/>
            <a:chOff x="2508825" y="2318350"/>
            <a:chExt cx="297750" cy="295400"/>
          </a:xfrm>
        </p:grpSpPr>
        <p:sp>
          <p:nvSpPr>
            <p:cNvPr id="9447" name="Google Shape;9447;p68"/>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8"/>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49" name="Google Shape;9449;p68"/>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0" name="Google Shape;9450;p68"/>
          <p:cNvGrpSpPr/>
          <p:nvPr/>
        </p:nvGrpSpPr>
        <p:grpSpPr>
          <a:xfrm>
            <a:off x="5747373" y="2670178"/>
            <a:ext cx="347599" cy="348513"/>
            <a:chOff x="4321150" y="1946600"/>
            <a:chExt cx="294600" cy="295375"/>
          </a:xfrm>
        </p:grpSpPr>
        <p:sp>
          <p:nvSpPr>
            <p:cNvPr id="9451" name="Google Shape;9451;p68"/>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8"/>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68"/>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54" name="Google Shape;9454;p68"/>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8"/>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8"/>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8"/>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8" name="Google Shape;9458;p68"/>
          <p:cNvGrpSpPr/>
          <p:nvPr/>
        </p:nvGrpSpPr>
        <p:grpSpPr>
          <a:xfrm>
            <a:off x="5309921" y="1756125"/>
            <a:ext cx="352230" cy="348542"/>
            <a:chOff x="1049375" y="2318350"/>
            <a:chExt cx="298525" cy="295400"/>
          </a:xfrm>
        </p:grpSpPr>
        <p:sp>
          <p:nvSpPr>
            <p:cNvPr id="9459" name="Google Shape;9459;p68"/>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68"/>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8"/>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8"/>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3" name="Google Shape;9463;p68"/>
          <p:cNvGrpSpPr/>
          <p:nvPr/>
        </p:nvGrpSpPr>
        <p:grpSpPr>
          <a:xfrm>
            <a:off x="5310393" y="2196576"/>
            <a:ext cx="351286" cy="351286"/>
            <a:chOff x="1049375" y="2680675"/>
            <a:chExt cx="297725" cy="297725"/>
          </a:xfrm>
        </p:grpSpPr>
        <p:sp>
          <p:nvSpPr>
            <p:cNvPr id="9464" name="Google Shape;9464;p68"/>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8"/>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6" name="Google Shape;9466;p68"/>
          <p:cNvGrpSpPr/>
          <p:nvPr/>
        </p:nvGrpSpPr>
        <p:grpSpPr>
          <a:xfrm>
            <a:off x="7523845" y="1304623"/>
            <a:ext cx="348513" cy="348542"/>
            <a:chOff x="2872725" y="1954475"/>
            <a:chExt cx="295375" cy="295400"/>
          </a:xfrm>
        </p:grpSpPr>
        <p:sp>
          <p:nvSpPr>
            <p:cNvPr id="9467" name="Google Shape;9467;p68"/>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8"/>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8"/>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0" name="Google Shape;9470;p68"/>
          <p:cNvGrpSpPr/>
          <p:nvPr/>
        </p:nvGrpSpPr>
        <p:grpSpPr>
          <a:xfrm>
            <a:off x="7545216" y="1755196"/>
            <a:ext cx="305771" cy="350401"/>
            <a:chOff x="2890050" y="2318350"/>
            <a:chExt cx="259150" cy="296975"/>
          </a:xfrm>
        </p:grpSpPr>
        <p:sp>
          <p:nvSpPr>
            <p:cNvPr id="9471" name="Google Shape;9471;p68"/>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68"/>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73" name="Google Shape;9473;p68"/>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74" name="Google Shape;9474;p68"/>
          <p:cNvGrpSpPr/>
          <p:nvPr/>
        </p:nvGrpSpPr>
        <p:grpSpPr>
          <a:xfrm>
            <a:off x="6187732" y="2670650"/>
            <a:ext cx="347569" cy="347569"/>
            <a:chOff x="4685050" y="1945825"/>
            <a:chExt cx="294575" cy="294575"/>
          </a:xfrm>
        </p:grpSpPr>
        <p:sp>
          <p:nvSpPr>
            <p:cNvPr id="9475" name="Google Shape;9475;p68"/>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68"/>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68"/>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68"/>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68"/>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80" name="Google Shape;9480;p68"/>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8"/>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2" name="Google Shape;9482;p68"/>
          <p:cNvGrpSpPr/>
          <p:nvPr/>
        </p:nvGrpSpPr>
        <p:grpSpPr>
          <a:xfrm>
            <a:off x="7958004" y="3159625"/>
            <a:ext cx="348513" cy="347599"/>
            <a:chOff x="6131900" y="2301825"/>
            <a:chExt cx="295375" cy="294600"/>
          </a:xfrm>
        </p:grpSpPr>
        <p:sp>
          <p:nvSpPr>
            <p:cNvPr id="9483" name="Google Shape;9483;p68"/>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8"/>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68"/>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68"/>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7" name="Google Shape;9487;p68"/>
          <p:cNvGrpSpPr/>
          <p:nvPr/>
        </p:nvGrpSpPr>
        <p:grpSpPr>
          <a:xfrm>
            <a:off x="5753997" y="1304166"/>
            <a:ext cx="351315" cy="349457"/>
            <a:chOff x="1412450" y="1954475"/>
            <a:chExt cx="297750" cy="296175"/>
          </a:xfrm>
        </p:grpSpPr>
        <p:sp>
          <p:nvSpPr>
            <p:cNvPr id="9488" name="Google Shape;9488;p68"/>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8"/>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0" name="Google Shape;9490;p68"/>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68"/>
          <p:cNvGrpSpPr/>
          <p:nvPr/>
        </p:nvGrpSpPr>
        <p:grpSpPr>
          <a:xfrm>
            <a:off x="5753997" y="2196694"/>
            <a:ext cx="351315" cy="351050"/>
            <a:chOff x="1413250" y="2680675"/>
            <a:chExt cx="297750" cy="297525"/>
          </a:xfrm>
        </p:grpSpPr>
        <p:sp>
          <p:nvSpPr>
            <p:cNvPr id="9492" name="Google Shape;9492;p68"/>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68"/>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8"/>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68"/>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6" name="Google Shape;9496;p68"/>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68"/>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8"/>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9" name="Google Shape;9499;p68"/>
          <p:cNvGrpSpPr/>
          <p:nvPr/>
        </p:nvGrpSpPr>
        <p:grpSpPr>
          <a:xfrm>
            <a:off x="6630407" y="2670311"/>
            <a:ext cx="350371" cy="348247"/>
            <a:chOff x="5045775" y="1946400"/>
            <a:chExt cx="296950" cy="295150"/>
          </a:xfrm>
        </p:grpSpPr>
        <p:sp>
          <p:nvSpPr>
            <p:cNvPr id="9500" name="Google Shape;9500;p68"/>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8"/>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2" name="Google Shape;9502;p68"/>
          <p:cNvGrpSpPr/>
          <p:nvPr/>
        </p:nvGrpSpPr>
        <p:grpSpPr>
          <a:xfrm>
            <a:off x="6629006" y="3179138"/>
            <a:ext cx="353174" cy="308573"/>
            <a:chOff x="5046550" y="2327025"/>
            <a:chExt cx="299325" cy="261525"/>
          </a:xfrm>
        </p:grpSpPr>
        <p:sp>
          <p:nvSpPr>
            <p:cNvPr id="9503" name="Google Shape;9503;p68"/>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8"/>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68"/>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6" name="Google Shape;9506;p68"/>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7" name="Google Shape;9507;p68"/>
          <p:cNvGrpSpPr/>
          <p:nvPr/>
        </p:nvGrpSpPr>
        <p:grpSpPr>
          <a:xfrm>
            <a:off x="7956604" y="3608476"/>
            <a:ext cx="351315" cy="348513"/>
            <a:chOff x="6167350" y="2672800"/>
            <a:chExt cx="297750" cy="295375"/>
          </a:xfrm>
        </p:grpSpPr>
        <p:sp>
          <p:nvSpPr>
            <p:cNvPr id="9508" name="Google Shape;9508;p68"/>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68"/>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8"/>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68"/>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68"/>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3" name="Google Shape;9513;p68"/>
          <p:cNvGrpSpPr/>
          <p:nvPr/>
        </p:nvGrpSpPr>
        <p:grpSpPr>
          <a:xfrm>
            <a:off x="6197601" y="1303709"/>
            <a:ext cx="347599" cy="350371"/>
            <a:chOff x="1777925" y="1953700"/>
            <a:chExt cx="294600" cy="296950"/>
          </a:xfrm>
        </p:grpSpPr>
        <p:sp>
          <p:nvSpPr>
            <p:cNvPr id="9514" name="Google Shape;9514;p68"/>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68"/>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68"/>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68"/>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8" name="Google Shape;9518;p68"/>
          <p:cNvGrpSpPr/>
          <p:nvPr/>
        </p:nvGrpSpPr>
        <p:grpSpPr>
          <a:xfrm>
            <a:off x="6213411" y="1756597"/>
            <a:ext cx="315977" cy="347599"/>
            <a:chOff x="1790525" y="2319150"/>
            <a:chExt cx="267800" cy="294600"/>
          </a:xfrm>
        </p:grpSpPr>
        <p:sp>
          <p:nvSpPr>
            <p:cNvPr id="9519" name="Google Shape;9519;p68"/>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68"/>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21" name="Google Shape;9521;p68"/>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22" name="Google Shape;9522;p68"/>
          <p:cNvGrpSpPr/>
          <p:nvPr/>
        </p:nvGrpSpPr>
        <p:grpSpPr>
          <a:xfrm>
            <a:off x="4866386" y="2670163"/>
            <a:ext cx="349457" cy="348542"/>
            <a:chOff x="3599700" y="1954475"/>
            <a:chExt cx="296175" cy="295400"/>
          </a:xfrm>
        </p:grpSpPr>
        <p:sp>
          <p:nvSpPr>
            <p:cNvPr id="9523" name="Google Shape;9523;p68"/>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8"/>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8"/>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6" name="Google Shape;9526;p68"/>
          <p:cNvGrpSpPr/>
          <p:nvPr/>
        </p:nvGrpSpPr>
        <p:grpSpPr>
          <a:xfrm>
            <a:off x="4867316" y="3159626"/>
            <a:ext cx="347599" cy="347599"/>
            <a:chOff x="3601275" y="2319150"/>
            <a:chExt cx="294600" cy="294600"/>
          </a:xfrm>
        </p:grpSpPr>
        <p:sp>
          <p:nvSpPr>
            <p:cNvPr id="9527" name="Google Shape;9527;p68"/>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8"/>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29" name="Google Shape;9529;p68"/>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0" name="Google Shape;9530;p68"/>
          <p:cNvGrpSpPr/>
          <p:nvPr/>
        </p:nvGrpSpPr>
        <p:grpSpPr>
          <a:xfrm>
            <a:off x="7087019" y="2669721"/>
            <a:ext cx="328071" cy="349427"/>
            <a:chOff x="5421475" y="1945825"/>
            <a:chExt cx="278050" cy="296150"/>
          </a:xfrm>
        </p:grpSpPr>
        <p:sp>
          <p:nvSpPr>
            <p:cNvPr id="9531" name="Google Shape;9531;p68"/>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68"/>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68"/>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68"/>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68"/>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8"/>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68"/>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68"/>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9" name="Google Shape;9539;p68"/>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40" name="Google Shape;9540;p68"/>
          <p:cNvGrpSpPr/>
          <p:nvPr/>
        </p:nvGrpSpPr>
        <p:grpSpPr>
          <a:xfrm>
            <a:off x="7075869" y="3670273"/>
            <a:ext cx="350371" cy="224918"/>
            <a:chOff x="5411225" y="2726350"/>
            <a:chExt cx="296950" cy="190625"/>
          </a:xfrm>
        </p:grpSpPr>
        <p:sp>
          <p:nvSpPr>
            <p:cNvPr id="9541" name="Google Shape;9541;p68"/>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68"/>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3" name="Google Shape;9543;p68"/>
          <p:cNvGrpSpPr/>
          <p:nvPr/>
        </p:nvGrpSpPr>
        <p:grpSpPr>
          <a:xfrm>
            <a:off x="6185904" y="4059546"/>
            <a:ext cx="351286" cy="326390"/>
            <a:chOff x="6524150" y="1938725"/>
            <a:chExt cx="297725" cy="276625"/>
          </a:xfrm>
        </p:grpSpPr>
        <p:sp>
          <p:nvSpPr>
            <p:cNvPr id="9544" name="Google Shape;9544;p68"/>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8"/>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68"/>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68"/>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8" name="Google Shape;9548;p68"/>
          <p:cNvGrpSpPr/>
          <p:nvPr/>
        </p:nvGrpSpPr>
        <p:grpSpPr>
          <a:xfrm>
            <a:off x="6631047" y="1756007"/>
            <a:ext cx="363380" cy="348778"/>
            <a:chOff x="2140225" y="2318650"/>
            <a:chExt cx="307975" cy="295600"/>
          </a:xfrm>
        </p:grpSpPr>
        <p:sp>
          <p:nvSpPr>
            <p:cNvPr id="9549" name="Google Shape;9549;p68"/>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8"/>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1" name="Google Shape;9551;p68"/>
          <p:cNvGrpSpPr/>
          <p:nvPr/>
        </p:nvGrpSpPr>
        <p:grpSpPr>
          <a:xfrm>
            <a:off x="6636607" y="2197505"/>
            <a:ext cx="352259" cy="349427"/>
            <a:chOff x="2139425" y="2682250"/>
            <a:chExt cx="298550" cy="296150"/>
          </a:xfrm>
        </p:grpSpPr>
        <p:sp>
          <p:nvSpPr>
            <p:cNvPr id="9552" name="Google Shape;9552;p68"/>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8"/>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8"/>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8"/>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6" name="Google Shape;9556;p68"/>
          <p:cNvGrpSpPr/>
          <p:nvPr/>
        </p:nvGrpSpPr>
        <p:grpSpPr>
          <a:xfrm>
            <a:off x="5301219" y="2711991"/>
            <a:ext cx="350401" cy="264888"/>
            <a:chOff x="3962775" y="1990700"/>
            <a:chExt cx="296975" cy="224500"/>
          </a:xfrm>
        </p:grpSpPr>
        <p:sp>
          <p:nvSpPr>
            <p:cNvPr id="9557" name="Google Shape;9557;p68"/>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8"/>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8"/>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8"/>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1" name="Google Shape;9561;p68"/>
          <p:cNvGrpSpPr/>
          <p:nvPr/>
        </p:nvGrpSpPr>
        <p:grpSpPr>
          <a:xfrm>
            <a:off x="5301691" y="3158697"/>
            <a:ext cx="349457" cy="349457"/>
            <a:chOff x="3963575" y="2317575"/>
            <a:chExt cx="296175" cy="296175"/>
          </a:xfrm>
        </p:grpSpPr>
        <p:sp>
          <p:nvSpPr>
            <p:cNvPr id="9562" name="Google Shape;9562;p68"/>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8"/>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8"/>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8"/>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8"/>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68"/>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8"/>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8"/>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8"/>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8"/>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8"/>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8"/>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8"/>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8"/>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68"/>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68"/>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8" name="Google Shape;9578;p68"/>
          <p:cNvGrpSpPr/>
          <p:nvPr/>
        </p:nvGrpSpPr>
        <p:grpSpPr>
          <a:xfrm>
            <a:off x="5301691" y="3608476"/>
            <a:ext cx="349457" cy="348513"/>
            <a:chOff x="3962775" y="2683025"/>
            <a:chExt cx="296175" cy="295375"/>
          </a:xfrm>
        </p:grpSpPr>
        <p:sp>
          <p:nvSpPr>
            <p:cNvPr id="9579" name="Google Shape;9579;p68"/>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8"/>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8"/>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2" name="Google Shape;9582;p68"/>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83" name="Google Shape;9583;p68"/>
          <p:cNvGrpSpPr/>
          <p:nvPr/>
        </p:nvGrpSpPr>
        <p:grpSpPr>
          <a:xfrm>
            <a:off x="7516228" y="3159168"/>
            <a:ext cx="348513" cy="348513"/>
            <a:chOff x="5775900" y="2308125"/>
            <a:chExt cx="295375" cy="295375"/>
          </a:xfrm>
        </p:grpSpPr>
        <p:sp>
          <p:nvSpPr>
            <p:cNvPr id="9584" name="Google Shape;9584;p68"/>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8"/>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8"/>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8"/>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8"/>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9" name="Google Shape;9589;p68"/>
          <p:cNvGrpSpPr/>
          <p:nvPr/>
        </p:nvGrpSpPr>
        <p:grpSpPr>
          <a:xfrm>
            <a:off x="7537142" y="3608004"/>
            <a:ext cx="306686" cy="349457"/>
            <a:chOff x="5794025" y="2673575"/>
            <a:chExt cx="259925" cy="296175"/>
          </a:xfrm>
        </p:grpSpPr>
        <p:sp>
          <p:nvSpPr>
            <p:cNvPr id="9590" name="Google Shape;9590;p68"/>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8"/>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92" name="Google Shape;9592;p68"/>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8"/>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4" name="Google Shape;9594;p68"/>
          <p:cNvGrpSpPr/>
          <p:nvPr/>
        </p:nvGrpSpPr>
        <p:grpSpPr>
          <a:xfrm>
            <a:off x="6637536" y="1304166"/>
            <a:ext cx="350401" cy="349457"/>
            <a:chOff x="2141000" y="1954475"/>
            <a:chExt cx="296975" cy="296175"/>
          </a:xfrm>
        </p:grpSpPr>
        <p:sp>
          <p:nvSpPr>
            <p:cNvPr id="9595" name="Google Shape;9595;p68"/>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8"/>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8"/>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68"/>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9602"/>
        <p:cNvGrpSpPr/>
        <p:nvPr/>
      </p:nvGrpSpPr>
      <p:grpSpPr>
        <a:xfrm>
          <a:off x="0" y="0"/>
          <a:ext cx="0" cy="0"/>
          <a:chOff x="0" y="0"/>
          <a:chExt cx="0" cy="0"/>
        </a:xfrm>
      </p:grpSpPr>
      <p:sp>
        <p:nvSpPr>
          <p:cNvPr id="9603" name="Google Shape;9603;p69"/>
          <p:cNvSpPr txBox="1">
            <a:spLocks noGrp="1"/>
          </p:cNvSpPr>
          <p:nvPr>
            <p:ph type="title" idx="4294967295"/>
          </p:nvPr>
        </p:nvSpPr>
        <p:spPr>
          <a:xfrm>
            <a:off x="849675" y="715988"/>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604" name="Google Shape;9604;p69"/>
          <p:cNvSpPr txBox="1">
            <a:spLocks noGrp="1"/>
          </p:cNvSpPr>
          <p:nvPr>
            <p:ph type="title" idx="4294967295"/>
          </p:nvPr>
        </p:nvSpPr>
        <p:spPr>
          <a:xfrm>
            <a:off x="4858400" y="715988"/>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9605" name="Google Shape;9605;p69"/>
          <p:cNvGrpSpPr/>
          <p:nvPr/>
        </p:nvGrpSpPr>
        <p:grpSpPr>
          <a:xfrm>
            <a:off x="882957" y="1306638"/>
            <a:ext cx="292442" cy="355741"/>
            <a:chOff x="-35830350" y="1912725"/>
            <a:chExt cx="241050" cy="293225"/>
          </a:xfrm>
        </p:grpSpPr>
        <p:sp>
          <p:nvSpPr>
            <p:cNvPr id="9606" name="Google Shape;9606;p69"/>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9"/>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69"/>
          <p:cNvGrpSpPr/>
          <p:nvPr/>
        </p:nvGrpSpPr>
        <p:grpSpPr>
          <a:xfrm>
            <a:off x="851444" y="1766235"/>
            <a:ext cx="355468" cy="353587"/>
            <a:chOff x="-35854750" y="2272675"/>
            <a:chExt cx="293000" cy="291450"/>
          </a:xfrm>
        </p:grpSpPr>
        <p:sp>
          <p:nvSpPr>
            <p:cNvPr id="9609" name="Google Shape;9609;p69"/>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69"/>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9"/>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2" name="Google Shape;9612;p69"/>
          <p:cNvGrpSpPr/>
          <p:nvPr/>
        </p:nvGrpSpPr>
        <p:grpSpPr>
          <a:xfrm>
            <a:off x="850958" y="2220821"/>
            <a:ext cx="356438" cy="354558"/>
            <a:chOff x="-35853975" y="2631825"/>
            <a:chExt cx="293800" cy="292250"/>
          </a:xfrm>
        </p:grpSpPr>
        <p:sp>
          <p:nvSpPr>
            <p:cNvPr id="9613" name="Google Shape;9613;p69"/>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9"/>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69"/>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69"/>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9"/>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8" name="Google Shape;9618;p69"/>
          <p:cNvGrpSpPr/>
          <p:nvPr/>
        </p:nvGrpSpPr>
        <p:grpSpPr>
          <a:xfrm>
            <a:off x="3089562" y="1307714"/>
            <a:ext cx="353587" cy="353587"/>
            <a:chOff x="-34032200" y="1916675"/>
            <a:chExt cx="291450" cy="291450"/>
          </a:xfrm>
        </p:grpSpPr>
        <p:sp>
          <p:nvSpPr>
            <p:cNvPr id="9619" name="Google Shape;9619;p69"/>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69"/>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9"/>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69"/>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3" name="Google Shape;9623;p69"/>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4" name="Google Shape;9624;p69"/>
          <p:cNvGrpSpPr/>
          <p:nvPr/>
        </p:nvGrpSpPr>
        <p:grpSpPr>
          <a:xfrm>
            <a:off x="3089092" y="2220821"/>
            <a:ext cx="354527" cy="354558"/>
            <a:chOff x="-34032200" y="2634975"/>
            <a:chExt cx="292225" cy="292250"/>
          </a:xfrm>
        </p:grpSpPr>
        <p:sp>
          <p:nvSpPr>
            <p:cNvPr id="9625" name="Google Shape;9625;p69"/>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9"/>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9"/>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8" name="Google Shape;9628;p69"/>
          <p:cNvGrpSpPr/>
          <p:nvPr/>
        </p:nvGrpSpPr>
        <p:grpSpPr>
          <a:xfrm>
            <a:off x="1739487" y="2687069"/>
            <a:ext cx="358379" cy="354527"/>
            <a:chOff x="-32245875" y="1938725"/>
            <a:chExt cx="295400" cy="292225"/>
          </a:xfrm>
        </p:grpSpPr>
        <p:sp>
          <p:nvSpPr>
            <p:cNvPr id="9629" name="Google Shape;9629;p69"/>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9"/>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9"/>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2" name="Google Shape;9632;p69"/>
          <p:cNvGrpSpPr/>
          <p:nvPr/>
        </p:nvGrpSpPr>
        <p:grpSpPr>
          <a:xfrm>
            <a:off x="1736150" y="3156468"/>
            <a:ext cx="365052" cy="352162"/>
            <a:chOff x="-32243500" y="2299850"/>
            <a:chExt cx="300900" cy="290275"/>
          </a:xfrm>
        </p:grpSpPr>
        <p:sp>
          <p:nvSpPr>
            <p:cNvPr id="9633" name="Google Shape;9633;p69"/>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69"/>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5" name="Google Shape;9635;p69"/>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36" name="Google Shape;9636;p69"/>
          <p:cNvGrpSpPr/>
          <p:nvPr/>
        </p:nvGrpSpPr>
        <p:grpSpPr>
          <a:xfrm>
            <a:off x="1299432" y="1306759"/>
            <a:ext cx="354527" cy="355498"/>
            <a:chOff x="-35495600" y="1912725"/>
            <a:chExt cx="292225" cy="293025"/>
          </a:xfrm>
        </p:grpSpPr>
        <p:sp>
          <p:nvSpPr>
            <p:cNvPr id="9637" name="Google Shape;9637;p69"/>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9"/>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9"/>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0" name="Google Shape;9640;p69"/>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1" name="Google Shape;9641;p69"/>
          <p:cNvGrpSpPr/>
          <p:nvPr/>
        </p:nvGrpSpPr>
        <p:grpSpPr>
          <a:xfrm>
            <a:off x="1299432" y="2221307"/>
            <a:ext cx="354527" cy="353587"/>
            <a:chOff x="-35495600" y="2631825"/>
            <a:chExt cx="292225" cy="291450"/>
          </a:xfrm>
        </p:grpSpPr>
        <p:sp>
          <p:nvSpPr>
            <p:cNvPr id="9642" name="Google Shape;9642;p69"/>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9"/>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9"/>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9"/>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6" name="Google Shape;9646;p69"/>
          <p:cNvGrpSpPr/>
          <p:nvPr/>
        </p:nvGrpSpPr>
        <p:grpSpPr>
          <a:xfrm>
            <a:off x="3537081" y="1307714"/>
            <a:ext cx="353587" cy="353587"/>
            <a:chOff x="-33673825" y="1916675"/>
            <a:chExt cx="291450" cy="291450"/>
          </a:xfrm>
        </p:grpSpPr>
        <p:sp>
          <p:nvSpPr>
            <p:cNvPr id="9647" name="Google Shape;9647;p69"/>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9"/>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69"/>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9"/>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1" name="Google Shape;9651;p69"/>
          <p:cNvGrpSpPr/>
          <p:nvPr/>
        </p:nvGrpSpPr>
        <p:grpSpPr>
          <a:xfrm>
            <a:off x="3534700" y="1765295"/>
            <a:ext cx="358349" cy="355468"/>
            <a:chOff x="-33676975" y="2275050"/>
            <a:chExt cx="295375" cy="293000"/>
          </a:xfrm>
        </p:grpSpPr>
        <p:sp>
          <p:nvSpPr>
            <p:cNvPr id="9652" name="Google Shape;9652;p69"/>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9"/>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9"/>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5" name="Google Shape;9655;p69"/>
          <p:cNvGrpSpPr/>
          <p:nvPr/>
        </p:nvGrpSpPr>
        <p:grpSpPr>
          <a:xfrm>
            <a:off x="3537081" y="2220594"/>
            <a:ext cx="353587" cy="355013"/>
            <a:chOff x="-33673825" y="2634975"/>
            <a:chExt cx="291450" cy="292625"/>
          </a:xfrm>
        </p:grpSpPr>
        <p:sp>
          <p:nvSpPr>
            <p:cNvPr id="9656" name="Google Shape;9656;p69"/>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9"/>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69"/>
          <p:cNvGrpSpPr/>
          <p:nvPr/>
        </p:nvGrpSpPr>
        <p:grpSpPr>
          <a:xfrm>
            <a:off x="2205089" y="2687509"/>
            <a:ext cx="329687" cy="353648"/>
            <a:chOff x="-31874100" y="1939525"/>
            <a:chExt cx="271750" cy="291500"/>
          </a:xfrm>
        </p:grpSpPr>
        <p:sp>
          <p:nvSpPr>
            <p:cNvPr id="9659" name="Google Shape;9659;p69"/>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9"/>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61" name="Google Shape;9661;p69"/>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62" name="Google Shape;9662;p69"/>
          <p:cNvGrpSpPr/>
          <p:nvPr/>
        </p:nvGrpSpPr>
        <p:grpSpPr>
          <a:xfrm>
            <a:off x="2186451" y="3616531"/>
            <a:ext cx="366963" cy="352768"/>
            <a:chOff x="-31889075" y="2658950"/>
            <a:chExt cx="302475" cy="290775"/>
          </a:xfrm>
        </p:grpSpPr>
        <p:sp>
          <p:nvSpPr>
            <p:cNvPr id="9663" name="Google Shape;9663;p69"/>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9"/>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65" name="Google Shape;9665;p69"/>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66" name="Google Shape;9666;p69"/>
          <p:cNvGrpSpPr/>
          <p:nvPr/>
        </p:nvGrpSpPr>
        <p:grpSpPr>
          <a:xfrm>
            <a:off x="1747421" y="1306759"/>
            <a:ext cx="354527" cy="355498"/>
            <a:chOff x="-35136450" y="1912725"/>
            <a:chExt cx="292225" cy="293025"/>
          </a:xfrm>
        </p:grpSpPr>
        <p:sp>
          <p:nvSpPr>
            <p:cNvPr id="9667" name="Google Shape;9667;p69"/>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9"/>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9"/>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0" name="Google Shape;9670;p69"/>
          <p:cNvGrpSpPr/>
          <p:nvPr/>
        </p:nvGrpSpPr>
        <p:grpSpPr>
          <a:xfrm>
            <a:off x="1747891" y="1765978"/>
            <a:ext cx="353587" cy="354103"/>
            <a:chOff x="-35134875" y="2272675"/>
            <a:chExt cx="291450" cy="291875"/>
          </a:xfrm>
        </p:grpSpPr>
        <p:sp>
          <p:nvSpPr>
            <p:cNvPr id="9671" name="Google Shape;9671;p69"/>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9"/>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9"/>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9"/>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5" name="Google Shape;9675;p69"/>
          <p:cNvGrpSpPr/>
          <p:nvPr/>
        </p:nvGrpSpPr>
        <p:grpSpPr>
          <a:xfrm>
            <a:off x="1789458" y="2221307"/>
            <a:ext cx="270453" cy="353587"/>
            <a:chOff x="-35101800" y="2631050"/>
            <a:chExt cx="222925" cy="291450"/>
          </a:xfrm>
        </p:grpSpPr>
        <p:sp>
          <p:nvSpPr>
            <p:cNvPr id="9676" name="Google Shape;9676;p69"/>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69"/>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69"/>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9"/>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0" name="Google Shape;9680;p69"/>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1" name="Google Shape;9681;p69"/>
          <p:cNvGrpSpPr/>
          <p:nvPr/>
        </p:nvGrpSpPr>
        <p:grpSpPr>
          <a:xfrm>
            <a:off x="3977510" y="1765295"/>
            <a:ext cx="353587" cy="355468"/>
            <a:chOff x="-33314675" y="2275050"/>
            <a:chExt cx="291450" cy="293000"/>
          </a:xfrm>
        </p:grpSpPr>
        <p:sp>
          <p:nvSpPr>
            <p:cNvPr id="9682" name="Google Shape;9682;p69"/>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9"/>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69"/>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5" name="Google Shape;9685;p69"/>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6" name="Google Shape;9686;p69"/>
          <p:cNvGrpSpPr/>
          <p:nvPr/>
        </p:nvGrpSpPr>
        <p:grpSpPr>
          <a:xfrm>
            <a:off x="2639701" y="2687555"/>
            <a:ext cx="353587" cy="353557"/>
            <a:chOff x="-31523625" y="1939525"/>
            <a:chExt cx="291450" cy="291425"/>
          </a:xfrm>
        </p:grpSpPr>
        <p:sp>
          <p:nvSpPr>
            <p:cNvPr id="9687" name="Google Shape;9687;p69"/>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9"/>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9"/>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9"/>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9"/>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9"/>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9"/>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9"/>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9"/>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9"/>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9"/>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8" name="Google Shape;9698;p69"/>
          <p:cNvGrpSpPr/>
          <p:nvPr/>
        </p:nvGrpSpPr>
        <p:grpSpPr>
          <a:xfrm>
            <a:off x="2638746" y="3155755"/>
            <a:ext cx="355498" cy="353587"/>
            <a:chOff x="-31523625" y="2298675"/>
            <a:chExt cx="293025" cy="291450"/>
          </a:xfrm>
        </p:grpSpPr>
        <p:sp>
          <p:nvSpPr>
            <p:cNvPr id="9699" name="Google Shape;9699;p69"/>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9"/>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9"/>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02" name="Google Shape;9702;p69"/>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9"/>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04" name="Google Shape;9704;p69"/>
          <p:cNvGrpSpPr/>
          <p:nvPr/>
        </p:nvGrpSpPr>
        <p:grpSpPr>
          <a:xfrm>
            <a:off x="2205934" y="1307729"/>
            <a:ext cx="331598" cy="353557"/>
            <a:chOff x="-34767825" y="1914325"/>
            <a:chExt cx="273325" cy="291425"/>
          </a:xfrm>
        </p:grpSpPr>
        <p:sp>
          <p:nvSpPr>
            <p:cNvPr id="9705" name="Google Shape;9705;p69"/>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9"/>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9"/>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8" name="Google Shape;9708;p69"/>
          <p:cNvGrpSpPr/>
          <p:nvPr/>
        </p:nvGrpSpPr>
        <p:grpSpPr>
          <a:xfrm>
            <a:off x="2193513" y="1765280"/>
            <a:ext cx="356438" cy="355498"/>
            <a:chOff x="-34778075" y="2272675"/>
            <a:chExt cx="293800" cy="293025"/>
          </a:xfrm>
        </p:grpSpPr>
        <p:sp>
          <p:nvSpPr>
            <p:cNvPr id="9709" name="Google Shape;9709;p69"/>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9"/>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9"/>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2" name="Google Shape;9712;p69"/>
          <p:cNvGrpSpPr/>
          <p:nvPr/>
        </p:nvGrpSpPr>
        <p:grpSpPr>
          <a:xfrm>
            <a:off x="2194939" y="2221307"/>
            <a:ext cx="353587" cy="353587"/>
            <a:chOff x="-34776500" y="2631825"/>
            <a:chExt cx="291450" cy="291450"/>
          </a:xfrm>
        </p:grpSpPr>
        <p:sp>
          <p:nvSpPr>
            <p:cNvPr id="9713" name="Google Shape;9713;p69"/>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9"/>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9"/>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6" name="Google Shape;9716;p69"/>
          <p:cNvGrpSpPr/>
          <p:nvPr/>
        </p:nvGrpSpPr>
        <p:grpSpPr>
          <a:xfrm>
            <a:off x="853628" y="2685160"/>
            <a:ext cx="354527" cy="358349"/>
            <a:chOff x="-32956300" y="1915900"/>
            <a:chExt cx="292225" cy="295375"/>
          </a:xfrm>
        </p:grpSpPr>
        <p:sp>
          <p:nvSpPr>
            <p:cNvPr id="9717" name="Google Shape;9717;p69"/>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9"/>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19" name="Google Shape;9719;p69"/>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9"/>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1" name="Google Shape;9721;p69"/>
          <p:cNvGrpSpPr/>
          <p:nvPr/>
        </p:nvGrpSpPr>
        <p:grpSpPr>
          <a:xfrm>
            <a:off x="3081101" y="2687555"/>
            <a:ext cx="356438" cy="353557"/>
            <a:chOff x="-31166825" y="1939525"/>
            <a:chExt cx="293800" cy="291425"/>
          </a:xfrm>
        </p:grpSpPr>
        <p:sp>
          <p:nvSpPr>
            <p:cNvPr id="9722" name="Google Shape;9722;p69"/>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9"/>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9"/>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9"/>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9"/>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9"/>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9"/>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9"/>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9"/>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9"/>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9"/>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3" name="Google Shape;9733;p69"/>
          <p:cNvGrpSpPr/>
          <p:nvPr/>
        </p:nvGrpSpPr>
        <p:grpSpPr>
          <a:xfrm>
            <a:off x="3082057" y="3155482"/>
            <a:ext cx="354527" cy="354133"/>
            <a:chOff x="-31165250" y="2298675"/>
            <a:chExt cx="292225" cy="291900"/>
          </a:xfrm>
        </p:grpSpPr>
        <p:sp>
          <p:nvSpPr>
            <p:cNvPr id="9734" name="Google Shape;9734;p69"/>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9"/>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9"/>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7" name="Google Shape;9737;p69"/>
          <p:cNvGrpSpPr/>
          <p:nvPr/>
        </p:nvGrpSpPr>
        <p:grpSpPr>
          <a:xfrm>
            <a:off x="3082542" y="3616136"/>
            <a:ext cx="353557" cy="353557"/>
            <a:chOff x="-31164450" y="2657050"/>
            <a:chExt cx="291425" cy="291425"/>
          </a:xfrm>
        </p:grpSpPr>
        <p:sp>
          <p:nvSpPr>
            <p:cNvPr id="9738" name="Google Shape;9738;p69"/>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9"/>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9"/>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9"/>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42" name="Google Shape;9742;p69"/>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43" name="Google Shape;9743;p69"/>
          <p:cNvGrpSpPr/>
          <p:nvPr/>
        </p:nvGrpSpPr>
        <p:grpSpPr>
          <a:xfrm>
            <a:off x="2632987" y="1307366"/>
            <a:ext cx="358349" cy="354285"/>
            <a:chOff x="-34421275" y="1912725"/>
            <a:chExt cx="295375" cy="292025"/>
          </a:xfrm>
        </p:grpSpPr>
        <p:sp>
          <p:nvSpPr>
            <p:cNvPr id="9744" name="Google Shape;9744;p69"/>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69"/>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6" name="Google Shape;9746;p69"/>
          <p:cNvGrpSpPr/>
          <p:nvPr/>
        </p:nvGrpSpPr>
        <p:grpSpPr>
          <a:xfrm>
            <a:off x="2632032" y="1765280"/>
            <a:ext cx="360260" cy="355498"/>
            <a:chOff x="-34418125" y="2271100"/>
            <a:chExt cx="296950" cy="293025"/>
          </a:xfrm>
        </p:grpSpPr>
        <p:sp>
          <p:nvSpPr>
            <p:cNvPr id="9747" name="Google Shape;9747;p69"/>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9"/>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9"/>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9"/>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9"/>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2" name="Google Shape;9752;p69"/>
          <p:cNvGrpSpPr/>
          <p:nvPr/>
        </p:nvGrpSpPr>
        <p:grpSpPr>
          <a:xfrm>
            <a:off x="2632987" y="2221307"/>
            <a:ext cx="358349" cy="353587"/>
            <a:chOff x="-34421275" y="2631050"/>
            <a:chExt cx="295375" cy="291450"/>
          </a:xfrm>
        </p:grpSpPr>
        <p:sp>
          <p:nvSpPr>
            <p:cNvPr id="9753" name="Google Shape;9753;p69"/>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9"/>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9"/>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9"/>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7" name="Google Shape;9757;p69"/>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9"/>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9"/>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60" name="Google Shape;9760;p69"/>
          <p:cNvGrpSpPr/>
          <p:nvPr/>
        </p:nvGrpSpPr>
        <p:grpSpPr>
          <a:xfrm>
            <a:off x="3537620" y="2688025"/>
            <a:ext cx="353587" cy="352617"/>
            <a:chOff x="-30805300" y="1938725"/>
            <a:chExt cx="291450" cy="290650"/>
          </a:xfrm>
        </p:grpSpPr>
        <p:sp>
          <p:nvSpPr>
            <p:cNvPr id="9761" name="Google Shape;9761;p69"/>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9"/>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3" name="Google Shape;9763;p69"/>
          <p:cNvGrpSpPr/>
          <p:nvPr/>
        </p:nvGrpSpPr>
        <p:grpSpPr>
          <a:xfrm>
            <a:off x="3538105" y="3155952"/>
            <a:ext cx="352617" cy="353193"/>
            <a:chOff x="-30805300" y="2298675"/>
            <a:chExt cx="290650" cy="291125"/>
          </a:xfrm>
        </p:grpSpPr>
        <p:sp>
          <p:nvSpPr>
            <p:cNvPr id="9764" name="Google Shape;9764;p69"/>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9"/>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9"/>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69"/>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8" name="Google Shape;9768;p69"/>
          <p:cNvGrpSpPr/>
          <p:nvPr/>
        </p:nvGrpSpPr>
        <p:grpSpPr>
          <a:xfrm>
            <a:off x="3537635" y="3616136"/>
            <a:ext cx="353557" cy="353557"/>
            <a:chOff x="-30806075" y="2657050"/>
            <a:chExt cx="291425" cy="291425"/>
          </a:xfrm>
        </p:grpSpPr>
        <p:sp>
          <p:nvSpPr>
            <p:cNvPr id="9769" name="Google Shape;9769;p69"/>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69"/>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9"/>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2" name="Google Shape;9772;p69"/>
          <p:cNvGrpSpPr/>
          <p:nvPr/>
        </p:nvGrpSpPr>
        <p:grpSpPr>
          <a:xfrm>
            <a:off x="2639681" y="4073943"/>
            <a:ext cx="353557" cy="353557"/>
            <a:chOff x="-30064925" y="2332550"/>
            <a:chExt cx="291425" cy="291425"/>
          </a:xfrm>
        </p:grpSpPr>
        <p:sp>
          <p:nvSpPr>
            <p:cNvPr id="9773" name="Google Shape;9773;p69"/>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69"/>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9"/>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6" name="Google Shape;9776;p69"/>
          <p:cNvGrpSpPr/>
          <p:nvPr/>
        </p:nvGrpSpPr>
        <p:grpSpPr>
          <a:xfrm>
            <a:off x="3983068" y="2683443"/>
            <a:ext cx="348855" cy="347879"/>
            <a:chOff x="2821450" y="2957850"/>
            <a:chExt cx="259275" cy="258550"/>
          </a:xfrm>
        </p:grpSpPr>
        <p:sp>
          <p:nvSpPr>
            <p:cNvPr id="9777" name="Google Shape;9777;p69"/>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9"/>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69"/>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9780" name="Google Shape;9780;p69"/>
          <p:cNvGrpSpPr/>
          <p:nvPr/>
        </p:nvGrpSpPr>
        <p:grpSpPr>
          <a:xfrm>
            <a:off x="4858100" y="1304461"/>
            <a:ext cx="361090" cy="361090"/>
            <a:chOff x="-57970450" y="1903275"/>
            <a:chExt cx="318225" cy="318225"/>
          </a:xfrm>
        </p:grpSpPr>
        <p:sp>
          <p:nvSpPr>
            <p:cNvPr id="9781" name="Google Shape;9781;p69"/>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9"/>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69"/>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69"/>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5" name="Google Shape;9785;p69"/>
          <p:cNvGrpSpPr/>
          <p:nvPr/>
        </p:nvGrpSpPr>
        <p:grpSpPr>
          <a:xfrm>
            <a:off x="4880000" y="1780418"/>
            <a:ext cx="317290" cy="359303"/>
            <a:chOff x="-57950750" y="2296300"/>
            <a:chExt cx="279625" cy="316650"/>
          </a:xfrm>
        </p:grpSpPr>
        <p:sp>
          <p:nvSpPr>
            <p:cNvPr id="9786" name="Google Shape;9786;p69"/>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9"/>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69"/>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69"/>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0" name="Google Shape;9790;p69"/>
          <p:cNvGrpSpPr/>
          <p:nvPr/>
        </p:nvGrpSpPr>
        <p:grpSpPr>
          <a:xfrm>
            <a:off x="4858214" y="2232094"/>
            <a:ext cx="360863" cy="360211"/>
            <a:chOff x="-57969675" y="2687750"/>
            <a:chExt cx="318025" cy="317450"/>
          </a:xfrm>
        </p:grpSpPr>
        <p:sp>
          <p:nvSpPr>
            <p:cNvPr id="9791" name="Google Shape;9791;p69"/>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69"/>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9"/>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9"/>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5" name="Google Shape;9795;p69"/>
          <p:cNvGrpSpPr/>
          <p:nvPr/>
        </p:nvGrpSpPr>
        <p:grpSpPr>
          <a:xfrm>
            <a:off x="7067397" y="1304461"/>
            <a:ext cx="363785" cy="361090"/>
            <a:chOff x="-56012425" y="1903275"/>
            <a:chExt cx="320600" cy="318225"/>
          </a:xfrm>
        </p:grpSpPr>
        <p:sp>
          <p:nvSpPr>
            <p:cNvPr id="9796" name="Google Shape;9796;p69"/>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9"/>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8" name="Google Shape;9798;p69"/>
          <p:cNvGrpSpPr/>
          <p:nvPr/>
        </p:nvGrpSpPr>
        <p:grpSpPr>
          <a:xfrm>
            <a:off x="7068290" y="1778631"/>
            <a:ext cx="361998" cy="361998"/>
            <a:chOff x="-56010850" y="2294725"/>
            <a:chExt cx="319025" cy="319025"/>
          </a:xfrm>
        </p:grpSpPr>
        <p:sp>
          <p:nvSpPr>
            <p:cNvPr id="9799" name="Google Shape;9799;p69"/>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9"/>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69"/>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9"/>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3" name="Google Shape;9803;p69"/>
          <p:cNvGrpSpPr/>
          <p:nvPr/>
        </p:nvGrpSpPr>
        <p:grpSpPr>
          <a:xfrm>
            <a:off x="7068305" y="2231215"/>
            <a:ext cx="361969" cy="361090"/>
            <a:chOff x="-56010050" y="2686975"/>
            <a:chExt cx="319000" cy="318225"/>
          </a:xfrm>
        </p:grpSpPr>
        <p:sp>
          <p:nvSpPr>
            <p:cNvPr id="9804" name="Google Shape;9804;p69"/>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9"/>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9"/>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69"/>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8" name="Google Shape;9808;p69"/>
          <p:cNvGrpSpPr/>
          <p:nvPr/>
        </p:nvGrpSpPr>
        <p:grpSpPr>
          <a:xfrm>
            <a:off x="5753801" y="2684124"/>
            <a:ext cx="361998" cy="361090"/>
            <a:chOff x="-54081175" y="1903275"/>
            <a:chExt cx="319025" cy="318225"/>
          </a:xfrm>
        </p:grpSpPr>
        <p:sp>
          <p:nvSpPr>
            <p:cNvPr id="9809" name="Google Shape;9809;p69"/>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9"/>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1" name="Google Shape;9811;p69"/>
          <p:cNvGrpSpPr/>
          <p:nvPr/>
        </p:nvGrpSpPr>
        <p:grpSpPr>
          <a:xfrm>
            <a:off x="5776154" y="3137587"/>
            <a:ext cx="317290" cy="360211"/>
            <a:chOff x="-54063050" y="2296300"/>
            <a:chExt cx="279625" cy="317450"/>
          </a:xfrm>
        </p:grpSpPr>
        <p:sp>
          <p:nvSpPr>
            <p:cNvPr id="9812" name="Google Shape;9812;p69"/>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9"/>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9"/>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9"/>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6" name="Google Shape;9816;p69"/>
          <p:cNvGrpSpPr/>
          <p:nvPr/>
        </p:nvGrpSpPr>
        <p:grpSpPr>
          <a:xfrm>
            <a:off x="5776154" y="3601649"/>
            <a:ext cx="317290" cy="361033"/>
            <a:chOff x="-54061475" y="2685450"/>
            <a:chExt cx="279625" cy="318175"/>
          </a:xfrm>
        </p:grpSpPr>
        <p:sp>
          <p:nvSpPr>
            <p:cNvPr id="9817" name="Google Shape;9817;p69"/>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69"/>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9"/>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9"/>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1" name="Google Shape;9821;p69"/>
          <p:cNvGrpSpPr/>
          <p:nvPr/>
        </p:nvGrpSpPr>
        <p:grpSpPr>
          <a:xfrm>
            <a:off x="8029690" y="2693967"/>
            <a:ext cx="275278" cy="361969"/>
            <a:chOff x="-52074300" y="1911950"/>
            <a:chExt cx="242600" cy="319000"/>
          </a:xfrm>
        </p:grpSpPr>
        <p:sp>
          <p:nvSpPr>
            <p:cNvPr id="9822" name="Google Shape;9822;p69"/>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69"/>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9"/>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9"/>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6" name="Google Shape;9826;p69"/>
          <p:cNvGrpSpPr/>
          <p:nvPr/>
        </p:nvGrpSpPr>
        <p:grpSpPr>
          <a:xfrm>
            <a:off x="5287689" y="1305369"/>
            <a:ext cx="361998" cy="361090"/>
            <a:chOff x="-57578225" y="1904075"/>
            <a:chExt cx="319025" cy="318225"/>
          </a:xfrm>
        </p:grpSpPr>
        <p:sp>
          <p:nvSpPr>
            <p:cNvPr id="9827" name="Google Shape;9827;p69"/>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69"/>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9"/>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69"/>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1" name="Google Shape;9831;p69"/>
          <p:cNvGrpSpPr/>
          <p:nvPr/>
        </p:nvGrpSpPr>
        <p:grpSpPr>
          <a:xfrm>
            <a:off x="5310042" y="1778631"/>
            <a:ext cx="317290" cy="361090"/>
            <a:chOff x="-57558525" y="2294725"/>
            <a:chExt cx="279625" cy="318225"/>
          </a:xfrm>
        </p:grpSpPr>
        <p:sp>
          <p:nvSpPr>
            <p:cNvPr id="9832" name="Google Shape;9832;p69"/>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69"/>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9"/>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69"/>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9"/>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7" name="Google Shape;9837;p69"/>
          <p:cNvGrpSpPr/>
          <p:nvPr/>
        </p:nvGrpSpPr>
        <p:grpSpPr>
          <a:xfrm>
            <a:off x="5285901" y="2231215"/>
            <a:ext cx="365572" cy="361969"/>
            <a:chOff x="-57579800" y="2686975"/>
            <a:chExt cx="322175" cy="319000"/>
          </a:xfrm>
        </p:grpSpPr>
        <p:sp>
          <p:nvSpPr>
            <p:cNvPr id="9838" name="Google Shape;9838;p69"/>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9"/>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0" name="Google Shape;9840;p69"/>
          <p:cNvGrpSpPr/>
          <p:nvPr/>
        </p:nvGrpSpPr>
        <p:grpSpPr>
          <a:xfrm>
            <a:off x="7510682" y="1778631"/>
            <a:ext cx="367359" cy="361090"/>
            <a:chOff x="-55620975" y="2294725"/>
            <a:chExt cx="323750" cy="318225"/>
          </a:xfrm>
        </p:grpSpPr>
        <p:sp>
          <p:nvSpPr>
            <p:cNvPr id="9841" name="Google Shape;9841;p69"/>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9"/>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9"/>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9"/>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9"/>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9"/>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7" name="Google Shape;9847;p69"/>
          <p:cNvGrpSpPr/>
          <p:nvPr/>
        </p:nvGrpSpPr>
        <p:grpSpPr>
          <a:xfrm>
            <a:off x="7512923" y="2231130"/>
            <a:ext cx="362877" cy="361175"/>
            <a:chOff x="-55620175" y="2686900"/>
            <a:chExt cx="319800" cy="318300"/>
          </a:xfrm>
        </p:grpSpPr>
        <p:sp>
          <p:nvSpPr>
            <p:cNvPr id="9848" name="Google Shape;9848;p69"/>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69"/>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9"/>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69"/>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2" name="Google Shape;9852;p69"/>
          <p:cNvGrpSpPr/>
          <p:nvPr/>
        </p:nvGrpSpPr>
        <p:grpSpPr>
          <a:xfrm>
            <a:off x="6198887" y="2684124"/>
            <a:ext cx="361969" cy="361090"/>
            <a:chOff x="-53690500" y="1903275"/>
            <a:chExt cx="319000" cy="318225"/>
          </a:xfrm>
        </p:grpSpPr>
        <p:sp>
          <p:nvSpPr>
            <p:cNvPr id="9853" name="Google Shape;9853;p69"/>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9"/>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69"/>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9"/>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7" name="Google Shape;9857;p69"/>
          <p:cNvGrpSpPr/>
          <p:nvPr/>
        </p:nvGrpSpPr>
        <p:grpSpPr>
          <a:xfrm>
            <a:off x="6221226" y="3137587"/>
            <a:ext cx="317290" cy="359303"/>
            <a:chOff x="-53670800" y="2296300"/>
            <a:chExt cx="279625" cy="316650"/>
          </a:xfrm>
        </p:grpSpPr>
        <p:sp>
          <p:nvSpPr>
            <p:cNvPr id="9858" name="Google Shape;9858;p69"/>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9"/>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9"/>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9"/>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69"/>
          <p:cNvGrpSpPr/>
          <p:nvPr/>
        </p:nvGrpSpPr>
        <p:grpSpPr>
          <a:xfrm>
            <a:off x="6198887" y="3602925"/>
            <a:ext cx="361969" cy="361544"/>
            <a:chOff x="-53690500" y="2686575"/>
            <a:chExt cx="319000" cy="318625"/>
          </a:xfrm>
        </p:grpSpPr>
        <p:sp>
          <p:nvSpPr>
            <p:cNvPr id="9863" name="Google Shape;9863;p69"/>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69"/>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9"/>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9"/>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7" name="Google Shape;9867;p69"/>
          <p:cNvGrpSpPr/>
          <p:nvPr/>
        </p:nvGrpSpPr>
        <p:grpSpPr>
          <a:xfrm>
            <a:off x="8008669" y="3145785"/>
            <a:ext cx="317319" cy="360948"/>
            <a:chOff x="-52092425" y="2303525"/>
            <a:chExt cx="279650" cy="318100"/>
          </a:xfrm>
        </p:grpSpPr>
        <p:sp>
          <p:nvSpPr>
            <p:cNvPr id="9868" name="Google Shape;9868;p69"/>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69"/>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9"/>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9"/>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9"/>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3" name="Google Shape;9873;p69"/>
          <p:cNvGrpSpPr/>
          <p:nvPr/>
        </p:nvGrpSpPr>
        <p:grpSpPr>
          <a:xfrm>
            <a:off x="5727728" y="1306249"/>
            <a:ext cx="363756" cy="361090"/>
            <a:chOff x="-57189125" y="1904850"/>
            <a:chExt cx="320575" cy="318225"/>
          </a:xfrm>
        </p:grpSpPr>
        <p:sp>
          <p:nvSpPr>
            <p:cNvPr id="9874" name="Google Shape;9874;p69"/>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9"/>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9"/>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69"/>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9"/>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9" name="Google Shape;9879;p69"/>
          <p:cNvGrpSpPr/>
          <p:nvPr/>
        </p:nvGrpSpPr>
        <p:grpSpPr>
          <a:xfrm>
            <a:off x="5728621" y="1800985"/>
            <a:ext cx="361969" cy="316411"/>
            <a:chOff x="-57187550" y="2314425"/>
            <a:chExt cx="319000" cy="278850"/>
          </a:xfrm>
        </p:grpSpPr>
        <p:sp>
          <p:nvSpPr>
            <p:cNvPr id="9880" name="Google Shape;9880;p69"/>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9"/>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9"/>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69"/>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4" name="Google Shape;9884;p69"/>
          <p:cNvGrpSpPr/>
          <p:nvPr/>
        </p:nvGrpSpPr>
        <p:grpSpPr>
          <a:xfrm>
            <a:off x="5745585" y="2230534"/>
            <a:ext cx="328042" cy="361771"/>
            <a:chOff x="-57172600" y="2686375"/>
            <a:chExt cx="289100" cy="318825"/>
          </a:xfrm>
        </p:grpSpPr>
        <p:sp>
          <p:nvSpPr>
            <p:cNvPr id="9885" name="Google Shape;9885;p69"/>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9"/>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7" name="Google Shape;9887;p69"/>
          <p:cNvGrpSpPr/>
          <p:nvPr/>
        </p:nvGrpSpPr>
        <p:grpSpPr>
          <a:xfrm>
            <a:off x="7958434" y="1304461"/>
            <a:ext cx="361090" cy="359303"/>
            <a:chOff x="-55225575" y="1903275"/>
            <a:chExt cx="318225" cy="316650"/>
          </a:xfrm>
        </p:grpSpPr>
        <p:sp>
          <p:nvSpPr>
            <p:cNvPr id="9888" name="Google Shape;9888;p69"/>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9"/>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69"/>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69"/>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9"/>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3" name="Google Shape;9893;p69"/>
          <p:cNvGrpSpPr/>
          <p:nvPr/>
        </p:nvGrpSpPr>
        <p:grpSpPr>
          <a:xfrm>
            <a:off x="7969611" y="1780418"/>
            <a:ext cx="338736" cy="359303"/>
            <a:chOff x="-55217700" y="2296300"/>
            <a:chExt cx="298525" cy="316650"/>
          </a:xfrm>
        </p:grpSpPr>
        <p:sp>
          <p:nvSpPr>
            <p:cNvPr id="9894" name="Google Shape;9894;p69"/>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69"/>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9"/>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69"/>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69"/>
          <p:cNvGrpSpPr/>
          <p:nvPr/>
        </p:nvGrpSpPr>
        <p:grpSpPr>
          <a:xfrm>
            <a:off x="7957541" y="2233002"/>
            <a:ext cx="362877" cy="359303"/>
            <a:chOff x="-55229525" y="2688550"/>
            <a:chExt cx="319800" cy="316650"/>
          </a:xfrm>
        </p:grpSpPr>
        <p:sp>
          <p:nvSpPr>
            <p:cNvPr id="9899" name="Google Shape;9899;p69"/>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9"/>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9"/>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69"/>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3" name="Google Shape;9903;p69"/>
          <p:cNvGrpSpPr/>
          <p:nvPr/>
        </p:nvGrpSpPr>
        <p:grpSpPr>
          <a:xfrm>
            <a:off x="6653760" y="2684124"/>
            <a:ext cx="338765" cy="361090"/>
            <a:chOff x="-53288825" y="1903275"/>
            <a:chExt cx="298550" cy="318225"/>
          </a:xfrm>
        </p:grpSpPr>
        <p:sp>
          <p:nvSpPr>
            <p:cNvPr id="9904" name="Google Shape;9904;p69"/>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69"/>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69"/>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7" name="Google Shape;9907;p69"/>
          <p:cNvGrpSpPr/>
          <p:nvPr/>
        </p:nvGrpSpPr>
        <p:grpSpPr>
          <a:xfrm>
            <a:off x="6642143" y="3135800"/>
            <a:ext cx="361998" cy="361090"/>
            <a:chOff x="-53299850" y="2294725"/>
            <a:chExt cx="319025" cy="318225"/>
          </a:xfrm>
        </p:grpSpPr>
        <p:sp>
          <p:nvSpPr>
            <p:cNvPr id="9908" name="Google Shape;9908;p69"/>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9"/>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0" name="Google Shape;9910;p69"/>
          <p:cNvGrpSpPr/>
          <p:nvPr/>
        </p:nvGrpSpPr>
        <p:grpSpPr>
          <a:xfrm>
            <a:off x="6664936" y="3604259"/>
            <a:ext cx="316411" cy="360211"/>
            <a:chOff x="-53278575" y="2687750"/>
            <a:chExt cx="278850" cy="317450"/>
          </a:xfrm>
        </p:grpSpPr>
        <p:sp>
          <p:nvSpPr>
            <p:cNvPr id="9911" name="Google Shape;9911;p69"/>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69"/>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69"/>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9"/>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5" name="Google Shape;9915;p69"/>
          <p:cNvGrpSpPr/>
          <p:nvPr/>
        </p:nvGrpSpPr>
        <p:grpSpPr>
          <a:xfrm>
            <a:off x="7986330" y="3603947"/>
            <a:ext cx="361998" cy="362310"/>
            <a:chOff x="-52101875" y="2687475"/>
            <a:chExt cx="319025" cy="319300"/>
          </a:xfrm>
        </p:grpSpPr>
        <p:sp>
          <p:nvSpPr>
            <p:cNvPr id="9916" name="Google Shape;9916;p69"/>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9"/>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9"/>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9"/>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0" name="Google Shape;9920;p69"/>
          <p:cNvGrpSpPr/>
          <p:nvPr/>
        </p:nvGrpSpPr>
        <p:grpSpPr>
          <a:xfrm>
            <a:off x="6201079" y="1305369"/>
            <a:ext cx="317290" cy="361090"/>
            <a:chOff x="-56774050" y="1904075"/>
            <a:chExt cx="279625" cy="318225"/>
          </a:xfrm>
        </p:grpSpPr>
        <p:sp>
          <p:nvSpPr>
            <p:cNvPr id="9921" name="Google Shape;9921;p69"/>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9"/>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3" name="Google Shape;9923;p69"/>
          <p:cNvGrpSpPr/>
          <p:nvPr/>
        </p:nvGrpSpPr>
        <p:grpSpPr>
          <a:xfrm>
            <a:off x="6201079" y="1778631"/>
            <a:ext cx="317290" cy="361090"/>
            <a:chOff x="-56774850" y="2294725"/>
            <a:chExt cx="279625" cy="318225"/>
          </a:xfrm>
        </p:grpSpPr>
        <p:sp>
          <p:nvSpPr>
            <p:cNvPr id="9924" name="Google Shape;9924;p69"/>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9"/>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69"/>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7" name="Google Shape;9927;p69"/>
          <p:cNvGrpSpPr/>
          <p:nvPr/>
        </p:nvGrpSpPr>
        <p:grpSpPr>
          <a:xfrm>
            <a:off x="6222086" y="2231215"/>
            <a:ext cx="275278" cy="360182"/>
            <a:chOff x="-56756725" y="2686975"/>
            <a:chExt cx="242600" cy="317425"/>
          </a:xfrm>
        </p:grpSpPr>
        <p:sp>
          <p:nvSpPr>
            <p:cNvPr id="9928" name="Google Shape;9928;p69"/>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9"/>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9"/>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1" name="Google Shape;9931;p69"/>
          <p:cNvGrpSpPr/>
          <p:nvPr/>
        </p:nvGrpSpPr>
        <p:grpSpPr>
          <a:xfrm>
            <a:off x="4870518" y="2684124"/>
            <a:ext cx="337346" cy="361998"/>
            <a:chOff x="-54826975" y="1903275"/>
            <a:chExt cx="297300" cy="319025"/>
          </a:xfrm>
        </p:grpSpPr>
        <p:sp>
          <p:nvSpPr>
            <p:cNvPr id="9932" name="Google Shape;9932;p69"/>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9"/>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9"/>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5" name="Google Shape;9935;p69"/>
          <p:cNvGrpSpPr/>
          <p:nvPr/>
        </p:nvGrpSpPr>
        <p:grpSpPr>
          <a:xfrm>
            <a:off x="4858206" y="3137587"/>
            <a:ext cx="361969" cy="359274"/>
            <a:chOff x="-54836500" y="2296300"/>
            <a:chExt cx="319000" cy="316625"/>
          </a:xfrm>
        </p:grpSpPr>
        <p:sp>
          <p:nvSpPr>
            <p:cNvPr id="9936" name="Google Shape;9936;p69"/>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9"/>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9"/>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69"/>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0" name="Google Shape;9940;p69"/>
          <p:cNvGrpSpPr/>
          <p:nvPr/>
        </p:nvGrpSpPr>
        <p:grpSpPr>
          <a:xfrm>
            <a:off x="4879652" y="3604259"/>
            <a:ext cx="319078" cy="361090"/>
            <a:chOff x="-54817600" y="2687750"/>
            <a:chExt cx="281200" cy="318225"/>
          </a:xfrm>
        </p:grpSpPr>
        <p:sp>
          <p:nvSpPr>
            <p:cNvPr id="9941" name="Google Shape;9941;p69"/>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69"/>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69"/>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9"/>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5" name="Google Shape;9945;p69"/>
          <p:cNvGrpSpPr/>
          <p:nvPr/>
        </p:nvGrpSpPr>
        <p:grpSpPr>
          <a:xfrm>
            <a:off x="7110476" y="2684124"/>
            <a:ext cx="317290" cy="359303"/>
            <a:chOff x="-52887125" y="1903275"/>
            <a:chExt cx="279625" cy="316650"/>
          </a:xfrm>
        </p:grpSpPr>
        <p:sp>
          <p:nvSpPr>
            <p:cNvPr id="9946" name="Google Shape;9946;p69"/>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9"/>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8" name="Google Shape;9948;p69"/>
          <p:cNvGrpSpPr/>
          <p:nvPr/>
        </p:nvGrpSpPr>
        <p:grpSpPr>
          <a:xfrm>
            <a:off x="7089030" y="3134920"/>
            <a:ext cx="360182" cy="361969"/>
            <a:chOff x="-52906025" y="2293950"/>
            <a:chExt cx="317425" cy="319000"/>
          </a:xfrm>
        </p:grpSpPr>
        <p:sp>
          <p:nvSpPr>
            <p:cNvPr id="9949" name="Google Shape;9949;p69"/>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9"/>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9"/>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2" name="Google Shape;9952;p69"/>
          <p:cNvGrpSpPr/>
          <p:nvPr/>
        </p:nvGrpSpPr>
        <p:grpSpPr>
          <a:xfrm>
            <a:off x="7110476" y="3603379"/>
            <a:ext cx="317290" cy="361090"/>
            <a:chOff x="-52887125" y="2686975"/>
            <a:chExt cx="279625" cy="318225"/>
          </a:xfrm>
        </p:grpSpPr>
        <p:sp>
          <p:nvSpPr>
            <p:cNvPr id="9953" name="Google Shape;9953;p69"/>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9"/>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9"/>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9"/>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7" name="Google Shape;9957;p69"/>
          <p:cNvGrpSpPr/>
          <p:nvPr/>
        </p:nvGrpSpPr>
        <p:grpSpPr>
          <a:xfrm>
            <a:off x="6220848" y="4062998"/>
            <a:ext cx="318170" cy="359303"/>
            <a:chOff x="-51722225" y="1915100"/>
            <a:chExt cx="280400" cy="316650"/>
          </a:xfrm>
        </p:grpSpPr>
        <p:sp>
          <p:nvSpPr>
            <p:cNvPr id="9958" name="Google Shape;9958;p69"/>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9"/>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69"/>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9"/>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69"/>
          <p:cNvGrpSpPr/>
          <p:nvPr/>
        </p:nvGrpSpPr>
        <p:grpSpPr>
          <a:xfrm>
            <a:off x="6616678" y="1303695"/>
            <a:ext cx="370905" cy="360976"/>
            <a:chOff x="-56407800" y="1902600"/>
            <a:chExt cx="326875" cy="318125"/>
          </a:xfrm>
        </p:grpSpPr>
        <p:sp>
          <p:nvSpPr>
            <p:cNvPr id="9963" name="Google Shape;9963;p69"/>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9"/>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69"/>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6" name="Google Shape;9966;p69"/>
          <p:cNvGrpSpPr/>
          <p:nvPr/>
        </p:nvGrpSpPr>
        <p:grpSpPr>
          <a:xfrm>
            <a:off x="6622479" y="1790262"/>
            <a:ext cx="359303" cy="338736"/>
            <a:chOff x="-56401500" y="2304975"/>
            <a:chExt cx="316650" cy="298525"/>
          </a:xfrm>
        </p:grpSpPr>
        <p:sp>
          <p:nvSpPr>
            <p:cNvPr id="9967" name="Google Shape;9967;p69"/>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9"/>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9"/>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9"/>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69"/>
          <p:cNvGrpSpPr/>
          <p:nvPr/>
        </p:nvGrpSpPr>
        <p:grpSpPr>
          <a:xfrm>
            <a:off x="5328863" y="2682337"/>
            <a:ext cx="319985" cy="361090"/>
            <a:chOff x="-54426150" y="1901700"/>
            <a:chExt cx="282000" cy="318225"/>
          </a:xfrm>
        </p:grpSpPr>
        <p:sp>
          <p:nvSpPr>
            <p:cNvPr id="9972" name="Google Shape;9972;p69"/>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9"/>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9"/>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9"/>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6" name="Google Shape;9976;p69"/>
          <p:cNvGrpSpPr/>
          <p:nvPr/>
        </p:nvGrpSpPr>
        <p:grpSpPr>
          <a:xfrm>
            <a:off x="5328863" y="3135800"/>
            <a:ext cx="319985" cy="361998"/>
            <a:chOff x="-54426150" y="2294725"/>
            <a:chExt cx="282000" cy="319025"/>
          </a:xfrm>
        </p:grpSpPr>
        <p:sp>
          <p:nvSpPr>
            <p:cNvPr id="9977" name="Google Shape;9977;p69"/>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9"/>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9"/>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9"/>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69"/>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2" name="Google Shape;9982;p69"/>
          <p:cNvGrpSpPr/>
          <p:nvPr/>
        </p:nvGrpSpPr>
        <p:grpSpPr>
          <a:xfrm>
            <a:off x="5327076" y="3603379"/>
            <a:ext cx="323560" cy="361969"/>
            <a:chOff x="-54427725" y="2686975"/>
            <a:chExt cx="285150" cy="319000"/>
          </a:xfrm>
        </p:grpSpPr>
        <p:sp>
          <p:nvSpPr>
            <p:cNvPr id="9983" name="Google Shape;9983;p69"/>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9"/>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69"/>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9"/>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9"/>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8" name="Google Shape;9988;p69"/>
          <p:cNvGrpSpPr/>
          <p:nvPr/>
        </p:nvGrpSpPr>
        <p:grpSpPr>
          <a:xfrm>
            <a:off x="7533634" y="2684351"/>
            <a:ext cx="359303" cy="359984"/>
            <a:chOff x="-52513800" y="1903475"/>
            <a:chExt cx="316650" cy="317250"/>
          </a:xfrm>
        </p:grpSpPr>
        <p:sp>
          <p:nvSpPr>
            <p:cNvPr id="9989" name="Google Shape;9989;p69"/>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9"/>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1" name="Google Shape;9991;p69"/>
          <p:cNvGrpSpPr/>
          <p:nvPr/>
        </p:nvGrpSpPr>
        <p:grpSpPr>
          <a:xfrm>
            <a:off x="7543464" y="3136708"/>
            <a:ext cx="339644" cy="360182"/>
            <a:chOff x="-52505925" y="2295525"/>
            <a:chExt cx="299325" cy="317425"/>
          </a:xfrm>
        </p:grpSpPr>
        <p:sp>
          <p:nvSpPr>
            <p:cNvPr id="9992" name="Google Shape;9992;p69"/>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9"/>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9"/>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69"/>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6" name="Google Shape;9996;p69"/>
          <p:cNvGrpSpPr/>
          <p:nvPr/>
        </p:nvGrpSpPr>
        <p:grpSpPr>
          <a:xfrm>
            <a:off x="7554641" y="3603379"/>
            <a:ext cx="317290" cy="361090"/>
            <a:chOff x="-52494100" y="2686975"/>
            <a:chExt cx="279625" cy="318225"/>
          </a:xfrm>
        </p:grpSpPr>
        <p:sp>
          <p:nvSpPr>
            <p:cNvPr id="9997" name="Google Shape;9997;p69"/>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9"/>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69"/>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69"/>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1" name="Google Shape;10001;p69"/>
          <p:cNvGrpSpPr/>
          <p:nvPr/>
        </p:nvGrpSpPr>
        <p:grpSpPr>
          <a:xfrm>
            <a:off x="6665412" y="4064322"/>
            <a:ext cx="315503" cy="361090"/>
            <a:chOff x="-51708850" y="2305750"/>
            <a:chExt cx="278050" cy="318225"/>
          </a:xfrm>
        </p:grpSpPr>
        <p:sp>
          <p:nvSpPr>
            <p:cNvPr id="10002" name="Google Shape;10002;p69"/>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9"/>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69"/>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5" name="Google Shape;10005;p69"/>
          <p:cNvGrpSpPr/>
          <p:nvPr/>
        </p:nvGrpSpPr>
        <p:grpSpPr>
          <a:xfrm>
            <a:off x="7536807" y="1306109"/>
            <a:ext cx="319089" cy="362073"/>
            <a:chOff x="1044400" y="2917425"/>
            <a:chExt cx="248125" cy="281550"/>
          </a:xfrm>
        </p:grpSpPr>
        <p:sp>
          <p:nvSpPr>
            <p:cNvPr id="10006" name="Google Shape;10006;p69"/>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9"/>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9"/>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69"/>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69"/>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rgbClr val="5F7D95"/>
            </a:solidFill>
            <a:ln>
              <a:noFill/>
            </a:ln>
          </p:spPr>
        </p:sp>
        <p:sp>
          <p:nvSpPr>
            <p:cNvPr id="10011" name="Google Shape;10011;p69"/>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0012" name="Google Shape;10012;p69"/>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rgbClr val="5F7D95"/>
            </a:solidFill>
            <a:ln>
              <a:noFill/>
            </a:ln>
          </p:spPr>
        </p:sp>
        <p:sp>
          <p:nvSpPr>
            <p:cNvPr id="10013" name="Google Shape;10013;p69"/>
            <p:cNvSpPr/>
            <p:nvPr/>
          </p:nvSpPr>
          <p:spPr>
            <a:xfrm>
              <a:off x="1205975" y="2965750"/>
              <a:ext cx="21000" cy="162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9"/>
            <p:cNvSpPr/>
            <p:nvPr/>
          </p:nvSpPr>
          <p:spPr>
            <a:xfrm>
              <a:off x="1082225" y="2937250"/>
              <a:ext cx="11400" cy="264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15" name="Google Shape;10015;p69"/>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0019"/>
        <p:cNvGrpSpPr/>
        <p:nvPr/>
      </p:nvGrpSpPr>
      <p:grpSpPr>
        <a:xfrm>
          <a:off x="0" y="0"/>
          <a:ext cx="0" cy="0"/>
          <a:chOff x="0" y="0"/>
          <a:chExt cx="0" cy="0"/>
        </a:xfrm>
      </p:grpSpPr>
      <p:sp>
        <p:nvSpPr>
          <p:cNvPr id="10020" name="Google Shape;10020;p70"/>
          <p:cNvSpPr txBox="1">
            <a:spLocks noGrp="1"/>
          </p:cNvSpPr>
          <p:nvPr>
            <p:ph type="title" idx="4294967295"/>
          </p:nvPr>
        </p:nvSpPr>
        <p:spPr>
          <a:xfrm>
            <a:off x="849675" y="7152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021" name="Google Shape;10021;p70"/>
          <p:cNvSpPr txBox="1">
            <a:spLocks noGrp="1"/>
          </p:cNvSpPr>
          <p:nvPr>
            <p:ph type="title" idx="4294967295"/>
          </p:nvPr>
        </p:nvSpPr>
        <p:spPr>
          <a:xfrm>
            <a:off x="4858400" y="7152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0022" name="Google Shape;10022;p70"/>
          <p:cNvGrpSpPr/>
          <p:nvPr/>
        </p:nvGrpSpPr>
        <p:grpSpPr>
          <a:xfrm>
            <a:off x="889109" y="1303003"/>
            <a:ext cx="278288" cy="357036"/>
            <a:chOff x="-50489600" y="1947400"/>
            <a:chExt cx="233150" cy="299125"/>
          </a:xfrm>
        </p:grpSpPr>
        <p:sp>
          <p:nvSpPr>
            <p:cNvPr id="10023" name="Google Shape;10023;p70"/>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0"/>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5" name="Google Shape;10025;p70"/>
          <p:cNvGrpSpPr/>
          <p:nvPr/>
        </p:nvGrpSpPr>
        <p:grpSpPr>
          <a:xfrm>
            <a:off x="849616" y="1757960"/>
            <a:ext cx="357274" cy="358199"/>
            <a:chOff x="-50523475" y="2316000"/>
            <a:chExt cx="299325" cy="300100"/>
          </a:xfrm>
        </p:grpSpPr>
        <p:sp>
          <p:nvSpPr>
            <p:cNvPr id="10026" name="Google Shape;10026;p70"/>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70"/>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8" name="Google Shape;10028;p70"/>
          <p:cNvGrpSpPr/>
          <p:nvPr/>
        </p:nvGrpSpPr>
        <p:grpSpPr>
          <a:xfrm>
            <a:off x="848213" y="2207269"/>
            <a:ext cx="360079" cy="357304"/>
            <a:chOff x="-50524250" y="2686150"/>
            <a:chExt cx="301675" cy="299350"/>
          </a:xfrm>
        </p:grpSpPr>
        <p:sp>
          <p:nvSpPr>
            <p:cNvPr id="10029" name="Google Shape;10029;p70"/>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0"/>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70"/>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70"/>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0"/>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0"/>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5" name="Google Shape;10035;p70"/>
          <p:cNvGrpSpPr/>
          <p:nvPr/>
        </p:nvGrpSpPr>
        <p:grpSpPr>
          <a:xfrm>
            <a:off x="3070976" y="1333082"/>
            <a:ext cx="358199" cy="359154"/>
            <a:chOff x="-48633950" y="1972600"/>
            <a:chExt cx="300100" cy="300900"/>
          </a:xfrm>
        </p:grpSpPr>
        <p:sp>
          <p:nvSpPr>
            <p:cNvPr id="10036" name="Google Shape;10036;p70"/>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70"/>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8" name="Google Shape;10038;p70"/>
          <p:cNvGrpSpPr/>
          <p:nvPr/>
        </p:nvGrpSpPr>
        <p:grpSpPr>
          <a:xfrm>
            <a:off x="3070499" y="1788993"/>
            <a:ext cx="359154" cy="361004"/>
            <a:chOff x="-48634750" y="2342000"/>
            <a:chExt cx="300900" cy="302450"/>
          </a:xfrm>
        </p:grpSpPr>
        <p:sp>
          <p:nvSpPr>
            <p:cNvPr id="10039" name="Google Shape;10039;p70"/>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0"/>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70"/>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0"/>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0"/>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0"/>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70"/>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70"/>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7" name="Google Shape;10047;p70"/>
          <p:cNvGrpSpPr/>
          <p:nvPr/>
        </p:nvGrpSpPr>
        <p:grpSpPr>
          <a:xfrm>
            <a:off x="3071439" y="2237377"/>
            <a:ext cx="357274" cy="357274"/>
            <a:chOff x="-48633175" y="2711375"/>
            <a:chExt cx="299325" cy="299325"/>
          </a:xfrm>
        </p:grpSpPr>
        <p:sp>
          <p:nvSpPr>
            <p:cNvPr id="10048" name="Google Shape;10048;p70"/>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0"/>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70"/>
          <p:cNvGrpSpPr/>
          <p:nvPr/>
        </p:nvGrpSpPr>
        <p:grpSpPr>
          <a:xfrm>
            <a:off x="1757928" y="2689329"/>
            <a:ext cx="314006" cy="358229"/>
            <a:chOff x="-46753100" y="1965500"/>
            <a:chExt cx="263075" cy="300125"/>
          </a:xfrm>
        </p:grpSpPr>
        <p:sp>
          <p:nvSpPr>
            <p:cNvPr id="10051" name="Google Shape;10051;p70"/>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0"/>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3" name="Google Shape;10053;p70"/>
          <p:cNvGrpSpPr/>
          <p:nvPr/>
        </p:nvGrpSpPr>
        <p:grpSpPr>
          <a:xfrm>
            <a:off x="1735354" y="3156542"/>
            <a:ext cx="359154" cy="315916"/>
            <a:chOff x="-46772025" y="2350650"/>
            <a:chExt cx="300900" cy="264675"/>
          </a:xfrm>
        </p:grpSpPr>
        <p:sp>
          <p:nvSpPr>
            <p:cNvPr id="10054" name="Google Shape;10054;p70"/>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70"/>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6" name="Google Shape;10056;p70"/>
          <p:cNvGrpSpPr/>
          <p:nvPr/>
        </p:nvGrpSpPr>
        <p:grpSpPr>
          <a:xfrm>
            <a:off x="1735354" y="3590820"/>
            <a:ext cx="359154" cy="359154"/>
            <a:chOff x="-46772025" y="2701925"/>
            <a:chExt cx="300900" cy="300900"/>
          </a:xfrm>
        </p:grpSpPr>
        <p:sp>
          <p:nvSpPr>
            <p:cNvPr id="10057" name="Google Shape;10057;p70"/>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0"/>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9" name="Google Shape;10059;p70"/>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0" name="Google Shape;10060;p70"/>
          <p:cNvGrpSpPr/>
          <p:nvPr/>
        </p:nvGrpSpPr>
        <p:grpSpPr>
          <a:xfrm>
            <a:off x="1293035" y="1303928"/>
            <a:ext cx="358199" cy="359154"/>
            <a:chOff x="-50154075" y="1948175"/>
            <a:chExt cx="300100" cy="300900"/>
          </a:xfrm>
        </p:grpSpPr>
        <p:sp>
          <p:nvSpPr>
            <p:cNvPr id="10061" name="Google Shape;10061;p70"/>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0"/>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3" name="Google Shape;10063;p70"/>
          <p:cNvGrpSpPr/>
          <p:nvPr/>
        </p:nvGrpSpPr>
        <p:grpSpPr>
          <a:xfrm>
            <a:off x="1293035" y="1758885"/>
            <a:ext cx="358199" cy="358229"/>
            <a:chOff x="-50154850" y="2316775"/>
            <a:chExt cx="300100" cy="300125"/>
          </a:xfrm>
        </p:grpSpPr>
        <p:sp>
          <p:nvSpPr>
            <p:cNvPr id="10064" name="Google Shape;10064;p70"/>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70"/>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6" name="Google Shape;10066;p70"/>
          <p:cNvGrpSpPr/>
          <p:nvPr/>
        </p:nvGrpSpPr>
        <p:grpSpPr>
          <a:xfrm>
            <a:off x="1288813" y="2205896"/>
            <a:ext cx="366644" cy="356558"/>
            <a:chOff x="-50158000" y="2685000"/>
            <a:chExt cx="307175" cy="298725"/>
          </a:xfrm>
        </p:grpSpPr>
        <p:sp>
          <p:nvSpPr>
            <p:cNvPr id="10067" name="Google Shape;10067;p70"/>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0"/>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70"/>
          <p:cNvGrpSpPr/>
          <p:nvPr/>
        </p:nvGrpSpPr>
        <p:grpSpPr>
          <a:xfrm>
            <a:off x="3521599" y="1334007"/>
            <a:ext cx="361004" cy="358229"/>
            <a:chOff x="-48266125" y="1973375"/>
            <a:chExt cx="302450" cy="300125"/>
          </a:xfrm>
        </p:grpSpPr>
        <p:sp>
          <p:nvSpPr>
            <p:cNvPr id="10070" name="Google Shape;10070;p70"/>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0"/>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0"/>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70"/>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70"/>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0"/>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6" name="Google Shape;10076;p70"/>
          <p:cNvGrpSpPr/>
          <p:nvPr/>
        </p:nvGrpSpPr>
        <p:grpSpPr>
          <a:xfrm>
            <a:off x="3548844" y="1789769"/>
            <a:ext cx="306516" cy="358349"/>
            <a:chOff x="-48237000" y="2342650"/>
            <a:chExt cx="256800" cy="300225"/>
          </a:xfrm>
        </p:grpSpPr>
        <p:sp>
          <p:nvSpPr>
            <p:cNvPr id="10077" name="Google Shape;10077;p70"/>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0"/>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0"/>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0" name="Google Shape;10080;p70"/>
          <p:cNvGrpSpPr/>
          <p:nvPr/>
        </p:nvGrpSpPr>
        <p:grpSpPr>
          <a:xfrm>
            <a:off x="2180338" y="2690046"/>
            <a:ext cx="361034" cy="355633"/>
            <a:chOff x="-46404975" y="1966100"/>
            <a:chExt cx="302475" cy="297950"/>
          </a:xfrm>
        </p:grpSpPr>
        <p:sp>
          <p:nvSpPr>
            <p:cNvPr id="10081" name="Google Shape;10081;p70"/>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70"/>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0"/>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70"/>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5" name="Google Shape;10085;p70"/>
          <p:cNvGrpSpPr/>
          <p:nvPr/>
        </p:nvGrpSpPr>
        <p:grpSpPr>
          <a:xfrm>
            <a:off x="2181740" y="3135863"/>
            <a:ext cx="358229" cy="358199"/>
            <a:chOff x="-46401050" y="2333325"/>
            <a:chExt cx="300125" cy="300100"/>
          </a:xfrm>
        </p:grpSpPr>
        <p:sp>
          <p:nvSpPr>
            <p:cNvPr id="10086" name="Google Shape;10086;p70"/>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70"/>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70"/>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0"/>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0" name="Google Shape;10090;p70"/>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1" name="Google Shape;10091;p70"/>
          <p:cNvGrpSpPr/>
          <p:nvPr/>
        </p:nvGrpSpPr>
        <p:grpSpPr>
          <a:xfrm>
            <a:off x="3961830" y="3146218"/>
            <a:ext cx="359154" cy="359124"/>
            <a:chOff x="-44914800" y="2342000"/>
            <a:chExt cx="300900" cy="300875"/>
          </a:xfrm>
        </p:grpSpPr>
        <p:sp>
          <p:nvSpPr>
            <p:cNvPr id="10092" name="Google Shape;10092;p70"/>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70"/>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70"/>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5" name="Google Shape;10095;p70"/>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6" name="Google Shape;10096;p70"/>
          <p:cNvGrpSpPr/>
          <p:nvPr/>
        </p:nvGrpSpPr>
        <p:grpSpPr>
          <a:xfrm>
            <a:off x="1735816" y="1758736"/>
            <a:ext cx="359154" cy="357424"/>
            <a:chOff x="-49786250" y="2316650"/>
            <a:chExt cx="300900" cy="299450"/>
          </a:xfrm>
        </p:grpSpPr>
        <p:sp>
          <p:nvSpPr>
            <p:cNvPr id="10097" name="Google Shape;10097;p70"/>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70"/>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70"/>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70"/>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70"/>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70"/>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70"/>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4" name="Google Shape;10104;p70"/>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70"/>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6" name="Google Shape;10106;p70"/>
          <p:cNvGrpSpPr/>
          <p:nvPr/>
        </p:nvGrpSpPr>
        <p:grpSpPr>
          <a:xfrm>
            <a:off x="4033144" y="1788993"/>
            <a:ext cx="230365" cy="359124"/>
            <a:chOff x="-47842400" y="2342000"/>
            <a:chExt cx="193000" cy="300875"/>
          </a:xfrm>
        </p:grpSpPr>
        <p:sp>
          <p:nvSpPr>
            <p:cNvPr id="10107" name="Google Shape;10107;p70"/>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70"/>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70"/>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0" name="Google Shape;10110;p70"/>
          <p:cNvGrpSpPr/>
          <p:nvPr/>
        </p:nvGrpSpPr>
        <p:grpSpPr>
          <a:xfrm>
            <a:off x="3969212" y="2236452"/>
            <a:ext cx="358229" cy="359154"/>
            <a:chOff x="-47896750" y="2710600"/>
            <a:chExt cx="300125" cy="300900"/>
          </a:xfrm>
        </p:grpSpPr>
        <p:sp>
          <p:nvSpPr>
            <p:cNvPr id="10111" name="Google Shape;10111;p70"/>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70"/>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0"/>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70"/>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5" name="Google Shape;10115;p70"/>
          <p:cNvGrpSpPr/>
          <p:nvPr/>
        </p:nvGrpSpPr>
        <p:grpSpPr>
          <a:xfrm>
            <a:off x="2624852" y="2710009"/>
            <a:ext cx="359154" cy="314991"/>
            <a:chOff x="-46033225" y="1982825"/>
            <a:chExt cx="300900" cy="263900"/>
          </a:xfrm>
        </p:grpSpPr>
        <p:sp>
          <p:nvSpPr>
            <p:cNvPr id="10116" name="Google Shape;10116;p70"/>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70"/>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0"/>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9" name="Google Shape;10119;p70"/>
          <p:cNvGrpSpPr/>
          <p:nvPr/>
        </p:nvGrpSpPr>
        <p:grpSpPr>
          <a:xfrm>
            <a:off x="2621569" y="3137266"/>
            <a:ext cx="365719" cy="326151"/>
            <a:chOff x="-46034000" y="2334500"/>
            <a:chExt cx="306400" cy="273250"/>
          </a:xfrm>
        </p:grpSpPr>
        <p:sp>
          <p:nvSpPr>
            <p:cNvPr id="10120" name="Google Shape;10120;p70"/>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0"/>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70"/>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3" name="Google Shape;10123;p70"/>
          <p:cNvGrpSpPr/>
          <p:nvPr/>
        </p:nvGrpSpPr>
        <p:grpSpPr>
          <a:xfrm>
            <a:off x="2667627" y="3591655"/>
            <a:ext cx="273603" cy="356439"/>
            <a:chOff x="-45998575" y="2702625"/>
            <a:chExt cx="229225" cy="298625"/>
          </a:xfrm>
        </p:grpSpPr>
        <p:sp>
          <p:nvSpPr>
            <p:cNvPr id="10124" name="Google Shape;10124;p70"/>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70"/>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70"/>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0"/>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0"/>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0"/>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70"/>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1" name="Google Shape;10131;p70"/>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0"/>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3" name="Google Shape;10133;p70"/>
          <p:cNvGrpSpPr/>
          <p:nvPr/>
        </p:nvGrpSpPr>
        <p:grpSpPr>
          <a:xfrm>
            <a:off x="2203197" y="2205419"/>
            <a:ext cx="314961" cy="361034"/>
            <a:chOff x="-49398750" y="2684600"/>
            <a:chExt cx="263875" cy="302475"/>
          </a:xfrm>
        </p:grpSpPr>
        <p:sp>
          <p:nvSpPr>
            <p:cNvPr id="10134" name="Google Shape;10134;p70"/>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0"/>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0"/>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7" name="Google Shape;10137;p70"/>
          <p:cNvGrpSpPr/>
          <p:nvPr/>
        </p:nvGrpSpPr>
        <p:grpSpPr>
          <a:xfrm>
            <a:off x="873121" y="2699684"/>
            <a:ext cx="314006" cy="359154"/>
            <a:chOff x="-47509225" y="1974175"/>
            <a:chExt cx="263075" cy="300900"/>
          </a:xfrm>
        </p:grpSpPr>
        <p:sp>
          <p:nvSpPr>
            <p:cNvPr id="10138" name="Google Shape;10138;p70"/>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0"/>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0"/>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0"/>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0"/>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3" name="Google Shape;10143;p70"/>
          <p:cNvGrpSpPr/>
          <p:nvPr/>
        </p:nvGrpSpPr>
        <p:grpSpPr>
          <a:xfrm>
            <a:off x="849622" y="3146218"/>
            <a:ext cx="361004" cy="357961"/>
            <a:chOff x="-47529700" y="2342000"/>
            <a:chExt cx="302450" cy="299900"/>
          </a:xfrm>
        </p:grpSpPr>
        <p:sp>
          <p:nvSpPr>
            <p:cNvPr id="10144" name="Google Shape;10144;p70"/>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70"/>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6" name="Google Shape;10146;p70"/>
          <p:cNvGrpSpPr/>
          <p:nvPr/>
        </p:nvGrpSpPr>
        <p:grpSpPr>
          <a:xfrm>
            <a:off x="851025" y="3645367"/>
            <a:ext cx="358199" cy="272648"/>
            <a:chOff x="-47527350" y="2747625"/>
            <a:chExt cx="300100" cy="228425"/>
          </a:xfrm>
        </p:grpSpPr>
        <p:sp>
          <p:nvSpPr>
            <p:cNvPr id="10147" name="Google Shape;10147;p70"/>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70"/>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0"/>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70"/>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70"/>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0"/>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53" name="Google Shape;10153;p70"/>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4" name="Google Shape;10154;p70"/>
          <p:cNvGrpSpPr/>
          <p:nvPr/>
        </p:nvGrpSpPr>
        <p:grpSpPr>
          <a:xfrm>
            <a:off x="3073924" y="3158422"/>
            <a:ext cx="358229" cy="314961"/>
            <a:chOff x="-45664625" y="2352225"/>
            <a:chExt cx="300125" cy="263875"/>
          </a:xfrm>
        </p:grpSpPr>
        <p:sp>
          <p:nvSpPr>
            <p:cNvPr id="10155" name="Google Shape;10155;p70"/>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70"/>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70"/>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0"/>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70"/>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70"/>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0"/>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2" name="Google Shape;10162;p70"/>
          <p:cNvGrpSpPr/>
          <p:nvPr/>
        </p:nvGrpSpPr>
        <p:grpSpPr>
          <a:xfrm>
            <a:off x="3073103" y="3592401"/>
            <a:ext cx="359870" cy="357573"/>
            <a:chOff x="-45665400" y="2703250"/>
            <a:chExt cx="301500" cy="299575"/>
          </a:xfrm>
        </p:grpSpPr>
        <p:sp>
          <p:nvSpPr>
            <p:cNvPr id="10163" name="Google Shape;10163;p70"/>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0"/>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0"/>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0"/>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7" name="Google Shape;10167;p70"/>
          <p:cNvGrpSpPr/>
          <p:nvPr/>
        </p:nvGrpSpPr>
        <p:grpSpPr>
          <a:xfrm>
            <a:off x="2174760" y="4033337"/>
            <a:ext cx="359154" cy="360109"/>
            <a:chOff x="-44528075" y="1982825"/>
            <a:chExt cx="300900" cy="301700"/>
          </a:xfrm>
        </p:grpSpPr>
        <p:sp>
          <p:nvSpPr>
            <p:cNvPr id="10168" name="Google Shape;10168;p70"/>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0"/>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0"/>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0"/>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70"/>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70"/>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70"/>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75" name="Google Shape;10175;p70"/>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6" name="Google Shape;10176;p70"/>
          <p:cNvGrpSpPr/>
          <p:nvPr/>
        </p:nvGrpSpPr>
        <p:grpSpPr>
          <a:xfrm>
            <a:off x="2625923" y="1758885"/>
            <a:ext cx="358199" cy="358229"/>
            <a:chOff x="-49048250" y="2316775"/>
            <a:chExt cx="300100" cy="300125"/>
          </a:xfrm>
        </p:grpSpPr>
        <p:sp>
          <p:nvSpPr>
            <p:cNvPr id="10177" name="Google Shape;10177;p70"/>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0"/>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0"/>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0"/>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1" name="Google Shape;10181;p70"/>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2" name="Google Shape;10182;p70"/>
          <p:cNvGrpSpPr/>
          <p:nvPr/>
        </p:nvGrpSpPr>
        <p:grpSpPr>
          <a:xfrm>
            <a:off x="1290494" y="2699684"/>
            <a:ext cx="360109" cy="358199"/>
            <a:chOff x="-47160325" y="1974175"/>
            <a:chExt cx="301700" cy="300100"/>
          </a:xfrm>
        </p:grpSpPr>
        <p:sp>
          <p:nvSpPr>
            <p:cNvPr id="10183" name="Google Shape;10183;p70"/>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0"/>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5" name="Google Shape;10185;p70"/>
          <p:cNvGrpSpPr/>
          <p:nvPr/>
        </p:nvGrpSpPr>
        <p:grpSpPr>
          <a:xfrm>
            <a:off x="1290971" y="3146218"/>
            <a:ext cx="359154" cy="359124"/>
            <a:chOff x="-47159525" y="2342000"/>
            <a:chExt cx="300900" cy="300875"/>
          </a:xfrm>
        </p:grpSpPr>
        <p:sp>
          <p:nvSpPr>
            <p:cNvPr id="10186" name="Google Shape;10186;p70"/>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0"/>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0"/>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0"/>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0"/>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1" name="Google Shape;10191;p70"/>
          <p:cNvGrpSpPr/>
          <p:nvPr/>
        </p:nvGrpSpPr>
        <p:grpSpPr>
          <a:xfrm>
            <a:off x="1291448" y="3603054"/>
            <a:ext cx="358199" cy="359154"/>
            <a:chOff x="-47157950" y="2712175"/>
            <a:chExt cx="300100" cy="300900"/>
          </a:xfrm>
        </p:grpSpPr>
        <p:sp>
          <p:nvSpPr>
            <p:cNvPr id="10192" name="Google Shape;10192;p70"/>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0"/>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0"/>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0"/>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0"/>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0"/>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0"/>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9" name="Google Shape;10199;p70"/>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00" name="Google Shape;10200;p70"/>
          <p:cNvGrpSpPr/>
          <p:nvPr/>
        </p:nvGrpSpPr>
        <p:grpSpPr>
          <a:xfrm>
            <a:off x="3535175" y="3135863"/>
            <a:ext cx="315886" cy="358199"/>
            <a:chOff x="-45278675" y="2333325"/>
            <a:chExt cx="264650" cy="300100"/>
          </a:xfrm>
        </p:grpSpPr>
        <p:sp>
          <p:nvSpPr>
            <p:cNvPr id="10201" name="Google Shape;10201;p70"/>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70"/>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0"/>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0"/>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5" name="Google Shape;10205;p70"/>
          <p:cNvGrpSpPr/>
          <p:nvPr/>
        </p:nvGrpSpPr>
        <p:grpSpPr>
          <a:xfrm>
            <a:off x="3545500" y="3590820"/>
            <a:ext cx="295237" cy="358229"/>
            <a:chOff x="-45270025" y="2701925"/>
            <a:chExt cx="247350" cy="300125"/>
          </a:xfrm>
        </p:grpSpPr>
        <p:sp>
          <p:nvSpPr>
            <p:cNvPr id="10206" name="Google Shape;10206;p70"/>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70"/>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70"/>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70"/>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10" name="Google Shape;10210;p70"/>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11" name="Google Shape;10211;p70"/>
          <p:cNvGrpSpPr/>
          <p:nvPr/>
        </p:nvGrpSpPr>
        <p:grpSpPr>
          <a:xfrm>
            <a:off x="2209567" y="1743737"/>
            <a:ext cx="307444" cy="366556"/>
            <a:chOff x="2209567" y="1972337"/>
            <a:chExt cx="307444" cy="366556"/>
          </a:xfrm>
        </p:grpSpPr>
        <p:sp>
          <p:nvSpPr>
            <p:cNvPr id="10212" name="Google Shape;10212;p70"/>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70"/>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70"/>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15" name="Google Shape;10215;p70"/>
            <p:cNvGrpSpPr/>
            <p:nvPr/>
          </p:nvGrpSpPr>
          <p:grpSpPr>
            <a:xfrm>
              <a:off x="2209567" y="2078266"/>
              <a:ext cx="307444" cy="260626"/>
              <a:chOff x="1636184" y="2959225"/>
              <a:chExt cx="232666" cy="197250"/>
            </a:xfrm>
          </p:grpSpPr>
          <p:sp>
            <p:nvSpPr>
              <p:cNvPr id="10216" name="Google Shape;10216;p70"/>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70"/>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70"/>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rgbClr val="5F7D95"/>
              </a:solidFill>
              <a:ln>
                <a:noFill/>
              </a:ln>
            </p:spPr>
          </p:sp>
          <p:sp>
            <p:nvSpPr>
              <p:cNvPr id="10219" name="Google Shape;10219;p70"/>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rgbClr val="5F7D95"/>
              </a:solidFill>
              <a:ln>
                <a:noFill/>
              </a:ln>
            </p:spPr>
          </p:sp>
        </p:grpSp>
      </p:grpSp>
      <p:grpSp>
        <p:nvGrpSpPr>
          <p:cNvPr id="10220" name="Google Shape;10220;p70"/>
          <p:cNvGrpSpPr/>
          <p:nvPr/>
        </p:nvGrpSpPr>
        <p:grpSpPr>
          <a:xfrm>
            <a:off x="3577265" y="2235011"/>
            <a:ext cx="258542" cy="365154"/>
            <a:chOff x="-47300587" y="123275"/>
            <a:chExt cx="190975" cy="269725"/>
          </a:xfrm>
        </p:grpSpPr>
        <p:sp>
          <p:nvSpPr>
            <p:cNvPr id="10221" name="Google Shape;10221;p70"/>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70"/>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70"/>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0"/>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0"/>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70"/>
          <p:cNvGrpSpPr/>
          <p:nvPr/>
        </p:nvGrpSpPr>
        <p:grpSpPr>
          <a:xfrm>
            <a:off x="4870788" y="1304201"/>
            <a:ext cx="342328" cy="339793"/>
            <a:chOff x="-13966675" y="1639700"/>
            <a:chExt cx="354450" cy="351825"/>
          </a:xfrm>
        </p:grpSpPr>
        <p:sp>
          <p:nvSpPr>
            <p:cNvPr id="10227" name="Google Shape;10227;p70"/>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0"/>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0"/>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70"/>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70"/>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32" name="Google Shape;10232;p70"/>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0"/>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4" name="Google Shape;10234;p70"/>
          <p:cNvGrpSpPr/>
          <p:nvPr/>
        </p:nvGrpSpPr>
        <p:grpSpPr>
          <a:xfrm>
            <a:off x="6667277" y="1303887"/>
            <a:ext cx="340034" cy="340420"/>
            <a:chOff x="-12199250" y="1662675"/>
            <a:chExt cx="352075" cy="352475"/>
          </a:xfrm>
        </p:grpSpPr>
        <p:sp>
          <p:nvSpPr>
            <p:cNvPr id="10235" name="Google Shape;10235;p70"/>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0"/>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70"/>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8" name="Google Shape;10238;p70"/>
          <p:cNvGrpSpPr/>
          <p:nvPr/>
        </p:nvGrpSpPr>
        <p:grpSpPr>
          <a:xfrm>
            <a:off x="6666130" y="1710754"/>
            <a:ext cx="342328" cy="342328"/>
            <a:chOff x="-12199250" y="2096250"/>
            <a:chExt cx="354450" cy="354450"/>
          </a:xfrm>
        </p:grpSpPr>
        <p:sp>
          <p:nvSpPr>
            <p:cNvPr id="10239" name="Google Shape;10239;p70"/>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70"/>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1" name="Google Shape;10241;p70"/>
          <p:cNvGrpSpPr/>
          <p:nvPr/>
        </p:nvGrpSpPr>
        <p:grpSpPr>
          <a:xfrm>
            <a:off x="6667277" y="2119708"/>
            <a:ext cx="340034" cy="341579"/>
            <a:chOff x="-12199250" y="2530225"/>
            <a:chExt cx="352075" cy="353675"/>
          </a:xfrm>
        </p:grpSpPr>
        <p:sp>
          <p:nvSpPr>
            <p:cNvPr id="10242" name="Google Shape;10242;p70"/>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70"/>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70"/>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70"/>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6" name="Google Shape;10246;p70"/>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7" name="Google Shape;10247;p70"/>
          <p:cNvGrpSpPr/>
          <p:nvPr/>
        </p:nvGrpSpPr>
        <p:grpSpPr>
          <a:xfrm>
            <a:off x="4870788" y="2959488"/>
            <a:ext cx="342328" cy="339310"/>
            <a:chOff x="-10462550" y="2057650"/>
            <a:chExt cx="354450" cy="351325"/>
          </a:xfrm>
        </p:grpSpPr>
        <p:sp>
          <p:nvSpPr>
            <p:cNvPr id="10248" name="Google Shape;10248;p70"/>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70"/>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50" name="Google Shape;10250;p70"/>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51" name="Google Shape;10251;p70"/>
          <p:cNvGrpSpPr/>
          <p:nvPr/>
        </p:nvGrpSpPr>
        <p:grpSpPr>
          <a:xfrm>
            <a:off x="6649772" y="2551051"/>
            <a:ext cx="375044" cy="340541"/>
            <a:chOff x="-8692750" y="1622100"/>
            <a:chExt cx="388325" cy="352600"/>
          </a:xfrm>
        </p:grpSpPr>
        <p:sp>
          <p:nvSpPr>
            <p:cNvPr id="10252" name="Google Shape;10252;p70"/>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70"/>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4" name="Google Shape;10254;p70"/>
          <p:cNvGrpSpPr/>
          <p:nvPr/>
        </p:nvGrpSpPr>
        <p:grpSpPr>
          <a:xfrm>
            <a:off x="5304253" y="1303307"/>
            <a:ext cx="341555" cy="341579"/>
            <a:chOff x="-13529550" y="1639425"/>
            <a:chExt cx="353650" cy="353675"/>
          </a:xfrm>
        </p:grpSpPr>
        <p:sp>
          <p:nvSpPr>
            <p:cNvPr id="10255" name="Google Shape;10255;p70"/>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0"/>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0"/>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0"/>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70"/>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70"/>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0"/>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0"/>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3" name="Google Shape;10263;p70"/>
          <p:cNvGrpSpPr/>
          <p:nvPr/>
        </p:nvGrpSpPr>
        <p:grpSpPr>
          <a:xfrm>
            <a:off x="5303106" y="1711889"/>
            <a:ext cx="343849" cy="340058"/>
            <a:chOff x="-13531925" y="2075775"/>
            <a:chExt cx="356025" cy="352100"/>
          </a:xfrm>
        </p:grpSpPr>
        <p:sp>
          <p:nvSpPr>
            <p:cNvPr id="10264" name="Google Shape;10264;p70"/>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70"/>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6" name="Google Shape;10266;p70"/>
          <p:cNvGrpSpPr/>
          <p:nvPr/>
        </p:nvGrpSpPr>
        <p:grpSpPr>
          <a:xfrm>
            <a:off x="5304627" y="2120094"/>
            <a:ext cx="340807" cy="340807"/>
            <a:chOff x="-13528775" y="2507400"/>
            <a:chExt cx="352875" cy="352875"/>
          </a:xfrm>
        </p:grpSpPr>
        <p:sp>
          <p:nvSpPr>
            <p:cNvPr id="10267" name="Google Shape;10267;p70"/>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70"/>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70"/>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0" name="Google Shape;10270;p70"/>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0"/>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2" name="Google Shape;10272;p70"/>
          <p:cNvGrpSpPr/>
          <p:nvPr/>
        </p:nvGrpSpPr>
        <p:grpSpPr>
          <a:xfrm>
            <a:off x="7140133" y="2119708"/>
            <a:ext cx="308090" cy="341579"/>
            <a:chOff x="-11747150" y="2530225"/>
            <a:chExt cx="319000" cy="353675"/>
          </a:xfrm>
        </p:grpSpPr>
        <p:sp>
          <p:nvSpPr>
            <p:cNvPr id="10273" name="Google Shape;10273;p70"/>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70"/>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5" name="Google Shape;10275;p70"/>
          <p:cNvGrpSpPr/>
          <p:nvPr/>
        </p:nvGrpSpPr>
        <p:grpSpPr>
          <a:xfrm>
            <a:off x="5304627" y="2550919"/>
            <a:ext cx="340807" cy="340807"/>
            <a:chOff x="-10027775" y="1622900"/>
            <a:chExt cx="352875" cy="352875"/>
          </a:xfrm>
        </p:grpSpPr>
        <p:sp>
          <p:nvSpPr>
            <p:cNvPr id="10276" name="Google Shape;10276;p70"/>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70"/>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0"/>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70"/>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0"/>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70"/>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2" name="Google Shape;10282;p70"/>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3" name="Google Shape;10283;p70"/>
          <p:cNvGrpSpPr/>
          <p:nvPr/>
        </p:nvGrpSpPr>
        <p:grpSpPr>
          <a:xfrm>
            <a:off x="8031595" y="2576583"/>
            <a:ext cx="322553" cy="342328"/>
            <a:chOff x="-10019125" y="2490075"/>
            <a:chExt cx="333975" cy="354450"/>
          </a:xfrm>
        </p:grpSpPr>
        <p:sp>
          <p:nvSpPr>
            <p:cNvPr id="10284" name="Google Shape;10284;p70"/>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0"/>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70"/>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70"/>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8" name="Google Shape;10288;p70"/>
          <p:cNvGrpSpPr/>
          <p:nvPr/>
        </p:nvGrpSpPr>
        <p:grpSpPr>
          <a:xfrm>
            <a:off x="6661180" y="2957593"/>
            <a:ext cx="352227" cy="343100"/>
            <a:chOff x="-8684100" y="2032450"/>
            <a:chExt cx="364700" cy="355250"/>
          </a:xfrm>
        </p:grpSpPr>
        <p:sp>
          <p:nvSpPr>
            <p:cNvPr id="10289" name="Google Shape;10289;p70"/>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70"/>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70"/>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92" name="Google Shape;10292;p70"/>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93" name="Google Shape;10293;p70"/>
          <p:cNvGrpSpPr/>
          <p:nvPr/>
        </p:nvGrpSpPr>
        <p:grpSpPr>
          <a:xfrm>
            <a:off x="5752039" y="1711056"/>
            <a:ext cx="343849" cy="341724"/>
            <a:chOff x="-13095575" y="2073400"/>
            <a:chExt cx="356025" cy="353825"/>
          </a:xfrm>
        </p:grpSpPr>
        <p:sp>
          <p:nvSpPr>
            <p:cNvPr id="10294" name="Google Shape;10294;p70"/>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70"/>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70"/>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70"/>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70"/>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70"/>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70"/>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70"/>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2" name="Google Shape;10302;p70"/>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03" name="Google Shape;10303;p70"/>
          <p:cNvGrpSpPr/>
          <p:nvPr/>
        </p:nvGrpSpPr>
        <p:grpSpPr>
          <a:xfrm>
            <a:off x="7576787" y="1302885"/>
            <a:ext cx="343100" cy="342424"/>
            <a:chOff x="-11332875" y="1660700"/>
            <a:chExt cx="355250" cy="354550"/>
          </a:xfrm>
        </p:grpSpPr>
        <p:sp>
          <p:nvSpPr>
            <p:cNvPr id="10304" name="Google Shape;10304;p70"/>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70"/>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70"/>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70"/>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8" name="Google Shape;10308;p70"/>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70"/>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10" name="Google Shape;10310;p70"/>
          <p:cNvGrpSpPr/>
          <p:nvPr/>
        </p:nvGrpSpPr>
        <p:grpSpPr>
          <a:xfrm>
            <a:off x="5774096" y="2549397"/>
            <a:ext cx="299736" cy="343849"/>
            <a:chOff x="-9570950" y="1622100"/>
            <a:chExt cx="310350" cy="356025"/>
          </a:xfrm>
        </p:grpSpPr>
        <p:sp>
          <p:nvSpPr>
            <p:cNvPr id="10311" name="Google Shape;10311;p70"/>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70"/>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3" name="Google Shape;10313;p70"/>
          <p:cNvGrpSpPr/>
          <p:nvPr/>
        </p:nvGrpSpPr>
        <p:grpSpPr>
          <a:xfrm>
            <a:off x="5752800" y="2958353"/>
            <a:ext cx="342328" cy="341579"/>
            <a:chOff x="-9594575" y="2056875"/>
            <a:chExt cx="354450" cy="353675"/>
          </a:xfrm>
        </p:grpSpPr>
        <p:sp>
          <p:nvSpPr>
            <p:cNvPr id="10314" name="Google Shape;10314;p70"/>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0"/>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0"/>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17" name="Google Shape;10317;p70"/>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18" name="Google Shape;10318;p70"/>
          <p:cNvGrpSpPr/>
          <p:nvPr/>
        </p:nvGrpSpPr>
        <p:grpSpPr>
          <a:xfrm>
            <a:off x="6208482" y="1303693"/>
            <a:ext cx="342328" cy="340807"/>
            <a:chOff x="-12661600" y="1640225"/>
            <a:chExt cx="354450" cy="352875"/>
          </a:xfrm>
        </p:grpSpPr>
        <p:sp>
          <p:nvSpPr>
            <p:cNvPr id="10319" name="Google Shape;10319;p70"/>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70"/>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0"/>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2" name="Google Shape;10322;p70"/>
          <p:cNvGrpSpPr/>
          <p:nvPr/>
        </p:nvGrpSpPr>
        <p:grpSpPr>
          <a:xfrm>
            <a:off x="6208857" y="1732231"/>
            <a:ext cx="341579" cy="299374"/>
            <a:chOff x="-12660025" y="2096250"/>
            <a:chExt cx="353675" cy="309975"/>
          </a:xfrm>
        </p:grpSpPr>
        <p:sp>
          <p:nvSpPr>
            <p:cNvPr id="10323" name="Google Shape;10323;p70"/>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0"/>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0"/>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0"/>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70"/>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70"/>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9" name="Google Shape;10329;p70"/>
          <p:cNvGrpSpPr/>
          <p:nvPr/>
        </p:nvGrpSpPr>
        <p:grpSpPr>
          <a:xfrm>
            <a:off x="6207335" y="2119527"/>
            <a:ext cx="344622" cy="341941"/>
            <a:chOff x="-12663175" y="2506800"/>
            <a:chExt cx="356825" cy="354050"/>
          </a:xfrm>
        </p:grpSpPr>
        <p:sp>
          <p:nvSpPr>
            <p:cNvPr id="10330" name="Google Shape;10330;p70"/>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0"/>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0"/>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0"/>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4" name="Google Shape;10334;p70"/>
          <p:cNvGrpSpPr/>
          <p:nvPr/>
        </p:nvGrpSpPr>
        <p:grpSpPr>
          <a:xfrm>
            <a:off x="8022468" y="1303307"/>
            <a:ext cx="340807" cy="341579"/>
            <a:chOff x="-10896525" y="1663050"/>
            <a:chExt cx="352875" cy="353675"/>
          </a:xfrm>
        </p:grpSpPr>
        <p:sp>
          <p:nvSpPr>
            <p:cNvPr id="10335" name="Google Shape;10335;p70"/>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0"/>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37" name="Google Shape;10337;p70"/>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8" name="Google Shape;10338;p70"/>
          <p:cNvGrpSpPr/>
          <p:nvPr/>
        </p:nvGrpSpPr>
        <p:grpSpPr>
          <a:xfrm>
            <a:off x="8022082" y="2130742"/>
            <a:ext cx="341579" cy="319511"/>
            <a:chOff x="-10898100" y="2542050"/>
            <a:chExt cx="353675" cy="330825"/>
          </a:xfrm>
        </p:grpSpPr>
        <p:sp>
          <p:nvSpPr>
            <p:cNvPr id="10339" name="Google Shape;10339;p70"/>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0"/>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0"/>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0"/>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0"/>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70"/>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5" name="Google Shape;10345;p70"/>
          <p:cNvGrpSpPr/>
          <p:nvPr/>
        </p:nvGrpSpPr>
        <p:grpSpPr>
          <a:xfrm>
            <a:off x="6209617" y="2551607"/>
            <a:ext cx="340058" cy="339430"/>
            <a:chOff x="-9157450" y="1622750"/>
            <a:chExt cx="352100" cy="351450"/>
          </a:xfrm>
        </p:grpSpPr>
        <p:sp>
          <p:nvSpPr>
            <p:cNvPr id="10346" name="Google Shape;10346;p70"/>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0"/>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8" name="Google Shape;10348;p70"/>
          <p:cNvGrpSpPr/>
          <p:nvPr/>
        </p:nvGrpSpPr>
        <p:grpSpPr>
          <a:xfrm>
            <a:off x="6247658" y="2959874"/>
            <a:ext cx="263977" cy="338537"/>
            <a:chOff x="-9119650" y="2056875"/>
            <a:chExt cx="273325" cy="350525"/>
          </a:xfrm>
        </p:grpSpPr>
        <p:sp>
          <p:nvSpPr>
            <p:cNvPr id="10349" name="Google Shape;10349;p70"/>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0"/>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51" name="Google Shape;10351;p70"/>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70"/>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3" name="Google Shape;10353;p70"/>
          <p:cNvGrpSpPr/>
          <p:nvPr/>
        </p:nvGrpSpPr>
        <p:grpSpPr>
          <a:xfrm>
            <a:off x="7576790" y="2989279"/>
            <a:ext cx="343094" cy="341569"/>
            <a:chOff x="6001575" y="3119050"/>
            <a:chExt cx="315025" cy="313625"/>
          </a:xfrm>
        </p:grpSpPr>
        <p:sp>
          <p:nvSpPr>
            <p:cNvPr id="10354" name="Google Shape;10354;p70"/>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0"/>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0359"/>
        <p:cNvGrpSpPr/>
        <p:nvPr/>
      </p:nvGrpSpPr>
      <p:grpSpPr>
        <a:xfrm>
          <a:off x="0" y="0"/>
          <a:ext cx="0" cy="0"/>
          <a:chOff x="0" y="0"/>
          <a:chExt cx="0" cy="0"/>
        </a:xfrm>
      </p:grpSpPr>
      <p:sp>
        <p:nvSpPr>
          <p:cNvPr id="10360" name="Google Shape;10360;p71"/>
          <p:cNvSpPr/>
          <p:nvPr/>
        </p:nvSpPr>
        <p:spPr>
          <a:xfrm>
            <a:off x="901486"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61" name="Google Shape;10361;p71"/>
          <p:cNvGrpSpPr/>
          <p:nvPr/>
        </p:nvGrpSpPr>
        <p:grpSpPr>
          <a:xfrm>
            <a:off x="845233" y="2273195"/>
            <a:ext cx="476329" cy="476213"/>
            <a:chOff x="-21298675" y="2414425"/>
            <a:chExt cx="306400" cy="306325"/>
          </a:xfrm>
        </p:grpSpPr>
        <p:sp>
          <p:nvSpPr>
            <p:cNvPr id="10362" name="Google Shape;10362;p71"/>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1"/>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1"/>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5" name="Google Shape;10365;p71"/>
          <p:cNvGrpSpPr/>
          <p:nvPr/>
        </p:nvGrpSpPr>
        <p:grpSpPr>
          <a:xfrm>
            <a:off x="844611" y="2865128"/>
            <a:ext cx="477573" cy="445432"/>
            <a:chOff x="-21299475" y="2798025"/>
            <a:chExt cx="307200" cy="286525"/>
          </a:xfrm>
        </p:grpSpPr>
        <p:sp>
          <p:nvSpPr>
            <p:cNvPr id="10366" name="Google Shape;10366;p71"/>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1"/>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71"/>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71"/>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1"/>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71"/>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71"/>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71"/>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1"/>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71"/>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71"/>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1"/>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78" name="Google Shape;10378;p71"/>
          <p:cNvSpPr/>
          <p:nvPr/>
        </p:nvSpPr>
        <p:spPr>
          <a:xfrm>
            <a:off x="3766168"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71"/>
          <p:cNvSpPr/>
          <p:nvPr/>
        </p:nvSpPr>
        <p:spPr>
          <a:xfrm>
            <a:off x="3765566"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1"/>
          <p:cNvSpPr/>
          <p:nvPr/>
        </p:nvSpPr>
        <p:spPr>
          <a:xfrm>
            <a:off x="3757598"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1" name="Google Shape;10381;p71"/>
          <p:cNvGrpSpPr/>
          <p:nvPr/>
        </p:nvGrpSpPr>
        <p:grpSpPr>
          <a:xfrm>
            <a:off x="6713966" y="1688917"/>
            <a:ext cx="413912" cy="472676"/>
            <a:chOff x="-17545650" y="2051350"/>
            <a:chExt cx="266250" cy="304050"/>
          </a:xfrm>
        </p:grpSpPr>
        <p:sp>
          <p:nvSpPr>
            <p:cNvPr id="10382" name="Google Shape;10382;p71"/>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1"/>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71"/>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71"/>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6" name="Google Shape;10386;p71"/>
          <p:cNvSpPr/>
          <p:nvPr/>
        </p:nvSpPr>
        <p:spPr>
          <a:xfrm>
            <a:off x="6682919"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7" name="Google Shape;10387;p71"/>
          <p:cNvGrpSpPr/>
          <p:nvPr/>
        </p:nvGrpSpPr>
        <p:grpSpPr>
          <a:xfrm>
            <a:off x="6684584" y="2865574"/>
            <a:ext cx="472676" cy="444538"/>
            <a:chOff x="-17565350" y="2809825"/>
            <a:chExt cx="304050" cy="285950"/>
          </a:xfrm>
        </p:grpSpPr>
        <p:sp>
          <p:nvSpPr>
            <p:cNvPr id="10388" name="Google Shape;10388;p71"/>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71"/>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71"/>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71"/>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1"/>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93" name="Google Shape;10393;p71"/>
          <p:cNvSpPr/>
          <p:nvPr/>
        </p:nvSpPr>
        <p:spPr>
          <a:xfrm>
            <a:off x="2680515"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1"/>
          <p:cNvSpPr/>
          <p:nvPr/>
        </p:nvSpPr>
        <p:spPr>
          <a:xfrm>
            <a:off x="1428633"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1"/>
          <p:cNvSpPr/>
          <p:nvPr/>
        </p:nvSpPr>
        <p:spPr>
          <a:xfrm>
            <a:off x="1428633"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96" name="Google Shape;10396;p71"/>
          <p:cNvGrpSpPr/>
          <p:nvPr/>
        </p:nvGrpSpPr>
        <p:grpSpPr>
          <a:xfrm>
            <a:off x="1457493" y="2850904"/>
            <a:ext cx="416283" cy="473881"/>
            <a:chOff x="-20904875" y="2788575"/>
            <a:chExt cx="267775" cy="304825"/>
          </a:xfrm>
        </p:grpSpPr>
        <p:sp>
          <p:nvSpPr>
            <p:cNvPr id="10397" name="Google Shape;10397;p71"/>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1"/>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9" name="Google Shape;10399;p71"/>
          <p:cNvGrpSpPr/>
          <p:nvPr/>
        </p:nvGrpSpPr>
        <p:grpSpPr>
          <a:xfrm>
            <a:off x="4397908" y="2275564"/>
            <a:ext cx="360045" cy="471471"/>
            <a:chOff x="-19006700" y="2434925"/>
            <a:chExt cx="231600" cy="303275"/>
          </a:xfrm>
        </p:grpSpPr>
        <p:sp>
          <p:nvSpPr>
            <p:cNvPr id="10400" name="Google Shape;10400;p71"/>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71"/>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71"/>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1"/>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04" name="Google Shape;10404;p71"/>
          <p:cNvSpPr/>
          <p:nvPr/>
        </p:nvSpPr>
        <p:spPr>
          <a:xfrm>
            <a:off x="4340441"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1"/>
          <p:cNvSpPr/>
          <p:nvPr/>
        </p:nvSpPr>
        <p:spPr>
          <a:xfrm>
            <a:off x="7304850"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06" name="Google Shape;10406;p71"/>
          <p:cNvGrpSpPr/>
          <p:nvPr/>
        </p:nvGrpSpPr>
        <p:grpSpPr>
          <a:xfrm>
            <a:off x="7276507" y="2289051"/>
            <a:ext cx="473881" cy="444499"/>
            <a:chOff x="-17190425" y="2435725"/>
            <a:chExt cx="304825" cy="285925"/>
          </a:xfrm>
        </p:grpSpPr>
        <p:sp>
          <p:nvSpPr>
            <p:cNvPr id="10407" name="Google Shape;10407;p71"/>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1"/>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1"/>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10" name="Google Shape;10410;p71"/>
          <p:cNvSpPr/>
          <p:nvPr/>
        </p:nvSpPr>
        <p:spPr>
          <a:xfrm>
            <a:off x="7277916"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11" name="Google Shape;10411;p71"/>
          <p:cNvGrpSpPr/>
          <p:nvPr/>
        </p:nvGrpSpPr>
        <p:grpSpPr>
          <a:xfrm>
            <a:off x="4931233" y="3444650"/>
            <a:ext cx="476329" cy="475086"/>
            <a:chOff x="-15719925" y="2416825"/>
            <a:chExt cx="306400" cy="305600"/>
          </a:xfrm>
        </p:grpSpPr>
        <p:sp>
          <p:nvSpPr>
            <p:cNvPr id="10412" name="Google Shape;10412;p71"/>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71"/>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1"/>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15" name="Google Shape;10415;p71"/>
          <p:cNvSpPr/>
          <p:nvPr/>
        </p:nvSpPr>
        <p:spPr>
          <a:xfrm>
            <a:off x="2017508"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1"/>
          <p:cNvSpPr/>
          <p:nvPr/>
        </p:nvSpPr>
        <p:spPr>
          <a:xfrm>
            <a:off x="2019335"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17" name="Google Shape;10417;p71"/>
          <p:cNvGrpSpPr/>
          <p:nvPr/>
        </p:nvGrpSpPr>
        <p:grpSpPr>
          <a:xfrm>
            <a:off x="2017527" y="2851506"/>
            <a:ext cx="479983" cy="472676"/>
            <a:chOff x="-20550425" y="2789350"/>
            <a:chExt cx="308750" cy="304050"/>
          </a:xfrm>
        </p:grpSpPr>
        <p:sp>
          <p:nvSpPr>
            <p:cNvPr id="10418" name="Google Shape;10418;p71"/>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1"/>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0" name="Google Shape;10420;p71"/>
          <p:cNvGrpSpPr/>
          <p:nvPr/>
        </p:nvGrpSpPr>
        <p:grpSpPr>
          <a:xfrm>
            <a:off x="4932894" y="1688158"/>
            <a:ext cx="473920" cy="474192"/>
            <a:chOff x="-18666450" y="2059825"/>
            <a:chExt cx="304850" cy="305025"/>
          </a:xfrm>
        </p:grpSpPr>
        <p:sp>
          <p:nvSpPr>
            <p:cNvPr id="10421" name="Google Shape;10421;p71"/>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1"/>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71"/>
          <p:cNvGrpSpPr/>
          <p:nvPr/>
        </p:nvGrpSpPr>
        <p:grpSpPr>
          <a:xfrm>
            <a:off x="4932292" y="2275584"/>
            <a:ext cx="475125" cy="471432"/>
            <a:chOff x="-18668025" y="2435725"/>
            <a:chExt cx="305625" cy="303250"/>
          </a:xfrm>
        </p:grpSpPr>
        <p:sp>
          <p:nvSpPr>
            <p:cNvPr id="10424" name="Google Shape;10424;p71"/>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1"/>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6" name="Google Shape;10426;p71"/>
          <p:cNvGrpSpPr/>
          <p:nvPr/>
        </p:nvGrpSpPr>
        <p:grpSpPr>
          <a:xfrm>
            <a:off x="4931689" y="2850902"/>
            <a:ext cx="476329" cy="473881"/>
            <a:chOff x="-18668800" y="2807475"/>
            <a:chExt cx="306400" cy="304825"/>
          </a:xfrm>
        </p:grpSpPr>
        <p:sp>
          <p:nvSpPr>
            <p:cNvPr id="10427" name="Google Shape;10427;p71"/>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1"/>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1"/>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1"/>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1"/>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1"/>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1"/>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71"/>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71"/>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6" name="Google Shape;10436;p71"/>
          <p:cNvGrpSpPr/>
          <p:nvPr/>
        </p:nvGrpSpPr>
        <p:grpSpPr>
          <a:xfrm>
            <a:off x="7885658" y="1687693"/>
            <a:ext cx="416361" cy="475125"/>
            <a:chOff x="-16798200" y="2050575"/>
            <a:chExt cx="267825" cy="305625"/>
          </a:xfrm>
        </p:grpSpPr>
        <p:sp>
          <p:nvSpPr>
            <p:cNvPr id="10437" name="Google Shape;10437;p71"/>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1"/>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1"/>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0" name="Google Shape;10440;p71"/>
          <p:cNvGrpSpPr/>
          <p:nvPr/>
        </p:nvGrpSpPr>
        <p:grpSpPr>
          <a:xfrm>
            <a:off x="7856276" y="2852127"/>
            <a:ext cx="475125" cy="471432"/>
            <a:chOff x="-16817100" y="2801175"/>
            <a:chExt cx="305625" cy="303250"/>
          </a:xfrm>
        </p:grpSpPr>
        <p:sp>
          <p:nvSpPr>
            <p:cNvPr id="10441" name="Google Shape;10441;p71"/>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1"/>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1"/>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1"/>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71"/>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71"/>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1"/>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1"/>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9" name="Google Shape;10449;p71"/>
          <p:cNvGrpSpPr/>
          <p:nvPr/>
        </p:nvGrpSpPr>
        <p:grpSpPr>
          <a:xfrm>
            <a:off x="7263396" y="3444614"/>
            <a:ext cx="476329" cy="475125"/>
            <a:chOff x="-15717575" y="2786200"/>
            <a:chExt cx="306400" cy="305625"/>
          </a:xfrm>
        </p:grpSpPr>
        <p:sp>
          <p:nvSpPr>
            <p:cNvPr id="10450" name="Google Shape;10450;p71"/>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1"/>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1"/>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1"/>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1"/>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1"/>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71"/>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7" name="Google Shape;10457;p71"/>
          <p:cNvGrpSpPr/>
          <p:nvPr/>
        </p:nvGrpSpPr>
        <p:grpSpPr>
          <a:xfrm>
            <a:off x="2600969" y="1688296"/>
            <a:ext cx="475125" cy="473920"/>
            <a:chOff x="-20173175" y="2038750"/>
            <a:chExt cx="305625" cy="304850"/>
          </a:xfrm>
        </p:grpSpPr>
        <p:sp>
          <p:nvSpPr>
            <p:cNvPr id="10458" name="Google Shape;10458;p71"/>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1"/>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0" name="Google Shape;10460;p71"/>
          <p:cNvSpPr/>
          <p:nvPr/>
        </p:nvSpPr>
        <p:spPr>
          <a:xfrm>
            <a:off x="2600972"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61" name="Google Shape;10461;p71"/>
          <p:cNvGrpSpPr/>
          <p:nvPr/>
        </p:nvGrpSpPr>
        <p:grpSpPr>
          <a:xfrm>
            <a:off x="2602193" y="2850282"/>
            <a:ext cx="472676" cy="475125"/>
            <a:chOff x="-20173175" y="2787775"/>
            <a:chExt cx="304050" cy="305625"/>
          </a:xfrm>
        </p:grpSpPr>
        <p:sp>
          <p:nvSpPr>
            <p:cNvPr id="10462" name="Google Shape;10462;p71"/>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1"/>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1"/>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1"/>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1"/>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71"/>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71"/>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9" name="Google Shape;10469;p71"/>
          <p:cNvGrpSpPr/>
          <p:nvPr/>
        </p:nvGrpSpPr>
        <p:grpSpPr>
          <a:xfrm>
            <a:off x="5527177" y="2275564"/>
            <a:ext cx="473881" cy="471471"/>
            <a:chOff x="-18294675" y="2434925"/>
            <a:chExt cx="304825" cy="303275"/>
          </a:xfrm>
        </p:grpSpPr>
        <p:sp>
          <p:nvSpPr>
            <p:cNvPr id="10470" name="Google Shape;10470;p71"/>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1"/>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1"/>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3" name="Google Shape;10473;p71"/>
          <p:cNvGrpSpPr/>
          <p:nvPr/>
        </p:nvGrpSpPr>
        <p:grpSpPr>
          <a:xfrm>
            <a:off x="5583492" y="2852107"/>
            <a:ext cx="361250" cy="471471"/>
            <a:chOff x="-18258450" y="2809825"/>
            <a:chExt cx="232375" cy="303275"/>
          </a:xfrm>
        </p:grpSpPr>
        <p:sp>
          <p:nvSpPr>
            <p:cNvPr id="10474" name="Google Shape;10474;p71"/>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1"/>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1"/>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77" name="Google Shape;10477;p71"/>
          <p:cNvSpPr/>
          <p:nvPr/>
        </p:nvSpPr>
        <p:spPr>
          <a:xfrm>
            <a:off x="1456589"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78" name="Google Shape;10478;p71"/>
          <p:cNvGrpSpPr/>
          <p:nvPr/>
        </p:nvGrpSpPr>
        <p:grpSpPr>
          <a:xfrm>
            <a:off x="3793692" y="3445233"/>
            <a:ext cx="415117" cy="473920"/>
            <a:chOff x="-16422500" y="2425450"/>
            <a:chExt cx="267025" cy="304850"/>
          </a:xfrm>
        </p:grpSpPr>
        <p:sp>
          <p:nvSpPr>
            <p:cNvPr id="10479" name="Google Shape;10479;p71"/>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1"/>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1"/>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2" name="Google Shape;10482;p71"/>
          <p:cNvGrpSpPr/>
          <p:nvPr/>
        </p:nvGrpSpPr>
        <p:grpSpPr>
          <a:xfrm>
            <a:off x="6096453" y="3445838"/>
            <a:ext cx="473920" cy="472676"/>
            <a:chOff x="-16442200" y="2801175"/>
            <a:chExt cx="304850" cy="304050"/>
          </a:xfrm>
        </p:grpSpPr>
        <p:sp>
          <p:nvSpPr>
            <p:cNvPr id="10483" name="Google Shape;10483;p71"/>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1"/>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1"/>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86" name="Google Shape;10486;p71"/>
          <p:cNvSpPr/>
          <p:nvPr/>
        </p:nvSpPr>
        <p:spPr>
          <a:xfrm>
            <a:off x="3207661"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1"/>
          <p:cNvSpPr/>
          <p:nvPr/>
        </p:nvSpPr>
        <p:spPr>
          <a:xfrm>
            <a:off x="3174039"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88" name="Google Shape;10488;p71"/>
          <p:cNvGrpSpPr/>
          <p:nvPr/>
        </p:nvGrpSpPr>
        <p:grpSpPr>
          <a:xfrm>
            <a:off x="3172167" y="2276343"/>
            <a:ext cx="481265" cy="469917"/>
            <a:chOff x="-19802200" y="2416025"/>
            <a:chExt cx="309575" cy="302275"/>
          </a:xfrm>
        </p:grpSpPr>
        <p:sp>
          <p:nvSpPr>
            <p:cNvPr id="10489" name="Google Shape;10489;p71"/>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71"/>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1"/>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1"/>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1"/>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4" name="Google Shape;10494;p71"/>
          <p:cNvGrpSpPr/>
          <p:nvPr/>
        </p:nvGrpSpPr>
        <p:grpSpPr>
          <a:xfrm>
            <a:off x="3175238" y="2851506"/>
            <a:ext cx="475125" cy="472676"/>
            <a:chOff x="-19801400" y="2788575"/>
            <a:chExt cx="305625" cy="304050"/>
          </a:xfrm>
        </p:grpSpPr>
        <p:sp>
          <p:nvSpPr>
            <p:cNvPr id="10495" name="Google Shape;10495;p71"/>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1"/>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1"/>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1"/>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1"/>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71"/>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1" name="Google Shape;10501;p71"/>
          <p:cNvGrpSpPr/>
          <p:nvPr/>
        </p:nvGrpSpPr>
        <p:grpSpPr>
          <a:xfrm>
            <a:off x="6130314" y="1688916"/>
            <a:ext cx="422463" cy="472676"/>
            <a:chOff x="-17903225" y="2060800"/>
            <a:chExt cx="271750" cy="304050"/>
          </a:xfrm>
        </p:grpSpPr>
        <p:sp>
          <p:nvSpPr>
            <p:cNvPr id="10502" name="Google Shape;10502;p71"/>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1"/>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1"/>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5" name="Google Shape;10505;p71"/>
          <p:cNvGrpSpPr/>
          <p:nvPr/>
        </p:nvGrpSpPr>
        <p:grpSpPr>
          <a:xfrm>
            <a:off x="6104605" y="2274962"/>
            <a:ext cx="473881" cy="472676"/>
            <a:chOff x="-17918975" y="2435725"/>
            <a:chExt cx="304825" cy="304050"/>
          </a:xfrm>
        </p:grpSpPr>
        <p:sp>
          <p:nvSpPr>
            <p:cNvPr id="10506" name="Google Shape;10506;p71"/>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71"/>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8" name="Google Shape;10508;p71"/>
          <p:cNvGrpSpPr/>
          <p:nvPr/>
        </p:nvGrpSpPr>
        <p:grpSpPr>
          <a:xfrm>
            <a:off x="6133365" y="2852729"/>
            <a:ext cx="416361" cy="470228"/>
            <a:chOff x="-17899300" y="2810625"/>
            <a:chExt cx="267825" cy="302475"/>
          </a:xfrm>
        </p:grpSpPr>
        <p:sp>
          <p:nvSpPr>
            <p:cNvPr id="10509" name="Google Shape;10509;p71"/>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1"/>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1"/>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2" name="Google Shape;10512;p71"/>
          <p:cNvGrpSpPr/>
          <p:nvPr/>
        </p:nvGrpSpPr>
        <p:grpSpPr>
          <a:xfrm>
            <a:off x="2039218" y="3461166"/>
            <a:ext cx="472676" cy="442089"/>
            <a:chOff x="-16066500" y="2060800"/>
            <a:chExt cx="304050" cy="284375"/>
          </a:xfrm>
        </p:grpSpPr>
        <p:sp>
          <p:nvSpPr>
            <p:cNvPr id="10513" name="Google Shape;10513;p71"/>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71"/>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1"/>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1"/>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1"/>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18" name="Google Shape;10518;p71"/>
          <p:cNvSpPr/>
          <p:nvPr/>
        </p:nvSpPr>
        <p:spPr>
          <a:xfrm>
            <a:off x="4344952"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71"/>
          <p:cNvSpPr/>
          <p:nvPr/>
        </p:nvSpPr>
        <p:spPr>
          <a:xfrm>
            <a:off x="6718741"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71"/>
          <p:cNvSpPr/>
          <p:nvPr/>
        </p:nvSpPr>
        <p:spPr>
          <a:xfrm>
            <a:off x="5513765"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21" name="Google Shape;10521;p71"/>
          <p:cNvGrpSpPr/>
          <p:nvPr/>
        </p:nvGrpSpPr>
        <p:grpSpPr>
          <a:xfrm>
            <a:off x="7923925" y="2297751"/>
            <a:ext cx="368362" cy="419314"/>
            <a:chOff x="4995050" y="3245650"/>
            <a:chExt cx="236950" cy="269725"/>
          </a:xfrm>
        </p:grpSpPr>
        <p:sp>
          <p:nvSpPr>
            <p:cNvPr id="10522" name="Google Shape;10522;p71"/>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1"/>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1"/>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25" name="Google Shape;10525;p71"/>
            <p:cNvGrpSpPr/>
            <p:nvPr/>
          </p:nvGrpSpPr>
          <p:grpSpPr>
            <a:xfrm>
              <a:off x="4995050" y="3245650"/>
              <a:ext cx="236950" cy="269725"/>
              <a:chOff x="4995050" y="3245650"/>
              <a:chExt cx="236950" cy="269725"/>
            </a:xfrm>
          </p:grpSpPr>
          <p:sp>
            <p:nvSpPr>
              <p:cNvPr id="10526" name="Google Shape;10526;p71"/>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1"/>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8" name="Google Shape;10528;p71"/>
          <p:cNvGrpSpPr/>
          <p:nvPr/>
        </p:nvGrpSpPr>
        <p:grpSpPr>
          <a:xfrm>
            <a:off x="5523718" y="1689744"/>
            <a:ext cx="483749" cy="481292"/>
            <a:chOff x="4724650" y="2885700"/>
            <a:chExt cx="270750" cy="269375"/>
          </a:xfrm>
        </p:grpSpPr>
        <p:sp>
          <p:nvSpPr>
            <p:cNvPr id="10529" name="Google Shape;10529;p71"/>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1"/>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1"/>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1"/>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1"/>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1"/>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1"/>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6" name="Google Shape;10536;p71"/>
          <p:cNvGrpSpPr/>
          <p:nvPr/>
        </p:nvGrpSpPr>
        <p:grpSpPr>
          <a:xfrm>
            <a:off x="4390823" y="1683870"/>
            <a:ext cx="389425" cy="467822"/>
            <a:chOff x="4459350" y="2882125"/>
            <a:chExt cx="228375" cy="274350"/>
          </a:xfrm>
        </p:grpSpPr>
        <p:sp>
          <p:nvSpPr>
            <p:cNvPr id="10537" name="Google Shape;10537;p71"/>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1"/>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1"/>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1"/>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1"/>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0542" name="Google Shape;10542;p71"/>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0543" name="Google Shape;10543;p71"/>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0547"/>
        <p:cNvGrpSpPr/>
        <p:nvPr/>
      </p:nvGrpSpPr>
      <p:grpSpPr>
        <a:xfrm>
          <a:off x="0" y="0"/>
          <a:ext cx="0" cy="0"/>
          <a:chOff x="0" y="0"/>
          <a:chExt cx="0" cy="0"/>
        </a:xfrm>
      </p:grpSpPr>
      <p:sp>
        <p:nvSpPr>
          <p:cNvPr id="10548" name="Google Shape;10548;p72"/>
          <p:cNvSpPr txBox="1">
            <a:spLocks noGrp="1"/>
          </p:cNvSpPr>
          <p:nvPr>
            <p:ph type="title" idx="4294967295"/>
          </p:nvPr>
        </p:nvSpPr>
        <p:spPr>
          <a:xfrm>
            <a:off x="1048350" y="71965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549" name="Google Shape;10549;p72"/>
          <p:cNvSpPr/>
          <p:nvPr/>
        </p:nvSpPr>
        <p:spPr>
          <a:xfrm>
            <a:off x="844100"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50" name="Google Shape;10550;p72"/>
          <p:cNvGrpSpPr/>
          <p:nvPr/>
        </p:nvGrpSpPr>
        <p:grpSpPr>
          <a:xfrm>
            <a:off x="847082" y="2140412"/>
            <a:ext cx="426462" cy="420796"/>
            <a:chOff x="-6713450" y="2397900"/>
            <a:chExt cx="295375" cy="291450"/>
          </a:xfrm>
        </p:grpSpPr>
        <p:sp>
          <p:nvSpPr>
            <p:cNvPr id="10551" name="Google Shape;10551;p72"/>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2"/>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53" name="Google Shape;10553;p72"/>
          <p:cNvSpPr/>
          <p:nvPr/>
        </p:nvSpPr>
        <p:spPr>
          <a:xfrm>
            <a:off x="859424"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54" name="Google Shape;10554;p72"/>
          <p:cNvGrpSpPr/>
          <p:nvPr/>
        </p:nvGrpSpPr>
        <p:grpSpPr>
          <a:xfrm>
            <a:off x="3551844" y="1631401"/>
            <a:ext cx="423069" cy="420507"/>
            <a:chOff x="-4932650" y="2046625"/>
            <a:chExt cx="293025" cy="291250"/>
          </a:xfrm>
        </p:grpSpPr>
        <p:sp>
          <p:nvSpPr>
            <p:cNvPr id="10555" name="Google Shape;10555;p72"/>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2"/>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57" name="Google Shape;10557;p72"/>
          <p:cNvSpPr/>
          <p:nvPr/>
        </p:nvSpPr>
        <p:spPr>
          <a:xfrm>
            <a:off x="3553296"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58" name="Google Shape;10558;p72"/>
          <p:cNvGrpSpPr/>
          <p:nvPr/>
        </p:nvGrpSpPr>
        <p:grpSpPr>
          <a:xfrm>
            <a:off x="3563775" y="2660957"/>
            <a:ext cx="423069" cy="420796"/>
            <a:chOff x="-4931075" y="2765725"/>
            <a:chExt cx="293025" cy="291450"/>
          </a:xfrm>
        </p:grpSpPr>
        <p:sp>
          <p:nvSpPr>
            <p:cNvPr id="10559" name="Google Shape;10559;p72"/>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72"/>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1" name="Google Shape;10561;p72"/>
          <p:cNvGrpSpPr/>
          <p:nvPr/>
        </p:nvGrpSpPr>
        <p:grpSpPr>
          <a:xfrm>
            <a:off x="6269343" y="1656289"/>
            <a:ext cx="420796" cy="370732"/>
            <a:chOff x="-3137650" y="2067900"/>
            <a:chExt cx="291450" cy="256775"/>
          </a:xfrm>
        </p:grpSpPr>
        <p:sp>
          <p:nvSpPr>
            <p:cNvPr id="10562" name="Google Shape;10562;p72"/>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2"/>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2"/>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72"/>
          <p:cNvGrpSpPr/>
          <p:nvPr/>
        </p:nvGrpSpPr>
        <p:grpSpPr>
          <a:xfrm>
            <a:off x="6269343" y="2139926"/>
            <a:ext cx="420796" cy="421770"/>
            <a:chOff x="-3137650" y="2408950"/>
            <a:chExt cx="291450" cy="292125"/>
          </a:xfrm>
        </p:grpSpPr>
        <p:sp>
          <p:nvSpPr>
            <p:cNvPr id="10566" name="Google Shape;10566;p72"/>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2"/>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2"/>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2"/>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2"/>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2"/>
          <p:cNvGrpSpPr/>
          <p:nvPr/>
        </p:nvGrpSpPr>
        <p:grpSpPr>
          <a:xfrm>
            <a:off x="6281274" y="2685412"/>
            <a:ext cx="420796" cy="371887"/>
            <a:chOff x="-3137650" y="2787000"/>
            <a:chExt cx="291450" cy="257575"/>
          </a:xfrm>
        </p:grpSpPr>
        <p:sp>
          <p:nvSpPr>
            <p:cNvPr id="10572" name="Google Shape;10572;p72"/>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72"/>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2"/>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72"/>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72"/>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2"/>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72"/>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72"/>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80" name="Google Shape;10580;p72"/>
          <p:cNvSpPr/>
          <p:nvPr/>
        </p:nvSpPr>
        <p:spPr>
          <a:xfrm>
            <a:off x="1359134"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72"/>
          <p:cNvSpPr/>
          <p:nvPr/>
        </p:nvSpPr>
        <p:spPr>
          <a:xfrm>
            <a:off x="1387926"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72"/>
          <p:cNvSpPr/>
          <p:nvPr/>
        </p:nvSpPr>
        <p:spPr>
          <a:xfrm>
            <a:off x="1386211"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83" name="Google Shape;10583;p72"/>
          <p:cNvGrpSpPr/>
          <p:nvPr/>
        </p:nvGrpSpPr>
        <p:grpSpPr>
          <a:xfrm>
            <a:off x="1399451" y="2660397"/>
            <a:ext cx="421914" cy="421914"/>
            <a:chOff x="-6354300" y="2757075"/>
            <a:chExt cx="292225" cy="292225"/>
          </a:xfrm>
        </p:grpSpPr>
        <p:sp>
          <p:nvSpPr>
            <p:cNvPr id="10584" name="Google Shape;10584;p72"/>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72"/>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2"/>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72"/>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8" name="Google Shape;10588;p72"/>
          <p:cNvGrpSpPr/>
          <p:nvPr/>
        </p:nvGrpSpPr>
        <p:grpSpPr>
          <a:xfrm>
            <a:off x="4093454" y="1629560"/>
            <a:ext cx="424188" cy="424188"/>
            <a:chOff x="-4573475" y="2045850"/>
            <a:chExt cx="293800" cy="293800"/>
          </a:xfrm>
        </p:grpSpPr>
        <p:sp>
          <p:nvSpPr>
            <p:cNvPr id="10589" name="Google Shape;10589;p72"/>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2"/>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1" name="Google Shape;10591;p72"/>
          <p:cNvGrpSpPr/>
          <p:nvPr/>
        </p:nvGrpSpPr>
        <p:grpSpPr>
          <a:xfrm>
            <a:off x="4092877" y="2138699"/>
            <a:ext cx="425343" cy="424225"/>
            <a:chOff x="-4570325" y="2405775"/>
            <a:chExt cx="294600" cy="293825"/>
          </a:xfrm>
        </p:grpSpPr>
        <p:sp>
          <p:nvSpPr>
            <p:cNvPr id="10592" name="Google Shape;10592;p72"/>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2"/>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4" name="Google Shape;10594;p72"/>
          <p:cNvGrpSpPr/>
          <p:nvPr/>
        </p:nvGrpSpPr>
        <p:grpSpPr>
          <a:xfrm>
            <a:off x="4105945" y="2659838"/>
            <a:ext cx="423069" cy="423033"/>
            <a:chOff x="-4572700" y="2764950"/>
            <a:chExt cx="293025" cy="293000"/>
          </a:xfrm>
        </p:grpSpPr>
        <p:sp>
          <p:nvSpPr>
            <p:cNvPr id="10595" name="Google Shape;10595;p72"/>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72"/>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72"/>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2"/>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2"/>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0" name="Google Shape;10600;p72"/>
          <p:cNvGrpSpPr/>
          <p:nvPr/>
        </p:nvGrpSpPr>
        <p:grpSpPr>
          <a:xfrm>
            <a:off x="6824707" y="1631239"/>
            <a:ext cx="414840" cy="420832"/>
            <a:chOff x="-2777700" y="2049775"/>
            <a:chExt cx="287325" cy="291475"/>
          </a:xfrm>
        </p:grpSpPr>
        <p:sp>
          <p:nvSpPr>
            <p:cNvPr id="10601" name="Google Shape;10601;p72"/>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2"/>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2"/>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72"/>
          <p:cNvGrpSpPr/>
          <p:nvPr/>
        </p:nvGrpSpPr>
        <p:grpSpPr>
          <a:xfrm>
            <a:off x="6821170" y="2140431"/>
            <a:ext cx="421914" cy="420759"/>
            <a:chOff x="-2571737" y="2403625"/>
            <a:chExt cx="292225" cy="291425"/>
          </a:xfrm>
        </p:grpSpPr>
        <p:sp>
          <p:nvSpPr>
            <p:cNvPr id="10605" name="Google Shape;10605;p72"/>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2"/>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2"/>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2"/>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2"/>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2"/>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2"/>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72"/>
          <p:cNvGrpSpPr/>
          <p:nvPr/>
        </p:nvGrpSpPr>
        <p:grpSpPr>
          <a:xfrm>
            <a:off x="6821170" y="2661534"/>
            <a:ext cx="421914" cy="419640"/>
            <a:chOff x="-2571737" y="2764550"/>
            <a:chExt cx="292225" cy="290650"/>
          </a:xfrm>
        </p:grpSpPr>
        <p:sp>
          <p:nvSpPr>
            <p:cNvPr id="10613" name="Google Shape;10613;p72"/>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2"/>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2"/>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6" name="Google Shape;10616;p72"/>
          <p:cNvGrpSpPr/>
          <p:nvPr/>
        </p:nvGrpSpPr>
        <p:grpSpPr>
          <a:xfrm>
            <a:off x="3020671" y="3230538"/>
            <a:ext cx="421914" cy="423864"/>
            <a:chOff x="-1333975" y="2365850"/>
            <a:chExt cx="292225" cy="293575"/>
          </a:xfrm>
        </p:grpSpPr>
        <p:sp>
          <p:nvSpPr>
            <p:cNvPr id="10617" name="Google Shape;10617;p72"/>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2"/>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2"/>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72"/>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72"/>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2"/>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2"/>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2"/>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5" name="Google Shape;10625;p72"/>
          <p:cNvGrpSpPr/>
          <p:nvPr/>
        </p:nvGrpSpPr>
        <p:grpSpPr>
          <a:xfrm>
            <a:off x="1954146" y="2660397"/>
            <a:ext cx="398020" cy="421914"/>
            <a:chOff x="-5995925" y="2757850"/>
            <a:chExt cx="275675" cy="292225"/>
          </a:xfrm>
        </p:grpSpPr>
        <p:sp>
          <p:nvSpPr>
            <p:cNvPr id="10626" name="Google Shape;10626;p72"/>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2"/>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72"/>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72"/>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72"/>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72"/>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72"/>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2"/>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2"/>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5" name="Google Shape;10635;p72"/>
          <p:cNvGrpSpPr/>
          <p:nvPr/>
        </p:nvGrpSpPr>
        <p:grpSpPr>
          <a:xfrm>
            <a:off x="4634433" y="1631816"/>
            <a:ext cx="421951" cy="419677"/>
            <a:chOff x="-4211975" y="2046625"/>
            <a:chExt cx="292250" cy="290675"/>
          </a:xfrm>
        </p:grpSpPr>
        <p:sp>
          <p:nvSpPr>
            <p:cNvPr id="10636" name="Google Shape;10636;p72"/>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2"/>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8" name="Google Shape;10638;p72"/>
          <p:cNvGrpSpPr/>
          <p:nvPr/>
        </p:nvGrpSpPr>
        <p:grpSpPr>
          <a:xfrm>
            <a:off x="4684479" y="2138699"/>
            <a:ext cx="321859" cy="424225"/>
            <a:chOff x="-4178875" y="2405775"/>
            <a:chExt cx="222925" cy="293825"/>
          </a:xfrm>
        </p:grpSpPr>
        <p:sp>
          <p:nvSpPr>
            <p:cNvPr id="10639" name="Google Shape;10639;p72"/>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72"/>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2"/>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2" name="Google Shape;10642;p72"/>
          <p:cNvGrpSpPr/>
          <p:nvPr/>
        </p:nvGrpSpPr>
        <p:grpSpPr>
          <a:xfrm>
            <a:off x="4646942" y="2673483"/>
            <a:ext cx="420796" cy="395746"/>
            <a:chOff x="-4211975" y="2783850"/>
            <a:chExt cx="291450" cy="274100"/>
          </a:xfrm>
        </p:grpSpPr>
        <p:sp>
          <p:nvSpPr>
            <p:cNvPr id="10643" name="Google Shape;10643;p72"/>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2"/>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2"/>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46" name="Google Shape;10646;p72"/>
          <p:cNvSpPr/>
          <p:nvPr/>
        </p:nvSpPr>
        <p:spPr>
          <a:xfrm>
            <a:off x="7362836"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47" name="Google Shape;10647;p72"/>
          <p:cNvGrpSpPr/>
          <p:nvPr/>
        </p:nvGrpSpPr>
        <p:grpSpPr>
          <a:xfrm>
            <a:off x="7351871" y="2140413"/>
            <a:ext cx="420796" cy="420796"/>
            <a:chOff x="-2419325" y="2408150"/>
            <a:chExt cx="291450" cy="291450"/>
          </a:xfrm>
        </p:grpSpPr>
        <p:sp>
          <p:nvSpPr>
            <p:cNvPr id="10648" name="Google Shape;10648;p72"/>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72"/>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72"/>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72"/>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72"/>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72"/>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72"/>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5" name="Google Shape;10655;p72"/>
          <p:cNvSpPr/>
          <p:nvPr/>
        </p:nvSpPr>
        <p:spPr>
          <a:xfrm>
            <a:off x="7362260"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6" name="Google Shape;10656;p72"/>
          <p:cNvGrpSpPr/>
          <p:nvPr/>
        </p:nvGrpSpPr>
        <p:grpSpPr>
          <a:xfrm>
            <a:off x="4673396" y="3231514"/>
            <a:ext cx="420796" cy="421914"/>
            <a:chOff x="-1333200" y="2770450"/>
            <a:chExt cx="291450" cy="292225"/>
          </a:xfrm>
        </p:grpSpPr>
        <p:sp>
          <p:nvSpPr>
            <p:cNvPr id="10657" name="Google Shape;10657;p72"/>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72"/>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9" name="Google Shape;10659;p72"/>
          <p:cNvGrpSpPr/>
          <p:nvPr/>
        </p:nvGrpSpPr>
        <p:grpSpPr>
          <a:xfrm>
            <a:off x="2470009" y="1631256"/>
            <a:ext cx="423069" cy="420796"/>
            <a:chOff x="-5635200" y="2037975"/>
            <a:chExt cx="293025" cy="291450"/>
          </a:xfrm>
        </p:grpSpPr>
        <p:sp>
          <p:nvSpPr>
            <p:cNvPr id="10660" name="Google Shape;10660;p72"/>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2"/>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2" name="Google Shape;10662;p72"/>
          <p:cNvGrpSpPr/>
          <p:nvPr/>
        </p:nvGrpSpPr>
        <p:grpSpPr>
          <a:xfrm>
            <a:off x="2468295" y="2140412"/>
            <a:ext cx="426499" cy="420796"/>
            <a:chOff x="-5637575" y="2397900"/>
            <a:chExt cx="295400" cy="291450"/>
          </a:xfrm>
        </p:grpSpPr>
        <p:sp>
          <p:nvSpPr>
            <p:cNvPr id="10663" name="Google Shape;10663;p72"/>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2"/>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2"/>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2"/>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7" name="Google Shape;10667;p72"/>
          <p:cNvGrpSpPr/>
          <p:nvPr/>
        </p:nvGrpSpPr>
        <p:grpSpPr>
          <a:xfrm>
            <a:off x="2481958" y="2660397"/>
            <a:ext cx="423033" cy="421914"/>
            <a:chOff x="-5635975" y="2757075"/>
            <a:chExt cx="293000" cy="292225"/>
          </a:xfrm>
        </p:grpSpPr>
        <p:sp>
          <p:nvSpPr>
            <p:cNvPr id="10668" name="Google Shape;10668;p72"/>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2"/>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0" name="Google Shape;10670;p72"/>
          <p:cNvGrpSpPr/>
          <p:nvPr/>
        </p:nvGrpSpPr>
        <p:grpSpPr>
          <a:xfrm>
            <a:off x="5165893" y="1631256"/>
            <a:ext cx="423069" cy="420796"/>
            <a:chOff x="-3854375" y="2046625"/>
            <a:chExt cx="293025" cy="291450"/>
          </a:xfrm>
        </p:grpSpPr>
        <p:sp>
          <p:nvSpPr>
            <p:cNvPr id="10671" name="Google Shape;10671;p72"/>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2"/>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2"/>
          <p:cNvGrpSpPr/>
          <p:nvPr/>
        </p:nvGrpSpPr>
        <p:grpSpPr>
          <a:xfrm>
            <a:off x="5164756" y="2138717"/>
            <a:ext cx="425343" cy="424188"/>
            <a:chOff x="-3854375" y="2405000"/>
            <a:chExt cx="294600" cy="293800"/>
          </a:xfrm>
        </p:grpSpPr>
        <p:sp>
          <p:nvSpPr>
            <p:cNvPr id="10674" name="Google Shape;10674;p72"/>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72"/>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6" name="Google Shape;10676;p72"/>
          <p:cNvGrpSpPr/>
          <p:nvPr/>
        </p:nvGrpSpPr>
        <p:grpSpPr>
          <a:xfrm>
            <a:off x="5178961" y="2659838"/>
            <a:ext cx="420796" cy="423033"/>
            <a:chOff x="-3852025" y="2764950"/>
            <a:chExt cx="291450" cy="293000"/>
          </a:xfrm>
        </p:grpSpPr>
        <p:sp>
          <p:nvSpPr>
            <p:cNvPr id="10677" name="Google Shape;10677;p72"/>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72"/>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79" name="Google Shape;10679;p72"/>
          <p:cNvSpPr/>
          <p:nvPr/>
        </p:nvSpPr>
        <p:spPr>
          <a:xfrm>
            <a:off x="7900991"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72"/>
          <p:cNvSpPr/>
          <p:nvPr/>
        </p:nvSpPr>
        <p:spPr>
          <a:xfrm>
            <a:off x="7900991"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1" name="Google Shape;10681;p72"/>
          <p:cNvGrpSpPr/>
          <p:nvPr/>
        </p:nvGrpSpPr>
        <p:grpSpPr>
          <a:xfrm>
            <a:off x="7901550" y="2660398"/>
            <a:ext cx="420796" cy="421914"/>
            <a:chOff x="-2060175" y="2768875"/>
            <a:chExt cx="291450" cy="292225"/>
          </a:xfrm>
        </p:grpSpPr>
        <p:sp>
          <p:nvSpPr>
            <p:cNvPr id="10682" name="Google Shape;10682;p72"/>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72"/>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4" name="Google Shape;10684;p72"/>
          <p:cNvGrpSpPr/>
          <p:nvPr/>
        </p:nvGrpSpPr>
        <p:grpSpPr>
          <a:xfrm>
            <a:off x="1915160" y="3232071"/>
            <a:ext cx="421914" cy="420796"/>
            <a:chOff x="-937025" y="2064750"/>
            <a:chExt cx="292225" cy="291450"/>
          </a:xfrm>
        </p:grpSpPr>
        <p:sp>
          <p:nvSpPr>
            <p:cNvPr id="10685" name="Google Shape;10685;p72"/>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2"/>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72"/>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8" name="Google Shape;10688;p72"/>
          <p:cNvGrpSpPr/>
          <p:nvPr/>
        </p:nvGrpSpPr>
        <p:grpSpPr>
          <a:xfrm>
            <a:off x="3018323" y="1630697"/>
            <a:ext cx="421951" cy="421914"/>
            <a:chOff x="-5276050" y="2037975"/>
            <a:chExt cx="292250" cy="292225"/>
          </a:xfrm>
        </p:grpSpPr>
        <p:sp>
          <p:nvSpPr>
            <p:cNvPr id="10689" name="Google Shape;10689;p72"/>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2"/>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2"/>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2" name="Google Shape;10692;p72"/>
          <p:cNvSpPr/>
          <p:nvPr/>
        </p:nvSpPr>
        <p:spPr>
          <a:xfrm>
            <a:off x="3014690"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72"/>
          <p:cNvSpPr/>
          <p:nvPr/>
        </p:nvSpPr>
        <p:spPr>
          <a:xfrm>
            <a:off x="3030609"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4" name="Google Shape;10694;p72"/>
          <p:cNvGrpSpPr/>
          <p:nvPr/>
        </p:nvGrpSpPr>
        <p:grpSpPr>
          <a:xfrm>
            <a:off x="5777136" y="1631256"/>
            <a:ext cx="324133" cy="420796"/>
            <a:chOff x="-3462150" y="2046625"/>
            <a:chExt cx="224500" cy="291450"/>
          </a:xfrm>
        </p:grpSpPr>
        <p:sp>
          <p:nvSpPr>
            <p:cNvPr id="10695" name="Google Shape;10695;p72"/>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72"/>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72"/>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72"/>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2"/>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2"/>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2"/>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2" name="Google Shape;10702;p72"/>
          <p:cNvGrpSpPr/>
          <p:nvPr/>
        </p:nvGrpSpPr>
        <p:grpSpPr>
          <a:xfrm>
            <a:off x="5752700" y="2139276"/>
            <a:ext cx="373006" cy="423069"/>
            <a:chOff x="-3478675" y="2405775"/>
            <a:chExt cx="258350" cy="293025"/>
          </a:xfrm>
        </p:grpSpPr>
        <p:sp>
          <p:nvSpPr>
            <p:cNvPr id="10703" name="Google Shape;10703;p72"/>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2"/>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2"/>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72"/>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7" name="Google Shape;10707;p72"/>
          <p:cNvGrpSpPr/>
          <p:nvPr/>
        </p:nvGrpSpPr>
        <p:grpSpPr>
          <a:xfrm>
            <a:off x="5815218" y="2660398"/>
            <a:ext cx="271831" cy="421914"/>
            <a:chOff x="-3443250" y="2765725"/>
            <a:chExt cx="188275" cy="292225"/>
          </a:xfrm>
        </p:grpSpPr>
        <p:sp>
          <p:nvSpPr>
            <p:cNvPr id="10708" name="Google Shape;10708;p72"/>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72"/>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2"/>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72"/>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2" name="Google Shape;10712;p72"/>
          <p:cNvGrpSpPr/>
          <p:nvPr/>
        </p:nvGrpSpPr>
        <p:grpSpPr>
          <a:xfrm>
            <a:off x="844114" y="3230934"/>
            <a:ext cx="371887" cy="423069"/>
            <a:chOff x="-1684475" y="2049000"/>
            <a:chExt cx="257575" cy="293025"/>
          </a:xfrm>
        </p:grpSpPr>
        <p:sp>
          <p:nvSpPr>
            <p:cNvPr id="10713" name="Google Shape;10713;p72"/>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72"/>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72"/>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72"/>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7" name="Google Shape;10717;p72"/>
          <p:cNvSpPr/>
          <p:nvPr/>
        </p:nvSpPr>
        <p:spPr>
          <a:xfrm>
            <a:off x="2472295"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18" name="Google Shape;10718;p72"/>
          <p:cNvGrpSpPr/>
          <p:nvPr/>
        </p:nvGrpSpPr>
        <p:grpSpPr>
          <a:xfrm>
            <a:off x="4134007" y="3231514"/>
            <a:ext cx="420796" cy="421914"/>
            <a:chOff x="-1700225" y="2768875"/>
            <a:chExt cx="291450" cy="292225"/>
          </a:xfrm>
        </p:grpSpPr>
        <p:sp>
          <p:nvSpPr>
            <p:cNvPr id="10719" name="Google Shape;10719;p72"/>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72"/>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72"/>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72"/>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72"/>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2"/>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72"/>
          <p:cNvGrpSpPr/>
          <p:nvPr/>
        </p:nvGrpSpPr>
        <p:grpSpPr>
          <a:xfrm>
            <a:off x="3602355" y="3230935"/>
            <a:ext cx="371887" cy="423069"/>
            <a:chOff x="-919700" y="2420750"/>
            <a:chExt cx="257575" cy="293025"/>
          </a:xfrm>
        </p:grpSpPr>
        <p:sp>
          <p:nvSpPr>
            <p:cNvPr id="10726" name="Google Shape;10726;p72"/>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72"/>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72"/>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9" name="Google Shape;10729;p72"/>
          <p:cNvGrpSpPr/>
          <p:nvPr/>
        </p:nvGrpSpPr>
        <p:grpSpPr>
          <a:xfrm>
            <a:off x="1937547" y="1645950"/>
            <a:ext cx="409531" cy="410617"/>
            <a:chOff x="6679825" y="2693700"/>
            <a:chExt cx="257875" cy="258575"/>
          </a:xfrm>
        </p:grpSpPr>
        <p:sp>
          <p:nvSpPr>
            <p:cNvPr id="10730" name="Google Shape;10730;p72"/>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2"/>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72"/>
          <p:cNvGrpSpPr/>
          <p:nvPr/>
        </p:nvGrpSpPr>
        <p:grpSpPr>
          <a:xfrm>
            <a:off x="1927121" y="2142110"/>
            <a:ext cx="420531" cy="417262"/>
            <a:chOff x="6790450" y="3119050"/>
            <a:chExt cx="262750" cy="260675"/>
          </a:xfrm>
        </p:grpSpPr>
        <p:sp>
          <p:nvSpPr>
            <p:cNvPr id="10733" name="Google Shape;10733;p72"/>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72"/>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5" name="Google Shape;10735;p72"/>
          <p:cNvGrpSpPr/>
          <p:nvPr/>
        </p:nvGrpSpPr>
        <p:grpSpPr>
          <a:xfrm>
            <a:off x="6554233" y="3755436"/>
            <a:ext cx="358093" cy="407391"/>
            <a:chOff x="7660859" y="2571753"/>
            <a:chExt cx="366561" cy="417024"/>
          </a:xfrm>
        </p:grpSpPr>
        <p:sp>
          <p:nvSpPr>
            <p:cNvPr id="10736" name="Google Shape;10736;p72"/>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72"/>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72"/>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9" name="Google Shape;10739;p72"/>
          <p:cNvGrpSpPr/>
          <p:nvPr/>
        </p:nvGrpSpPr>
        <p:grpSpPr>
          <a:xfrm>
            <a:off x="4088914" y="3755436"/>
            <a:ext cx="407391" cy="407391"/>
            <a:chOff x="5566722" y="2571753"/>
            <a:chExt cx="417024" cy="417024"/>
          </a:xfrm>
        </p:grpSpPr>
        <p:sp>
          <p:nvSpPr>
            <p:cNvPr id="10740" name="Google Shape;10740;p72"/>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72"/>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2" name="Google Shape;10742;p72"/>
          <p:cNvGrpSpPr/>
          <p:nvPr/>
        </p:nvGrpSpPr>
        <p:grpSpPr>
          <a:xfrm>
            <a:off x="4705247" y="3857692"/>
            <a:ext cx="407381" cy="202880"/>
            <a:chOff x="6090251" y="2676413"/>
            <a:chExt cx="417014" cy="207677"/>
          </a:xfrm>
        </p:grpSpPr>
        <p:sp>
          <p:nvSpPr>
            <p:cNvPr id="10743" name="Google Shape;10743;p72"/>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72"/>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72"/>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72"/>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7" name="Google Shape;10747;p72"/>
          <p:cNvGrpSpPr/>
          <p:nvPr/>
        </p:nvGrpSpPr>
        <p:grpSpPr>
          <a:xfrm>
            <a:off x="5937901" y="3755436"/>
            <a:ext cx="407391" cy="407391"/>
            <a:chOff x="7137330" y="2571753"/>
            <a:chExt cx="417024" cy="417024"/>
          </a:xfrm>
        </p:grpSpPr>
        <p:sp>
          <p:nvSpPr>
            <p:cNvPr id="10748" name="Google Shape;10748;p72"/>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72"/>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72"/>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1" name="Google Shape;10751;p72"/>
          <p:cNvGrpSpPr/>
          <p:nvPr/>
        </p:nvGrpSpPr>
        <p:grpSpPr>
          <a:xfrm>
            <a:off x="5321569" y="3755436"/>
            <a:ext cx="407391" cy="407391"/>
            <a:chOff x="6613801" y="2571753"/>
            <a:chExt cx="417024" cy="417024"/>
          </a:xfrm>
        </p:grpSpPr>
        <p:sp>
          <p:nvSpPr>
            <p:cNvPr id="10752" name="Google Shape;10752;p72"/>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72"/>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72"/>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72"/>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72"/>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7" name="Google Shape;10757;p72"/>
          <p:cNvGrpSpPr/>
          <p:nvPr/>
        </p:nvGrpSpPr>
        <p:grpSpPr>
          <a:xfrm>
            <a:off x="7908242" y="3238780"/>
            <a:ext cx="407411" cy="407411"/>
            <a:chOff x="2964567" y="2571753"/>
            <a:chExt cx="417045" cy="417045"/>
          </a:xfrm>
        </p:grpSpPr>
        <p:sp>
          <p:nvSpPr>
            <p:cNvPr id="10758" name="Google Shape;10758;p72"/>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72"/>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0" name="Google Shape;10760;p72"/>
          <p:cNvGrpSpPr/>
          <p:nvPr/>
        </p:nvGrpSpPr>
        <p:grpSpPr>
          <a:xfrm>
            <a:off x="1623565" y="3815897"/>
            <a:ext cx="407391" cy="286470"/>
            <a:chOff x="3476576" y="2633631"/>
            <a:chExt cx="417024" cy="293244"/>
          </a:xfrm>
        </p:grpSpPr>
        <p:sp>
          <p:nvSpPr>
            <p:cNvPr id="10761" name="Google Shape;10761;p72"/>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72"/>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3" name="Google Shape;10763;p72"/>
          <p:cNvGrpSpPr/>
          <p:nvPr/>
        </p:nvGrpSpPr>
        <p:grpSpPr>
          <a:xfrm>
            <a:off x="2239897" y="3755508"/>
            <a:ext cx="407411" cy="407248"/>
            <a:chOff x="3988564" y="2571836"/>
            <a:chExt cx="417045" cy="416878"/>
          </a:xfrm>
        </p:grpSpPr>
        <p:sp>
          <p:nvSpPr>
            <p:cNvPr id="10764" name="Google Shape;10764;p72"/>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2"/>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6" name="Google Shape;10766;p72"/>
          <p:cNvGrpSpPr/>
          <p:nvPr/>
        </p:nvGrpSpPr>
        <p:grpSpPr>
          <a:xfrm>
            <a:off x="2856250" y="3755436"/>
            <a:ext cx="407391" cy="407391"/>
            <a:chOff x="4500573" y="2571753"/>
            <a:chExt cx="417024" cy="417024"/>
          </a:xfrm>
        </p:grpSpPr>
        <p:sp>
          <p:nvSpPr>
            <p:cNvPr id="10767" name="Google Shape;10767;p72"/>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72"/>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9" name="Google Shape;10769;p72"/>
          <p:cNvGrpSpPr/>
          <p:nvPr/>
        </p:nvGrpSpPr>
        <p:grpSpPr>
          <a:xfrm>
            <a:off x="3472582" y="3755436"/>
            <a:ext cx="407391" cy="407391"/>
            <a:chOff x="5012603" y="2571753"/>
            <a:chExt cx="417024" cy="417024"/>
          </a:xfrm>
        </p:grpSpPr>
        <p:sp>
          <p:nvSpPr>
            <p:cNvPr id="10770" name="Google Shape;10770;p72"/>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2"/>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72" name="Google Shape;10772;p72"/>
          <p:cNvSpPr/>
          <p:nvPr/>
        </p:nvSpPr>
        <p:spPr>
          <a:xfrm>
            <a:off x="5212789"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73" name="Google Shape;10773;p72"/>
          <p:cNvGrpSpPr/>
          <p:nvPr/>
        </p:nvGrpSpPr>
        <p:grpSpPr>
          <a:xfrm>
            <a:off x="5733329" y="3238790"/>
            <a:ext cx="407432" cy="407391"/>
            <a:chOff x="812101" y="2571761"/>
            <a:chExt cx="417066" cy="417024"/>
          </a:xfrm>
        </p:grpSpPr>
        <p:sp>
          <p:nvSpPr>
            <p:cNvPr id="10774" name="Google Shape;10774;p72"/>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2"/>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2"/>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2"/>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2"/>
          <p:cNvGrpSpPr/>
          <p:nvPr/>
        </p:nvGrpSpPr>
        <p:grpSpPr>
          <a:xfrm>
            <a:off x="6253923" y="3238790"/>
            <a:ext cx="407391" cy="407391"/>
            <a:chOff x="1323129" y="2571761"/>
            <a:chExt cx="417024" cy="417024"/>
          </a:xfrm>
        </p:grpSpPr>
        <p:sp>
          <p:nvSpPr>
            <p:cNvPr id="10779" name="Google Shape;10779;p72"/>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2"/>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2"/>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2"/>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3" name="Google Shape;10783;p72"/>
          <p:cNvSpPr/>
          <p:nvPr/>
        </p:nvSpPr>
        <p:spPr>
          <a:xfrm>
            <a:off x="6827427"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4" name="Google Shape;10784;p72"/>
          <p:cNvGrpSpPr/>
          <p:nvPr/>
        </p:nvGrpSpPr>
        <p:grpSpPr>
          <a:xfrm>
            <a:off x="7390398" y="3238843"/>
            <a:ext cx="408023" cy="407411"/>
            <a:chOff x="2344476" y="2571761"/>
            <a:chExt cx="417671" cy="417045"/>
          </a:xfrm>
        </p:grpSpPr>
        <p:sp>
          <p:nvSpPr>
            <p:cNvPr id="10785" name="Google Shape;10785;p72"/>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2"/>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7" name="Google Shape;10787;p72"/>
          <p:cNvGrpSpPr/>
          <p:nvPr/>
        </p:nvGrpSpPr>
        <p:grpSpPr>
          <a:xfrm>
            <a:off x="7121258" y="3759535"/>
            <a:ext cx="399178" cy="399178"/>
            <a:chOff x="2038375" y="3798025"/>
            <a:chExt cx="841792" cy="841792"/>
          </a:xfrm>
        </p:grpSpPr>
        <p:sp>
          <p:nvSpPr>
            <p:cNvPr id="10788" name="Google Shape;10788;p72"/>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72"/>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show="0">
  <p:cSld>
    <p:bg>
      <p:bgPr>
        <a:solidFill>
          <a:srgbClr val="0E2A47"/>
        </a:solidFill>
        <a:effectLst/>
      </p:bgPr>
    </p:bg>
    <p:spTree>
      <p:nvGrpSpPr>
        <p:cNvPr id="1" name="Shape 10793"/>
        <p:cNvGrpSpPr/>
        <p:nvPr/>
      </p:nvGrpSpPr>
      <p:grpSpPr>
        <a:xfrm>
          <a:off x="0" y="0"/>
          <a:ext cx="0" cy="0"/>
          <a:chOff x="0" y="0"/>
          <a:chExt cx="0" cy="0"/>
        </a:xfrm>
      </p:grpSpPr>
      <p:pic>
        <p:nvPicPr>
          <p:cNvPr id="10794" name="Google Shape;10794;p7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Gaming Design Portfolio by Slidesgo">
  <a:themeElements>
    <a:clrScheme name="Simple Light">
      <a:dk1>
        <a:srgbClr val="020202"/>
      </a:dk1>
      <a:lt1>
        <a:srgbClr val="FFFFFF"/>
      </a:lt1>
      <a:dk2>
        <a:srgbClr val="FF5E68"/>
      </a:dk2>
      <a:lt2>
        <a:srgbClr val="FF0013"/>
      </a:lt2>
      <a:accent1>
        <a:srgbClr val="FF0B0B"/>
      </a:accent1>
      <a:accent2>
        <a:srgbClr val="82FFFE"/>
      </a:accent2>
      <a:accent3>
        <a:srgbClr val="B29CFF"/>
      </a:accent3>
      <a:accent4>
        <a:srgbClr val="B29CFF"/>
      </a:accent4>
      <a:accent5>
        <a:srgbClr val="04CFCF"/>
      </a:accent5>
      <a:accent6>
        <a:srgbClr val="82FFFE"/>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144</TotalTime>
  <Words>2400</Words>
  <Application>Microsoft Office PowerPoint</Application>
  <PresentationFormat>On-screen Show (16:9)</PresentationFormat>
  <Paragraphs>412</Paragraphs>
  <Slides>53</Slides>
  <Notes>53</Notes>
  <HiddenSlides>45</HiddenSlides>
  <MMClips>0</MMClips>
  <ScaleCrop>false</ScaleCrop>
  <HeadingPairs>
    <vt:vector size="6" baseType="variant">
      <vt:variant>
        <vt:lpstr>Fonts Used</vt:lpstr>
      </vt:variant>
      <vt:variant>
        <vt:i4>9</vt:i4>
      </vt:variant>
      <vt:variant>
        <vt:lpstr>Theme</vt:lpstr>
      </vt:variant>
      <vt:variant>
        <vt:i4>2</vt:i4>
      </vt:variant>
      <vt:variant>
        <vt:lpstr>Slide Titles</vt:lpstr>
      </vt:variant>
      <vt:variant>
        <vt:i4>53</vt:i4>
      </vt:variant>
    </vt:vector>
  </HeadingPairs>
  <TitlesOfParts>
    <vt:vector size="64" baseType="lpstr">
      <vt:lpstr>Roboto Medium</vt:lpstr>
      <vt:lpstr>Russo One</vt:lpstr>
      <vt:lpstr>Jura</vt:lpstr>
      <vt:lpstr>Arial</vt:lpstr>
      <vt:lpstr>Rubik Mono One</vt:lpstr>
      <vt:lpstr>Amatic SC</vt:lpstr>
      <vt:lpstr>Roboto Condensed Light</vt:lpstr>
      <vt:lpstr>Proxima Nova</vt:lpstr>
      <vt:lpstr>Calibri</vt:lpstr>
      <vt:lpstr>Gaming Design Portfolio by Slidesgo</vt:lpstr>
      <vt:lpstr>Slidesgo Final Pages</vt:lpstr>
      <vt:lpstr>Jail Break Game Proposal</vt:lpstr>
      <vt:lpstr>What is Jail Break</vt:lpstr>
      <vt:lpstr>Stealth Movement</vt:lpstr>
      <vt:lpstr>Game Loop</vt:lpstr>
      <vt:lpstr>Game Elements</vt:lpstr>
      <vt:lpstr>Technial Plan / Roles</vt:lpstr>
      <vt:lpstr>Development Challenges</vt:lpstr>
      <vt:lpstr>Prototype Preview</vt:lpstr>
      <vt:lpstr>Everything Below is hidden (used for styling)</vt:lpstr>
      <vt:lpstr>Game Mechanics</vt:lpstr>
      <vt:lpstr>My work area</vt:lpstr>
      <vt:lpstr>About me </vt:lpstr>
      <vt:lpstr>Values</vt:lpstr>
      <vt:lpstr>Venus</vt:lpstr>
      <vt:lpstr>Project 01</vt:lpstr>
      <vt:lpstr>My resume</vt:lpstr>
      <vt:lpstr>My work area</vt:lpstr>
      <vt:lpstr>Awesome words</vt:lpstr>
      <vt:lpstr>What I do</vt:lpstr>
      <vt:lpstr>Project 02 </vt:lpstr>
      <vt:lpstr>Achievements and skills</vt:lpstr>
      <vt:lpstr>—Someone Famous</vt:lpstr>
      <vt:lpstr>A picture is worth a thousand words</vt:lpstr>
      <vt:lpstr>To reinforce the concept, try using an image</vt:lpstr>
      <vt:lpstr>150,000</vt:lpstr>
      <vt:lpstr>9h 55m 23s</vt:lpstr>
      <vt:lpstr>This is a graph </vt:lpstr>
      <vt:lpstr>Computer mockup </vt:lpstr>
      <vt:lpstr>Use a map</vt:lpstr>
      <vt:lpstr>Examples of projects</vt:lpstr>
      <vt:lpstr>Game design creation process</vt:lpstr>
      <vt:lpstr>Contact</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PowerPoint Presentation</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Jail Break Game Proposal</dc:title>
  <dc:creator>fabio</dc:creator>
  <cp:lastModifiedBy>Fabio Wango Choi</cp:lastModifiedBy>
  <cp:revision>16</cp:revision>
  <dcterms:modified xsi:type="dcterms:W3CDTF">2025-05-30T01:22:57Z</dcterms:modified>
</cp:coreProperties>
</file>